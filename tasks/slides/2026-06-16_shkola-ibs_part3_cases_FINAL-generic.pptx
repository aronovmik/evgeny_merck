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media/image1.bin" ContentType="image/x-emf"/>
  <Override PartName="/ppt/tags/tag6.xml" ContentType="application/vnd.openxmlformats-officedocument.presentationml.tags+xml"/>
  <Override PartName="/ppt/media/image2.bin" ContentType="image/svg+xml"/>
  <Override PartName="/ppt/media/image3.bin" ContentType="image/svg+xml"/>
  <Override PartName="/ppt/tags/tag7.xml" ContentType="application/vnd.openxmlformats-officedocument.presentationml.tags+xml"/>
  <Override PartName="/ppt/media/image4.bin" ContentType="image/svg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media/image5.bin" ContentType="image/x-emf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media/image6.bin" ContentType="image/png"/>
  <Override PartName="/ppt/tags/tag24.xml" ContentType="application/vnd.openxmlformats-officedocument.presentationml.tags+xml"/>
  <Override PartName="/ppt/media/image7.bin" ContentType="image/svg+xml"/>
  <Override PartName="/ppt/media/image8.bin" ContentType="image/png"/>
  <Override PartName="/ppt/tags/tag25.xml" ContentType="application/vnd.openxmlformats-officedocument.presentationml.tags+xml"/>
  <Override PartName="/ppt/media/image9.bin" ContentType="image/png"/>
  <Override PartName="/ppt/media/image10.bin" ContentType="image/png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3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4.xml" ContentType="application/vnd.openxmlformats-officedocument.theme+xml"/>
  <Override PartName="/ppt/tags/tag76.xml" ContentType="application/vnd.openxmlformats-officedocument.presentationml.tags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ags/tag77.xml" ContentType="application/vnd.openxmlformats-officedocument.presentationml.tags+xml"/>
  <Override PartName="/ppt/notesSlides/notesSlide1.xml" ContentType="application/vnd.openxmlformats-officedocument.presentationml.notesSlide+xml"/>
  <Override PartName="/ppt/tags/tag78.xml" ContentType="application/vnd.openxmlformats-officedocument.presentationml.tags+xml"/>
  <Override PartName="/ppt/notesSlides/notesSlide2.xml" ContentType="application/vnd.openxmlformats-officedocument.presentationml.notesSlide+xml"/>
  <Override PartName="/ppt/comments/modernComment_105_334A8939.xml" ContentType="application/vnd.ms-powerpoint.comments+xml"/>
  <Override PartName="/ppt/tags/tag79.xml" ContentType="application/vnd.openxmlformats-officedocument.presentationml.tags+xml"/>
  <Override PartName="/ppt/notesSlides/notesSlide3.xml" ContentType="application/vnd.openxmlformats-officedocument.presentationml.notesSlide+xml"/>
  <Override PartName="/ppt/tags/tag80.xml" ContentType="application/vnd.openxmlformats-officedocument.presentationml.tags+xml"/>
  <Override PartName="/ppt/notesSlides/notesSlide4.xml" ContentType="application/vnd.openxmlformats-officedocument.presentationml.notesSlide+xml"/>
  <Override PartName="/ppt/tags/tag81.xml" ContentType="application/vnd.openxmlformats-officedocument.presentationml.tags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716" r:id="rId3"/>
    <p:sldMasterId id="2147483731" r:id="rId4"/>
    <p:sldMasterId id="2147483744" r:id="rId5"/>
  </p:sldMasterIdLst>
  <p:notesMasterIdLst>
    <p:notesMasterId r:id="rId35"/>
  </p:notesMasterIdLst>
  <p:sldIdLst>
    <p:sldId id="320" r:id="rId6"/>
    <p:sldId id="2147483548" r:id="rId7"/>
    <p:sldId id="2147483549" r:id="rId8"/>
    <p:sldId id="256" r:id="rId9"/>
    <p:sldId id="257" r:id="rId10"/>
    <p:sldId id="258" r:id="rId11"/>
    <p:sldId id="259" r:id="rId12"/>
    <p:sldId id="260" r:id="rId13"/>
    <p:sldId id="261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28" r:id="rId22"/>
    <p:sldId id="330" r:id="rId23"/>
    <p:sldId id="329" r:id="rId24"/>
    <p:sldId id="331" r:id="rId25"/>
    <p:sldId id="332" r:id="rId26"/>
    <p:sldId id="333" r:id="rId27"/>
    <p:sldId id="334" r:id="rId28"/>
    <p:sldId id="335" r:id="rId29"/>
    <p:sldId id="336" r:id="rId30"/>
    <p:sldId id="337" r:id="rId31"/>
    <p:sldId id="2147483502" r:id="rId32"/>
    <p:sldId id="2147483503" r:id="rId33"/>
    <p:sldId id="2147474080" r:id="rId3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435877-A452-F03E-CE39-9EB408BE22C5}" name="Evgeny Aronov" initials="EA" userId="S::X290413@one.merckgroup.com::5a3f2c2d-7cb3-4639-98f6-49ea1b95a8b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553093-C3F4-4069-8834-900EF80D897A}" v="1" dt="2026-08-19T11:03:20.5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31" y="7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geny Aronov" userId="5a3f2c2d-7cb3-4639-98f6-49ea1b95a8be" providerId="ADAL" clId="{7A0B7755-50D3-447F-A517-839583F34A5D}"/>
    <pc:docChg chg="undo redo custSel addSld delSld modSld sldOrd">
      <pc:chgData name="Evgeny Aronov" userId="5a3f2c2d-7cb3-4639-98f6-49ea1b95a8be" providerId="ADAL" clId="{7A0B7755-50D3-447F-A517-839583F34A5D}" dt="2026-08-19T11:03:20.585" v="6930" actId="113"/>
      <pc:docMkLst>
        <pc:docMk/>
      </pc:docMkLst>
      <pc:sldChg chg="addSp delSp modSp add mod delAnim modAnim">
        <pc:chgData name="Evgeny Aronov" userId="5a3f2c2d-7cb3-4639-98f6-49ea1b95a8be" providerId="ADAL" clId="{7A0B7755-50D3-447F-A517-839583F34A5D}" dt="2026-08-19T11:03:20.585" v="6930" actId="113"/>
        <pc:sldMkLst>
          <pc:docMk/>
          <pc:sldMk cId="1953478294" sldId="2147483503"/>
        </pc:sldMkLst>
        <pc:spChg chg="mod">
          <ac:chgData name="Evgeny Aronov" userId="5a3f2c2d-7cb3-4639-98f6-49ea1b95a8be" providerId="ADAL" clId="{7A0B7755-50D3-447F-A517-839583F34A5D}" dt="2026-08-19T11:03:20.585" v="6930" actId="113"/>
          <ac:spMkLst>
            <pc:docMk/>
            <pc:sldMk cId="1953478294" sldId="2147483503"/>
            <ac:spMk id="7" creationId="{BA61B77B-6983-1C65-B4CB-9CDB6A9E920F}"/>
          </ac:spMkLst>
        </pc:spChg>
      </pc:sldChg>
    </pc:docChg>
  </pc:docChgLst>
</pc:chgInfo>
</file>

<file path=ppt/comments/modernComment_105_334A893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7AAFBD1-2883-43FC-9A86-CD147CD98053}" authorId="{D1435877-A452-F03E-CE39-9EB408BE22C5}" created="2026-06-14T07:23:06.17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60522809" sldId="261"/>
      <ac:spMk id="5" creationId="{B5C51587-D74C-89AD-9E8C-2E6BFA7C5DBE}"/>
      <ac:txMk cp="0" len="7">
        <ac:context len="55" hash="2006262221"/>
      </ac:txMk>
    </ac:txMkLst>
    <p188:pos x="1234997" y="317589"/>
    <p188:txBody>
      <a:bodyPr/>
      <a:lstStyle/>
      <a:p>
        <a:r>
          <a:rPr lang="ru-RU"/>
          <a:t>Обсудить назначение статинов и АСК до или после верификации диагноза ИБС.
Обсудить, почему целесообразнее FDC бисо+амло, а не РААСи/амло у пациента с ИБС.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959632-8CDB-4DD3-84ED-A1D55FBAB0BF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8070C-3737-4595-8EC1-17BA8A44AF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9055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2E2C-AC48-45A1-A539-1D63FC6BDE4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1465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A84B3-AF07-C8D9-08D9-360015B82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0DD27-6E52-97CC-1B0D-82C7963A8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470DDD-5712-1223-717E-EC9D5AD1D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6D3DE-9AE6-26A2-C2BB-A2DF5B386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2E2C-AC48-45A1-A539-1D63FC6BDE4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4920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F399B-1864-2935-3C48-A630B50DC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582BEE-49B8-AE88-C8A7-5F0A839C4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5D1C3-C9C8-1CB2-5FF4-AEA1A3A37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0E4D1-27C4-A478-36B4-DB453349D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2E2C-AC48-45A1-A539-1D63FC6BDE4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75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AF4A3-FB7A-B6BD-6F30-CAB8587F0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C5856-39F9-12D5-F464-4AD4076A4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372FB0-9C2E-E5A0-9498-0B6E4ACAB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9D980-3219-AB53-B3FD-6AA2D21B7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2E2C-AC48-45A1-A539-1D63FC6BDE4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3113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86F25-D187-B383-E508-CB2191DB2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15ED6-FF31-B5AA-3648-D036DD9E0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5C9B83-FB06-543D-C640-3070A2A4F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0B8CB-D2E1-E0F1-7D69-E20CB19C3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2E2C-AC48-45A1-A539-1D63FC6BDE4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034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5" Type="http://schemas.openxmlformats.org/officeDocument/2006/relationships/image" Target="../media/image2.bin"/><Relationship Id="rId4" Type="http://schemas.openxmlformats.org/officeDocument/2006/relationships/image" Target="../media/image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in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5" Type="http://schemas.openxmlformats.org/officeDocument/2006/relationships/image" Target="../media/image4.bin"/><Relationship Id="rId4" Type="http://schemas.openxmlformats.org/officeDocument/2006/relationships/image" Target="../media/image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bin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4" Type="http://schemas.openxmlformats.org/officeDocument/2006/relationships/image" Target="../media/image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1.bin"/><Relationship Id="rId4" Type="http://schemas.openxmlformats.org/officeDocument/2006/relationships/oleObject" Target="../embeddings/oleObject2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.bin"/><Relationship Id="rId4" Type="http://schemas.openxmlformats.org/officeDocument/2006/relationships/oleObject" Target="../embeddings/oleObject2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1.bin"/><Relationship Id="rId4" Type="http://schemas.openxmlformats.org/officeDocument/2006/relationships/oleObject" Target="../embeddings/oleObject2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5" Type="http://schemas.openxmlformats.org/officeDocument/2006/relationships/image" Target="../media/image2.bin"/><Relationship Id="rId4" Type="http://schemas.openxmlformats.org/officeDocument/2006/relationships/image" Target="../media/image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4" Type="http://schemas.openxmlformats.org/officeDocument/2006/relationships/image" Target="../media/image5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5.bin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4" Type="http://schemas.openxmlformats.org/officeDocument/2006/relationships/image" Target="../media/image5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4" Type="http://schemas.openxmlformats.org/officeDocument/2006/relationships/image" Target="../media/image5.bin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4" Type="http://schemas.openxmlformats.org/officeDocument/2006/relationships/image" Target="../media/image5.bin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5" Type="http://schemas.openxmlformats.org/officeDocument/2006/relationships/image" Target="../media/image6.bin"/><Relationship Id="rId4" Type="http://schemas.openxmlformats.org/officeDocument/2006/relationships/image" Target="../media/image5.bin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image" Target="../media/image7.bin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bin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5.bin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5.bin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5.bin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5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bin"/><Relationship Id="rId3" Type="http://schemas.openxmlformats.org/officeDocument/2006/relationships/tags" Target="../tags/tag38.xml"/><Relationship Id="rId7" Type="http://schemas.openxmlformats.org/officeDocument/2006/relationships/oleObject" Target="../embeddings/oleObject3.bin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4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9" Type="http://schemas.openxmlformats.org/officeDocument/2006/relationships/image" Target="../media/image5.bin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2" Type="http://schemas.openxmlformats.org/officeDocument/2006/relationships/tags" Target="../tags/tag48.xml"/><Relationship Id="rId16" Type="http://schemas.openxmlformats.org/officeDocument/2006/relationships/image" Target="../media/image5.bin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5" Type="http://schemas.openxmlformats.org/officeDocument/2006/relationships/tags" Target="../tags/tag51.xml"/><Relationship Id="rId15" Type="http://schemas.openxmlformats.org/officeDocument/2006/relationships/oleObject" Target="../embeddings/oleObject3.bin"/><Relationship Id="rId10" Type="http://schemas.openxmlformats.org/officeDocument/2006/relationships/tags" Target="../tags/tag56.xml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5.bin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oleObject" Target="../embeddings/oleObject3.bin"/><Relationship Id="rId5" Type="http://schemas.openxmlformats.org/officeDocument/2006/relationships/tags" Target="../tags/tag6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10" Type="http://schemas.openxmlformats.org/officeDocument/2006/relationships/image" Target="../media/image5.bin"/><Relationship Id="rId4" Type="http://schemas.openxmlformats.org/officeDocument/2006/relationships/tags" Target="../tags/tag72.xml"/><Relationship Id="rId9" Type="http://schemas.openxmlformats.org/officeDocument/2006/relationships/oleObject" Target="../embeddings/oleObject3.bin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png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7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5.png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72D87-AF5D-3FBF-E31D-E9567C782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37360-CC76-9377-9287-A904DF0A0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1532A-4C65-B77D-4618-7C2330167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8D7C0-1C8C-EA81-4C26-DBC2B185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7F09C-A1E1-6D5C-DEF3-A06A384C8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507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70079-3BCF-D3D0-436B-D3336F62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DC673-2425-F91E-C75B-3986AD9F4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22561-7F6D-5178-ACAD-494971019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57298-1448-246C-E37F-771A5C652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FCEF4-DB3E-3E75-5181-432C16E9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300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75C88-FD5C-A4B9-3EF3-2DFEA5B0B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D8F59-F885-2193-5163-92F2C44AF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0A2DD-58FC-0BA2-C29D-624ED9836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D1163-BAAE-7DCD-E6C3-08DA3923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9CBBB-7A02-C737-5EFF-6C4445C9F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936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2009-4DE1-F2AF-B647-53332DBA1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18A3A-06BD-A408-A3D8-D6089130A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26594-012A-655A-0501-50CE0C29A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EEFE3-CEA4-3E52-9AB6-B68F9601E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D4786-7E07-5340-9FE5-EEFB6B4FA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771B0-A9F4-0A94-E37A-72C664D14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38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A6AB-4FBC-BAD1-B253-DE44D0A51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01CA5-9847-603D-FAB8-D25522B8F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A1218-20BA-C193-D7C6-B41152A0A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357F4A-03EF-F69C-66A2-CA5AED7E9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AF5220-C631-250F-23CA-1B3065DBE8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7D5D7E-7F95-8501-1268-888FFDDF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DF6454-EAE1-3728-A3AA-567655D70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450A3-ED4E-9DB5-D053-0157E31C6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279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043FD-F61F-12F7-2E9A-8AB19AD14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94A055-B394-69A0-AA55-82CD34D3B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74E04-1D9C-4DEF-5867-ED5970B42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FD094-F050-5068-EDA7-699A01770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967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C7D80A-6F44-0D10-93EF-D7383F007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877F9A-0CEE-BFC9-63F5-EAA6073E1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40B92-8E1E-CF88-53F8-407A6B249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16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03964-3D46-9AE7-8320-82336B3C5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21EAC-AF0F-EE35-2841-A116C2B08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09658-C454-7549-3164-5FECA3C38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09249-C51D-7DA2-2F67-A9BB90C19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09612-388C-016B-FB0B-FDBA66B69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9B54C-999A-0E42-A49E-206AB8E5E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364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FCC63-9985-DFDF-C0DA-B383374A9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277A15-3755-BA8E-93B4-AA39276B59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C9B352-76B6-E207-3FC7-292522BDA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04624-0766-E4F0-7ABF-8DB943AC6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DA058-A17A-FD90-33D3-6A6623AB0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FBE21-2E68-238A-0F99-E5C6E08A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220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D4533-B771-DC43-982E-A2936ADA5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FF5BF4-0D72-AC5D-AB0D-DB555794B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B05C4-1F95-B03E-E513-410984E0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9D0B0-D6A9-DF8B-D849-C9BB6E8A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D01D5-EE98-9447-0296-DC43E3AD1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318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7E2E68-1A24-6422-929D-94CAFD0FD2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063525-66D4-7EE1-4FE8-CBEFF291E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088EA-FFF7-55F4-E7AC-C2436DD74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ED588-19BC-A0EA-A214-FCE03395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B337D-67A1-75C1-288F-33A795E2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4490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4C228F8-C5FE-4286-B89D-B2A1A65462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4000" y="2391360"/>
            <a:ext cx="4104000" cy="207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06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id="{2DD0114F-03FB-4D6B-B922-2EE26B37D628}"/>
              </a:ext>
            </a:extLst>
          </p:cNvPr>
          <p:cNvSpPr/>
          <p:nvPr userDrawn="1"/>
        </p:nvSpPr>
        <p:spPr bwMode="gray">
          <a:xfrm>
            <a:off x="0" y="0"/>
            <a:ext cx="12192000" cy="6859983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EF2117F8-B09E-4640-9CBF-A78E3D245CFB}"/>
              </a:ext>
            </a:extLst>
          </p:cNvPr>
          <p:cNvSpPr/>
          <p:nvPr userDrawn="1"/>
        </p:nvSpPr>
        <p:spPr bwMode="gray">
          <a:xfrm>
            <a:off x="0" y="0"/>
            <a:ext cx="12192000" cy="6859983"/>
          </a:xfrm>
          <a:custGeom>
            <a:avLst/>
            <a:gdLst>
              <a:gd name="connsiteX0" fmla="*/ 0 w 12192000"/>
              <a:gd name="connsiteY0" fmla="*/ 0 h 6859983"/>
              <a:gd name="connsiteX1" fmla="*/ 3027733 w 12192000"/>
              <a:gd name="connsiteY1" fmla="*/ 0 h 6859983"/>
              <a:gd name="connsiteX2" fmla="*/ 3042541 w 12192000"/>
              <a:gd name="connsiteY2" fmla="*/ 92730 h 6859983"/>
              <a:gd name="connsiteX3" fmla="*/ 3003132 w 12192000"/>
              <a:gd name="connsiteY3" fmla="*/ 1019977 h 6859983"/>
              <a:gd name="connsiteX4" fmla="*/ 2998743 w 12192000"/>
              <a:gd name="connsiteY4" fmla="*/ 1040569 h 6859983"/>
              <a:gd name="connsiteX5" fmla="*/ 3421511 w 12192000"/>
              <a:gd name="connsiteY5" fmla="*/ 1873060 h 6859983"/>
              <a:gd name="connsiteX6" fmla="*/ 3449394 w 12192000"/>
              <a:gd name="connsiteY6" fmla="*/ 1886797 h 6859983"/>
              <a:gd name="connsiteX7" fmla="*/ 4524220 w 12192000"/>
              <a:gd name="connsiteY7" fmla="*/ 1664531 h 6859983"/>
              <a:gd name="connsiteX8" fmla="*/ 4541139 w 12192000"/>
              <a:gd name="connsiteY8" fmla="*/ 1644380 h 6859983"/>
              <a:gd name="connsiteX9" fmla="*/ 4941952 w 12192000"/>
              <a:gd name="connsiteY9" fmla="*/ 1242440 h 6859983"/>
              <a:gd name="connsiteX10" fmla="*/ 4949649 w 12192000"/>
              <a:gd name="connsiteY10" fmla="*/ 1235916 h 6859983"/>
              <a:gd name="connsiteX11" fmla="*/ 5020888 w 12192000"/>
              <a:gd name="connsiteY11" fmla="*/ 1176861 h 6859983"/>
              <a:gd name="connsiteX12" fmla="*/ 5049161 w 12192000"/>
              <a:gd name="connsiteY12" fmla="*/ 1153934 h 6859983"/>
              <a:gd name="connsiteX13" fmla="*/ 5102943 w 12192000"/>
              <a:gd name="connsiteY13" fmla="*/ 1112315 h 6859983"/>
              <a:gd name="connsiteX14" fmla="*/ 5150748 w 12192000"/>
              <a:gd name="connsiteY14" fmla="*/ 1076107 h 6859983"/>
              <a:gd name="connsiteX15" fmla="*/ 5189206 w 12192000"/>
              <a:gd name="connsiteY15" fmla="*/ 1047184 h 6859983"/>
              <a:gd name="connsiteX16" fmla="*/ 5254725 w 12192000"/>
              <a:gd name="connsiteY16" fmla="*/ 1001017 h 6859983"/>
              <a:gd name="connsiteX17" fmla="*/ 5263493 w 12192000"/>
              <a:gd name="connsiteY17" fmla="*/ 994722 h 6859983"/>
              <a:gd name="connsiteX18" fmla="*/ 5279430 w 12192000"/>
              <a:gd name="connsiteY18" fmla="*/ 984384 h 6859983"/>
              <a:gd name="connsiteX19" fmla="*/ 5357035 w 12192000"/>
              <a:gd name="connsiteY19" fmla="*/ 933738 h 6859983"/>
              <a:gd name="connsiteX20" fmla="*/ 5369022 w 12192000"/>
              <a:gd name="connsiteY20" fmla="*/ 926275 h 6859983"/>
              <a:gd name="connsiteX21" fmla="*/ 5460141 w 12192000"/>
              <a:gd name="connsiteY21" fmla="*/ 871459 h 6859983"/>
              <a:gd name="connsiteX22" fmla="*/ 6087980 w 12192000"/>
              <a:gd name="connsiteY22" fmla="*/ 579895 h 6859983"/>
              <a:gd name="connsiteX23" fmla="*/ 6094774 w 12192000"/>
              <a:gd name="connsiteY23" fmla="*/ 577631 h 6859983"/>
              <a:gd name="connsiteX24" fmla="*/ 6194739 w 12192000"/>
              <a:gd name="connsiteY24" fmla="*/ 544003 h 6859983"/>
              <a:gd name="connsiteX25" fmla="*/ 6214611 w 12192000"/>
              <a:gd name="connsiteY25" fmla="*/ 537845 h 6859983"/>
              <a:gd name="connsiteX26" fmla="*/ 6302158 w 12192000"/>
              <a:gd name="connsiteY26" fmla="*/ 511964 h 6859983"/>
              <a:gd name="connsiteX27" fmla="*/ 6336886 w 12192000"/>
              <a:gd name="connsiteY27" fmla="*/ 502289 h 6859983"/>
              <a:gd name="connsiteX28" fmla="*/ 6410040 w 12192000"/>
              <a:gd name="connsiteY28" fmla="*/ 482992 h 6859983"/>
              <a:gd name="connsiteX29" fmla="*/ 6460536 w 12192000"/>
              <a:gd name="connsiteY29" fmla="*/ 470742 h 6859983"/>
              <a:gd name="connsiteX30" fmla="*/ 6519092 w 12192000"/>
              <a:gd name="connsiteY30" fmla="*/ 457241 h 6859983"/>
              <a:gd name="connsiteX31" fmla="*/ 6585052 w 12192000"/>
              <a:gd name="connsiteY31" fmla="*/ 443829 h 6859983"/>
              <a:gd name="connsiteX32" fmla="*/ 6629161 w 12192000"/>
              <a:gd name="connsiteY32" fmla="*/ 435413 h 6859983"/>
              <a:gd name="connsiteX33" fmla="*/ 6709368 w 12192000"/>
              <a:gd name="connsiteY33" fmla="*/ 421331 h 6859983"/>
              <a:gd name="connsiteX34" fmla="*/ 6740121 w 12192000"/>
              <a:gd name="connsiteY34" fmla="*/ 416381 h 6859983"/>
              <a:gd name="connsiteX35" fmla="*/ 6832351 w 12192000"/>
              <a:gd name="connsiteY35" fmla="*/ 403375 h 6859983"/>
              <a:gd name="connsiteX36" fmla="*/ 6852177 w 12192000"/>
              <a:gd name="connsiteY36" fmla="*/ 400918 h 6859983"/>
              <a:gd name="connsiteX37" fmla="*/ 6953203 w 12192000"/>
              <a:gd name="connsiteY37" fmla="*/ 390158 h 6859983"/>
              <a:gd name="connsiteX38" fmla="*/ 6965325 w 12192000"/>
              <a:gd name="connsiteY38" fmla="*/ 389030 h 6859983"/>
              <a:gd name="connsiteX39" fmla="*/ 7071732 w 12192000"/>
              <a:gd name="connsiteY39" fmla="*/ 380899 h 6859983"/>
              <a:gd name="connsiteX40" fmla="*/ 7079996 w 12192000"/>
              <a:gd name="connsiteY40" fmla="*/ 380436 h 6859983"/>
              <a:gd name="connsiteX41" fmla="*/ 7187502 w 12192000"/>
              <a:gd name="connsiteY41" fmla="*/ 375882 h 6859983"/>
              <a:gd name="connsiteX42" fmla="*/ 7196122 w 12192000"/>
              <a:gd name="connsiteY42" fmla="*/ 375491 h 6859983"/>
              <a:gd name="connsiteX43" fmla="*/ 7301015 w 12192000"/>
              <a:gd name="connsiteY43" fmla="*/ 374463 h 6859983"/>
              <a:gd name="connsiteX44" fmla="*/ 7314048 w 12192000"/>
              <a:gd name="connsiteY44" fmla="*/ 374273 h 6859983"/>
              <a:gd name="connsiteX45" fmla="*/ 7411921 w 12192000"/>
              <a:gd name="connsiteY45" fmla="*/ 376575 h 6859983"/>
              <a:gd name="connsiteX46" fmla="*/ 7433272 w 12192000"/>
              <a:gd name="connsiteY46" fmla="*/ 377415 h 6859983"/>
              <a:gd name="connsiteX47" fmla="*/ 7521008 w 12192000"/>
              <a:gd name="connsiteY47" fmla="*/ 382010 h 6859983"/>
              <a:gd name="connsiteX48" fmla="*/ 7553945 w 12192000"/>
              <a:gd name="connsiteY48" fmla="*/ 384205 h 6859983"/>
              <a:gd name="connsiteX49" fmla="*/ 7628701 w 12192000"/>
              <a:gd name="connsiteY49" fmla="*/ 390488 h 6859983"/>
              <a:gd name="connsiteX50" fmla="*/ 7658570 w 12192000"/>
              <a:gd name="connsiteY50" fmla="*/ 393144 h 6859983"/>
              <a:gd name="connsiteX51" fmla="*/ 7675615 w 12192000"/>
              <a:gd name="connsiteY51" fmla="*/ 396777 h 6859983"/>
              <a:gd name="connsiteX52" fmla="*/ 7737541 w 12192000"/>
              <a:gd name="connsiteY52" fmla="*/ 404036 h 6859983"/>
              <a:gd name="connsiteX53" fmla="*/ 7801090 w 12192000"/>
              <a:gd name="connsiteY53" fmla="*/ 412384 h 6859983"/>
              <a:gd name="connsiteX54" fmla="*/ 7843085 w 12192000"/>
              <a:gd name="connsiteY54" fmla="*/ 419110 h 6859983"/>
              <a:gd name="connsiteX55" fmla="*/ 7927359 w 12192000"/>
              <a:gd name="connsiteY55" fmla="*/ 432987 h 6859983"/>
              <a:gd name="connsiteX56" fmla="*/ 7945467 w 12192000"/>
              <a:gd name="connsiteY56" fmla="*/ 436846 h 6859983"/>
              <a:gd name="connsiteX57" fmla="*/ 8600879 w 12192000"/>
              <a:gd name="connsiteY57" fmla="*/ 623687 h 6859983"/>
              <a:gd name="connsiteX58" fmla="*/ 8625106 w 12192000"/>
              <a:gd name="connsiteY58" fmla="*/ 633676 h 6859983"/>
              <a:gd name="connsiteX59" fmla="*/ 9677370 w 12192000"/>
              <a:gd name="connsiteY59" fmla="*/ 320483 h 6859983"/>
              <a:gd name="connsiteX60" fmla="*/ 9695345 w 12192000"/>
              <a:gd name="connsiteY60" fmla="*/ 295359 h 6859983"/>
              <a:gd name="connsiteX61" fmla="*/ 9807697 w 12192000"/>
              <a:gd name="connsiteY61" fmla="*/ 69393 h 6859983"/>
              <a:gd name="connsiteX62" fmla="*/ 9822952 w 12192000"/>
              <a:gd name="connsiteY62" fmla="*/ 0 h 6859983"/>
              <a:gd name="connsiteX63" fmla="*/ 12192000 w 12192000"/>
              <a:gd name="connsiteY63" fmla="*/ 0 h 6859983"/>
              <a:gd name="connsiteX64" fmla="*/ 12192000 w 12192000"/>
              <a:gd name="connsiteY64" fmla="*/ 474108 h 6859983"/>
              <a:gd name="connsiteX65" fmla="*/ 12149531 w 12192000"/>
              <a:gd name="connsiteY65" fmla="*/ 477591 h 6859983"/>
              <a:gd name="connsiteX66" fmla="*/ 10941388 w 12192000"/>
              <a:gd name="connsiteY66" fmla="*/ 272908 h 6859983"/>
              <a:gd name="connsiteX67" fmla="*/ 10921758 w 12192000"/>
              <a:gd name="connsiteY67" fmla="*/ 265754 h 6859983"/>
              <a:gd name="connsiteX68" fmla="*/ 10673739 w 12192000"/>
              <a:gd name="connsiteY68" fmla="*/ 217860 h 6859983"/>
              <a:gd name="connsiteX69" fmla="*/ 10028729 w 12192000"/>
              <a:gd name="connsiteY69" fmla="*/ 537171 h 6859983"/>
              <a:gd name="connsiteX70" fmla="*/ 10010678 w 12192000"/>
              <a:gd name="connsiteY70" fmla="*/ 562644 h 6859983"/>
              <a:gd name="connsiteX71" fmla="*/ 10042627 w 12192000"/>
              <a:gd name="connsiteY71" fmla="*/ 1659638 h 6859983"/>
              <a:gd name="connsiteX72" fmla="*/ 10059890 w 12192000"/>
              <a:gd name="connsiteY72" fmla="*/ 1679653 h 6859983"/>
              <a:gd name="connsiteX73" fmla="*/ 10572484 w 12192000"/>
              <a:gd name="connsiteY73" fmla="*/ 2503451 h 6859983"/>
              <a:gd name="connsiteX74" fmla="*/ 10861484 w 12192000"/>
              <a:gd name="connsiteY74" fmla="*/ 3549075 h 6859983"/>
              <a:gd name="connsiteX75" fmla="*/ 10863812 w 12192000"/>
              <a:gd name="connsiteY75" fmla="*/ 3567758 h 6859983"/>
              <a:gd name="connsiteX76" fmla="*/ 10882536 w 12192000"/>
              <a:gd name="connsiteY76" fmla="*/ 3788152 h 6859983"/>
              <a:gd name="connsiteX77" fmla="*/ 10884553 w 12192000"/>
              <a:gd name="connsiteY77" fmla="*/ 3825700 h 6859983"/>
              <a:gd name="connsiteX78" fmla="*/ 10886369 w 12192000"/>
              <a:gd name="connsiteY78" fmla="*/ 3885105 h 6859983"/>
              <a:gd name="connsiteX79" fmla="*/ 10887177 w 12192000"/>
              <a:gd name="connsiteY79" fmla="*/ 3928337 h 6859983"/>
              <a:gd name="connsiteX80" fmla="*/ 10887796 w 12192000"/>
              <a:gd name="connsiteY80" fmla="*/ 3986377 h 6859983"/>
              <a:gd name="connsiteX81" fmla="*/ 10887489 w 12192000"/>
              <a:gd name="connsiteY81" fmla="*/ 4027884 h 6859983"/>
              <a:gd name="connsiteX82" fmla="*/ 10883957 w 12192000"/>
              <a:gd name="connsiteY82" fmla="*/ 4138488 h 6859983"/>
              <a:gd name="connsiteX83" fmla="*/ 10882068 w 12192000"/>
              <a:gd name="connsiteY83" fmla="*/ 4175205 h 6859983"/>
              <a:gd name="connsiteX84" fmla="*/ 10877882 w 12192000"/>
              <a:gd name="connsiteY84" fmla="*/ 4241868 h 6859983"/>
              <a:gd name="connsiteX85" fmla="*/ 10875884 w 12192000"/>
              <a:gd name="connsiteY85" fmla="*/ 4270395 h 6859983"/>
              <a:gd name="connsiteX86" fmla="*/ 10314545 w 12192000"/>
              <a:gd name="connsiteY86" fmla="*/ 5928747 h 6859983"/>
              <a:gd name="connsiteX87" fmla="*/ 10289206 w 12192000"/>
              <a:gd name="connsiteY87" fmla="*/ 5967515 h 6859983"/>
              <a:gd name="connsiteX88" fmla="*/ 10263513 w 12192000"/>
              <a:gd name="connsiteY88" fmla="*/ 6006213 h 6859983"/>
              <a:gd name="connsiteX89" fmla="*/ 10206807 w 12192000"/>
              <a:gd name="connsiteY89" fmla="*/ 6087662 h 6859983"/>
              <a:gd name="connsiteX90" fmla="*/ 10205973 w 12192000"/>
              <a:gd name="connsiteY90" fmla="*/ 6091572 h 6859983"/>
              <a:gd name="connsiteX91" fmla="*/ 9604111 w 12192000"/>
              <a:gd name="connsiteY91" fmla="*/ 6739315 h 6859983"/>
              <a:gd name="connsiteX92" fmla="*/ 9450532 w 12192000"/>
              <a:gd name="connsiteY92" fmla="*/ 6858001 h 6859983"/>
              <a:gd name="connsiteX93" fmla="*/ 12192000 w 12192000"/>
              <a:gd name="connsiteY93" fmla="*/ 6858001 h 6859983"/>
              <a:gd name="connsiteX94" fmla="*/ 12192000 w 12192000"/>
              <a:gd name="connsiteY94" fmla="*/ 6859983 h 6859983"/>
              <a:gd name="connsiteX95" fmla="*/ 0 w 12192000"/>
              <a:gd name="connsiteY95" fmla="*/ 6859983 h 6859983"/>
              <a:gd name="connsiteX96" fmla="*/ 0 w 12192000"/>
              <a:gd name="connsiteY96" fmla="*/ 4409935 h 6859983"/>
              <a:gd name="connsiteX97" fmla="*/ 176030 w 12192000"/>
              <a:gd name="connsiteY97" fmla="*/ 4433416 h 6859983"/>
              <a:gd name="connsiteX98" fmla="*/ 2122430 w 12192000"/>
              <a:gd name="connsiteY98" fmla="*/ 6508958 h 6859983"/>
              <a:gd name="connsiteX99" fmla="*/ 2139246 w 12192000"/>
              <a:gd name="connsiteY99" fmla="*/ 6754020 h 6859983"/>
              <a:gd name="connsiteX100" fmla="*/ 2135867 w 12192000"/>
              <a:gd name="connsiteY100" fmla="*/ 6858001 h 6859983"/>
              <a:gd name="connsiteX101" fmla="*/ 5119582 w 12192000"/>
              <a:gd name="connsiteY101" fmla="*/ 6858001 h 6859983"/>
              <a:gd name="connsiteX102" fmla="*/ 4997148 w 12192000"/>
              <a:gd name="connsiteY102" fmla="*/ 6763600 h 6859983"/>
              <a:gd name="connsiteX103" fmla="*/ 4259188 w 12192000"/>
              <a:gd name="connsiteY103" fmla="*/ 5934625 h 6859983"/>
              <a:gd name="connsiteX104" fmla="*/ 4248292 w 12192000"/>
              <a:gd name="connsiteY104" fmla="*/ 5917826 h 6859983"/>
              <a:gd name="connsiteX105" fmla="*/ 4209561 w 12192000"/>
              <a:gd name="connsiteY105" fmla="*/ 5855749 h 6859983"/>
              <a:gd name="connsiteX106" fmla="*/ 4197008 w 12192000"/>
              <a:gd name="connsiteY106" fmla="*/ 5834514 h 6859983"/>
              <a:gd name="connsiteX107" fmla="*/ 4129918 w 12192000"/>
              <a:gd name="connsiteY107" fmla="*/ 5717394 h 6859983"/>
              <a:gd name="connsiteX108" fmla="*/ 4118637 w 12192000"/>
              <a:gd name="connsiteY108" fmla="*/ 5697173 h 6859983"/>
              <a:gd name="connsiteX109" fmla="*/ 4089365 w 12192000"/>
              <a:gd name="connsiteY109" fmla="*/ 5641196 h 6859983"/>
              <a:gd name="connsiteX110" fmla="*/ 4072346 w 12192000"/>
              <a:gd name="connsiteY110" fmla="*/ 5607871 h 6859983"/>
              <a:gd name="connsiteX111" fmla="*/ 4044009 w 12192000"/>
              <a:gd name="connsiteY111" fmla="*/ 5550978 h 6859983"/>
              <a:gd name="connsiteX112" fmla="*/ 4030766 w 12192000"/>
              <a:gd name="connsiteY112" fmla="*/ 5522545 h 6859983"/>
              <a:gd name="connsiteX113" fmla="*/ 3939922 w 12192000"/>
              <a:gd name="connsiteY113" fmla="*/ 5313133 h 6859983"/>
              <a:gd name="connsiteX114" fmla="*/ 3934401 w 12192000"/>
              <a:gd name="connsiteY114" fmla="*/ 5298962 h 6859983"/>
              <a:gd name="connsiteX115" fmla="*/ 3755190 w 12192000"/>
              <a:gd name="connsiteY115" fmla="*/ 3271559 h 6859983"/>
              <a:gd name="connsiteX116" fmla="*/ 3760639 w 12192000"/>
              <a:gd name="connsiteY116" fmla="*/ 3245995 h 6859983"/>
              <a:gd name="connsiteX117" fmla="*/ 3269830 w 12192000"/>
              <a:gd name="connsiteY117" fmla="*/ 2264259 h 6859983"/>
              <a:gd name="connsiteX118" fmla="*/ 3241594 w 12192000"/>
              <a:gd name="connsiteY118" fmla="*/ 2250447 h 6859983"/>
              <a:gd name="connsiteX119" fmla="*/ 2875628 w 12192000"/>
              <a:gd name="connsiteY119" fmla="*/ 2173713 h 6859983"/>
              <a:gd name="connsiteX120" fmla="*/ 2326464 w 12192000"/>
              <a:gd name="connsiteY120" fmla="*/ 2434001 h 6859983"/>
              <a:gd name="connsiteX121" fmla="*/ 2312662 w 12192000"/>
              <a:gd name="connsiteY121" fmla="*/ 2449990 h 6859983"/>
              <a:gd name="connsiteX122" fmla="*/ 103767 w 12192000"/>
              <a:gd name="connsiteY122" fmla="*/ 3520567 h 6859983"/>
              <a:gd name="connsiteX123" fmla="*/ 0 w 12192000"/>
              <a:gd name="connsiteY123" fmla="*/ 3520830 h 6859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2192000" h="6859983">
                <a:moveTo>
                  <a:pt x="0" y="0"/>
                </a:moveTo>
                <a:lnTo>
                  <a:pt x="3027733" y="0"/>
                </a:lnTo>
                <a:lnTo>
                  <a:pt x="3042541" y="92730"/>
                </a:lnTo>
                <a:cubicBezTo>
                  <a:pt x="3075577" y="394506"/>
                  <a:pt x="3064280" y="706317"/>
                  <a:pt x="3003132" y="1019977"/>
                </a:cubicBezTo>
                <a:cubicBezTo>
                  <a:pt x="3001619" y="1027076"/>
                  <a:pt x="3000180" y="1033824"/>
                  <a:pt x="2998743" y="1040569"/>
                </a:cubicBezTo>
                <a:cubicBezTo>
                  <a:pt x="2936838" y="1381490"/>
                  <a:pt x="3109630" y="1721952"/>
                  <a:pt x="3421511" y="1873060"/>
                </a:cubicBezTo>
                <a:lnTo>
                  <a:pt x="3449394" y="1886797"/>
                </a:lnTo>
                <a:cubicBezTo>
                  <a:pt x="3816757" y="2064952"/>
                  <a:pt x="4257872" y="1973751"/>
                  <a:pt x="4524220" y="1664531"/>
                </a:cubicBezTo>
                <a:cubicBezTo>
                  <a:pt x="4530071" y="1657979"/>
                  <a:pt x="4535566" y="1651357"/>
                  <a:pt x="4541139" y="1644380"/>
                </a:cubicBezTo>
                <a:cubicBezTo>
                  <a:pt x="4663650" y="1499747"/>
                  <a:pt x="4797709" y="1365368"/>
                  <a:pt x="4941952" y="1242440"/>
                </a:cubicBezTo>
                <a:cubicBezTo>
                  <a:pt x="4944329" y="1239978"/>
                  <a:pt x="4946993" y="1237945"/>
                  <a:pt x="4949649" y="1235916"/>
                </a:cubicBezTo>
                <a:cubicBezTo>
                  <a:pt x="4972905" y="1215630"/>
                  <a:pt x="4996719" y="1196206"/>
                  <a:pt x="5020888" y="1176861"/>
                </a:cubicBezTo>
                <a:lnTo>
                  <a:pt x="5049161" y="1153934"/>
                </a:lnTo>
                <a:cubicBezTo>
                  <a:pt x="5066991" y="1139918"/>
                  <a:pt x="5084829" y="1125904"/>
                  <a:pt x="5102943" y="1112315"/>
                </a:cubicBezTo>
                <a:lnTo>
                  <a:pt x="5150748" y="1076107"/>
                </a:lnTo>
                <a:lnTo>
                  <a:pt x="5189206" y="1047184"/>
                </a:lnTo>
                <a:cubicBezTo>
                  <a:pt x="5210690" y="1031723"/>
                  <a:pt x="5232530" y="1016332"/>
                  <a:pt x="5254725" y="1001017"/>
                </a:cubicBezTo>
                <a:lnTo>
                  <a:pt x="5263493" y="994722"/>
                </a:lnTo>
                <a:lnTo>
                  <a:pt x="5279430" y="984384"/>
                </a:lnTo>
                <a:cubicBezTo>
                  <a:pt x="5304993" y="967192"/>
                  <a:pt x="5330837" y="950430"/>
                  <a:pt x="5357035" y="933738"/>
                </a:cubicBezTo>
                <a:lnTo>
                  <a:pt x="5369022" y="926275"/>
                </a:lnTo>
                <a:cubicBezTo>
                  <a:pt x="5398951" y="907783"/>
                  <a:pt x="5429228" y="889365"/>
                  <a:pt x="5460141" y="871459"/>
                </a:cubicBezTo>
                <a:cubicBezTo>
                  <a:pt x="5659561" y="754351"/>
                  <a:pt x="5869704" y="656607"/>
                  <a:pt x="6087980" y="579895"/>
                </a:cubicBezTo>
                <a:lnTo>
                  <a:pt x="6094774" y="577631"/>
                </a:lnTo>
                <a:cubicBezTo>
                  <a:pt x="6127874" y="566871"/>
                  <a:pt x="6161279" y="554688"/>
                  <a:pt x="6194739" y="544003"/>
                </a:cubicBezTo>
                <a:lnTo>
                  <a:pt x="6214611" y="537845"/>
                </a:lnTo>
                <a:cubicBezTo>
                  <a:pt x="6243632" y="528811"/>
                  <a:pt x="6272577" y="520136"/>
                  <a:pt x="6302158" y="511964"/>
                </a:cubicBezTo>
                <a:lnTo>
                  <a:pt x="6336886" y="502289"/>
                </a:lnTo>
                <a:cubicBezTo>
                  <a:pt x="6361321" y="495621"/>
                  <a:pt x="6385755" y="488954"/>
                  <a:pt x="6410040" y="482992"/>
                </a:cubicBezTo>
                <a:lnTo>
                  <a:pt x="6460536" y="470742"/>
                </a:lnTo>
                <a:lnTo>
                  <a:pt x="6519092" y="457241"/>
                </a:lnTo>
                <a:lnTo>
                  <a:pt x="6585052" y="443829"/>
                </a:lnTo>
                <a:cubicBezTo>
                  <a:pt x="6599754" y="441027"/>
                  <a:pt x="6614533" y="437865"/>
                  <a:pt x="6629161" y="435413"/>
                </a:cubicBezTo>
                <a:cubicBezTo>
                  <a:pt x="6655856" y="430342"/>
                  <a:pt x="6682473" y="425621"/>
                  <a:pt x="6709368" y="421331"/>
                </a:cubicBezTo>
                <a:lnTo>
                  <a:pt x="6740121" y="416381"/>
                </a:lnTo>
                <a:lnTo>
                  <a:pt x="6832351" y="403375"/>
                </a:lnTo>
                <a:lnTo>
                  <a:pt x="6852177" y="400918"/>
                </a:lnTo>
                <a:cubicBezTo>
                  <a:pt x="6885693" y="396923"/>
                  <a:pt x="6919483" y="393365"/>
                  <a:pt x="6953203" y="390158"/>
                </a:cubicBezTo>
                <a:lnTo>
                  <a:pt x="6965325" y="389030"/>
                </a:lnTo>
                <a:cubicBezTo>
                  <a:pt x="7000538" y="385770"/>
                  <a:pt x="7034257" y="382563"/>
                  <a:pt x="7071732" y="380899"/>
                </a:cubicBezTo>
                <a:lnTo>
                  <a:pt x="7079996" y="380436"/>
                </a:lnTo>
                <a:cubicBezTo>
                  <a:pt x="7115697" y="378394"/>
                  <a:pt x="7150255" y="376480"/>
                  <a:pt x="7187502" y="375882"/>
                </a:cubicBezTo>
                <a:lnTo>
                  <a:pt x="7196122" y="375491"/>
                </a:lnTo>
                <a:cubicBezTo>
                  <a:pt x="7231159" y="374794"/>
                  <a:pt x="7263994" y="373999"/>
                  <a:pt x="7301015" y="374463"/>
                </a:cubicBezTo>
                <a:lnTo>
                  <a:pt x="7314048" y="374273"/>
                </a:lnTo>
                <a:cubicBezTo>
                  <a:pt x="7346655" y="374540"/>
                  <a:pt x="7379109" y="375522"/>
                  <a:pt x="7411921" y="376575"/>
                </a:cubicBezTo>
                <a:lnTo>
                  <a:pt x="7433272" y="377415"/>
                </a:lnTo>
                <a:cubicBezTo>
                  <a:pt x="7462380" y="378422"/>
                  <a:pt x="7491695" y="380217"/>
                  <a:pt x="7521008" y="382010"/>
                </a:cubicBezTo>
                <a:lnTo>
                  <a:pt x="7553945" y="384205"/>
                </a:lnTo>
                <a:lnTo>
                  <a:pt x="7628701" y="390488"/>
                </a:lnTo>
                <a:lnTo>
                  <a:pt x="7658570" y="393144"/>
                </a:lnTo>
                <a:lnTo>
                  <a:pt x="7675615" y="396777"/>
                </a:lnTo>
                <a:lnTo>
                  <a:pt x="7737541" y="404036"/>
                </a:lnTo>
                <a:lnTo>
                  <a:pt x="7801090" y="412384"/>
                </a:lnTo>
                <a:lnTo>
                  <a:pt x="7843085" y="419110"/>
                </a:lnTo>
                <a:cubicBezTo>
                  <a:pt x="7871159" y="423236"/>
                  <a:pt x="7899662" y="427083"/>
                  <a:pt x="7927359" y="432987"/>
                </a:cubicBezTo>
                <a:lnTo>
                  <a:pt x="7945467" y="436846"/>
                </a:lnTo>
                <a:cubicBezTo>
                  <a:pt x="8169373" y="478263"/>
                  <a:pt x="8388852" y="540632"/>
                  <a:pt x="8600879" y="623687"/>
                </a:cubicBezTo>
                <a:lnTo>
                  <a:pt x="8625106" y="633676"/>
                </a:lnTo>
                <a:cubicBezTo>
                  <a:pt x="9006335" y="779522"/>
                  <a:pt x="9438089" y="651065"/>
                  <a:pt x="9677370" y="320483"/>
                </a:cubicBezTo>
                <a:lnTo>
                  <a:pt x="9695345" y="295359"/>
                </a:lnTo>
                <a:cubicBezTo>
                  <a:pt x="9745982" y="225234"/>
                  <a:pt x="9783408" y="148812"/>
                  <a:pt x="9807697" y="69393"/>
                </a:cubicBezTo>
                <a:lnTo>
                  <a:pt x="9822952" y="0"/>
                </a:lnTo>
                <a:lnTo>
                  <a:pt x="12192000" y="0"/>
                </a:lnTo>
                <a:lnTo>
                  <a:pt x="12192000" y="474108"/>
                </a:lnTo>
                <a:lnTo>
                  <a:pt x="12149531" y="477591"/>
                </a:lnTo>
                <a:cubicBezTo>
                  <a:pt x="11748908" y="490848"/>
                  <a:pt x="11339068" y="425786"/>
                  <a:pt x="10941388" y="272908"/>
                </a:cubicBezTo>
                <a:lnTo>
                  <a:pt x="10921758" y="265754"/>
                </a:lnTo>
                <a:cubicBezTo>
                  <a:pt x="10840557" y="235641"/>
                  <a:pt x="10756828" y="219998"/>
                  <a:pt x="10673739" y="217860"/>
                </a:cubicBezTo>
                <a:cubicBezTo>
                  <a:pt x="10424472" y="211448"/>
                  <a:pt x="10180963" y="326579"/>
                  <a:pt x="10028729" y="537171"/>
                </a:cubicBezTo>
                <a:lnTo>
                  <a:pt x="10010678" y="562644"/>
                </a:lnTo>
                <a:cubicBezTo>
                  <a:pt x="9771468" y="893242"/>
                  <a:pt x="9784626" y="1343331"/>
                  <a:pt x="10042627" y="1659638"/>
                </a:cubicBezTo>
                <a:cubicBezTo>
                  <a:pt x="10048238" y="1666402"/>
                  <a:pt x="10053849" y="1673167"/>
                  <a:pt x="10059890" y="1679653"/>
                </a:cubicBezTo>
                <a:cubicBezTo>
                  <a:pt x="10267281" y="1929865"/>
                  <a:pt x="10439766" y="2206793"/>
                  <a:pt x="10572484" y="2503451"/>
                </a:cubicBezTo>
                <a:cubicBezTo>
                  <a:pt x="10720780" y="2835351"/>
                  <a:pt x="10818190" y="3187960"/>
                  <a:pt x="10861484" y="3549075"/>
                </a:cubicBezTo>
                <a:cubicBezTo>
                  <a:pt x="10862405" y="3555206"/>
                  <a:pt x="10862968" y="3561266"/>
                  <a:pt x="10863812" y="3567758"/>
                </a:cubicBezTo>
                <a:cubicBezTo>
                  <a:pt x="10872361" y="3640846"/>
                  <a:pt x="10878853" y="3713129"/>
                  <a:pt x="10882536" y="3788152"/>
                </a:cubicBezTo>
                <a:lnTo>
                  <a:pt x="10884553" y="3825700"/>
                </a:lnTo>
                <a:lnTo>
                  <a:pt x="10886369" y="3885105"/>
                </a:lnTo>
                <a:lnTo>
                  <a:pt x="10887177" y="3928337"/>
                </a:lnTo>
                <a:cubicBezTo>
                  <a:pt x="10887199" y="3949131"/>
                  <a:pt x="10887757" y="3972635"/>
                  <a:pt x="10887796" y="3986377"/>
                </a:cubicBezTo>
                <a:cubicBezTo>
                  <a:pt x="10887838" y="4000120"/>
                  <a:pt x="10887523" y="4013786"/>
                  <a:pt x="10887489" y="4027884"/>
                </a:cubicBezTo>
                <a:cubicBezTo>
                  <a:pt x="10886666" y="4064827"/>
                  <a:pt x="10885845" y="4101772"/>
                  <a:pt x="10883957" y="4138488"/>
                </a:cubicBezTo>
                <a:cubicBezTo>
                  <a:pt x="10883363" y="4151724"/>
                  <a:pt x="10882716" y="4163463"/>
                  <a:pt x="10882068" y="4175205"/>
                </a:cubicBezTo>
                <a:cubicBezTo>
                  <a:pt x="10881004" y="4197620"/>
                  <a:pt x="10879582" y="4219959"/>
                  <a:pt x="10877882" y="4241868"/>
                </a:cubicBezTo>
                <a:cubicBezTo>
                  <a:pt x="10877334" y="4251401"/>
                  <a:pt x="10877852" y="4261163"/>
                  <a:pt x="10875884" y="4270395"/>
                </a:cubicBezTo>
                <a:cubicBezTo>
                  <a:pt x="10828816" y="4860945"/>
                  <a:pt x="10635932" y="5430814"/>
                  <a:pt x="10314545" y="5928747"/>
                </a:cubicBezTo>
                <a:cubicBezTo>
                  <a:pt x="10306192" y="5941810"/>
                  <a:pt x="10297560" y="5954448"/>
                  <a:pt x="10289206" y="5967515"/>
                </a:cubicBezTo>
                <a:cubicBezTo>
                  <a:pt x="10280854" y="5980584"/>
                  <a:pt x="10272145" y="5993576"/>
                  <a:pt x="10263513" y="6006213"/>
                </a:cubicBezTo>
                <a:cubicBezTo>
                  <a:pt x="10244652" y="6033743"/>
                  <a:pt x="10225869" y="6060918"/>
                  <a:pt x="10206807" y="6087662"/>
                </a:cubicBezTo>
                <a:lnTo>
                  <a:pt x="10205973" y="6091572"/>
                </a:lnTo>
                <a:cubicBezTo>
                  <a:pt x="10031669" y="6332951"/>
                  <a:pt x="9829223" y="6550166"/>
                  <a:pt x="9604111" y="6739315"/>
                </a:cubicBezTo>
                <a:lnTo>
                  <a:pt x="9450532" y="6858001"/>
                </a:lnTo>
                <a:lnTo>
                  <a:pt x="12192000" y="6858001"/>
                </a:lnTo>
                <a:lnTo>
                  <a:pt x="12192000" y="6859983"/>
                </a:lnTo>
                <a:lnTo>
                  <a:pt x="0" y="6859983"/>
                </a:lnTo>
                <a:lnTo>
                  <a:pt x="0" y="4409935"/>
                </a:lnTo>
                <a:lnTo>
                  <a:pt x="176030" y="4433416"/>
                </a:lnTo>
                <a:cubicBezTo>
                  <a:pt x="1182032" y="4619064"/>
                  <a:pt x="1994513" y="5439642"/>
                  <a:pt x="2122430" y="6508958"/>
                </a:cubicBezTo>
                <a:cubicBezTo>
                  <a:pt x="2132260" y="6591194"/>
                  <a:pt x="2137807" y="6672956"/>
                  <a:pt x="2139246" y="6754020"/>
                </a:cubicBezTo>
                <a:lnTo>
                  <a:pt x="2135867" y="6858001"/>
                </a:lnTo>
                <a:lnTo>
                  <a:pt x="5119582" y="6858001"/>
                </a:lnTo>
                <a:lnTo>
                  <a:pt x="4997148" y="6763600"/>
                </a:lnTo>
                <a:cubicBezTo>
                  <a:pt x="4710638" y="6528130"/>
                  <a:pt x="4461358" y="6248687"/>
                  <a:pt x="4259188" y="5934625"/>
                </a:cubicBezTo>
                <a:lnTo>
                  <a:pt x="4248292" y="5917826"/>
                </a:lnTo>
                <a:cubicBezTo>
                  <a:pt x="4235010" y="5898292"/>
                  <a:pt x="4222182" y="5876627"/>
                  <a:pt x="4209561" y="5855749"/>
                </a:cubicBezTo>
                <a:lnTo>
                  <a:pt x="4197008" y="5834514"/>
                </a:lnTo>
                <a:cubicBezTo>
                  <a:pt x="4174071" y="5795845"/>
                  <a:pt x="4151564" y="5756902"/>
                  <a:pt x="4129918" y="5717394"/>
                </a:cubicBezTo>
                <a:lnTo>
                  <a:pt x="4118637" y="5697173"/>
                </a:lnTo>
                <a:lnTo>
                  <a:pt x="4089365" y="5641196"/>
                </a:lnTo>
                <a:cubicBezTo>
                  <a:pt x="4083599" y="5629943"/>
                  <a:pt x="4077758" y="5619048"/>
                  <a:pt x="4072346" y="5607871"/>
                </a:cubicBezTo>
                <a:cubicBezTo>
                  <a:pt x="4062613" y="5589095"/>
                  <a:pt x="4053310" y="5570034"/>
                  <a:pt x="4044009" y="5550978"/>
                </a:cubicBezTo>
                <a:lnTo>
                  <a:pt x="4030766" y="5522545"/>
                </a:lnTo>
                <a:cubicBezTo>
                  <a:pt x="3998317" y="5453639"/>
                  <a:pt x="3967937" y="5383691"/>
                  <a:pt x="3939922" y="5313133"/>
                </a:cubicBezTo>
                <a:cubicBezTo>
                  <a:pt x="3937988" y="5308263"/>
                  <a:pt x="3935982" y="5303753"/>
                  <a:pt x="3934401" y="5298962"/>
                </a:cubicBezTo>
                <a:cubicBezTo>
                  <a:pt x="3680504" y="4654656"/>
                  <a:pt x="3618252" y="3950598"/>
                  <a:pt x="3755190" y="3271559"/>
                </a:cubicBezTo>
                <a:cubicBezTo>
                  <a:pt x="3757006" y="3263037"/>
                  <a:pt x="3758822" y="3254516"/>
                  <a:pt x="3760639" y="3245995"/>
                </a:cubicBezTo>
                <a:cubicBezTo>
                  <a:pt x="3838603" y="2845396"/>
                  <a:pt x="3637198" y="2442411"/>
                  <a:pt x="3269830" y="2264259"/>
                </a:cubicBezTo>
                <a:lnTo>
                  <a:pt x="3241594" y="2250447"/>
                </a:lnTo>
                <a:cubicBezTo>
                  <a:pt x="3124771" y="2193809"/>
                  <a:pt x="2999136" y="2168962"/>
                  <a:pt x="2875628" y="2173713"/>
                </a:cubicBezTo>
                <a:cubicBezTo>
                  <a:pt x="2669782" y="2181633"/>
                  <a:pt x="2469846" y="2271775"/>
                  <a:pt x="2326464" y="2434001"/>
                </a:cubicBezTo>
                <a:lnTo>
                  <a:pt x="2312662" y="2449990"/>
                </a:lnTo>
                <a:cubicBezTo>
                  <a:pt x="1741349" y="3113513"/>
                  <a:pt x="935526" y="3484765"/>
                  <a:pt x="103767" y="3520567"/>
                </a:cubicBezTo>
                <a:lnTo>
                  <a:pt x="0" y="352083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6AF4B39F-77E3-4B43-9442-F486EDAC4C60}"/>
              </a:ext>
            </a:extLst>
          </p:cNvPr>
          <p:cNvSpPr/>
          <p:nvPr userDrawn="1"/>
        </p:nvSpPr>
        <p:spPr bwMode="gray">
          <a:xfrm>
            <a:off x="2" y="2"/>
            <a:ext cx="12191999" cy="6862697"/>
          </a:xfrm>
          <a:custGeom>
            <a:avLst/>
            <a:gdLst>
              <a:gd name="connsiteX0" fmla="*/ 12191999 w 12191999"/>
              <a:gd name="connsiteY0" fmla="*/ 2251579 h 6862697"/>
              <a:gd name="connsiteX1" fmla="*/ 12191999 w 12191999"/>
              <a:gd name="connsiteY1" fmla="*/ 6862697 h 6862697"/>
              <a:gd name="connsiteX2" fmla="*/ 6067946 w 12191999"/>
              <a:gd name="connsiteY2" fmla="*/ 6862697 h 6862697"/>
              <a:gd name="connsiteX3" fmla="*/ 6134284 w 12191999"/>
              <a:gd name="connsiteY3" fmla="*/ 6774576 h 6862697"/>
              <a:gd name="connsiteX4" fmla="*/ 7009041 w 12191999"/>
              <a:gd name="connsiteY4" fmla="*/ 6366151 h 6862697"/>
              <a:gd name="connsiteX5" fmla="*/ 7044407 w 12191999"/>
              <a:gd name="connsiteY5" fmla="*/ 6366035 h 6862697"/>
              <a:gd name="connsiteX6" fmla="*/ 7957935 w 12191999"/>
              <a:gd name="connsiteY6" fmla="*/ 6258988 h 6862697"/>
              <a:gd name="connsiteX7" fmla="*/ 7982500 w 12191999"/>
              <a:gd name="connsiteY7" fmla="*/ 6254408 h 6862697"/>
              <a:gd name="connsiteX8" fmla="*/ 8094700 w 12191999"/>
              <a:gd name="connsiteY8" fmla="*/ 6227999 h 6862697"/>
              <a:gd name="connsiteX9" fmla="*/ 8150513 w 12191999"/>
              <a:gd name="connsiteY9" fmla="*/ 6214604 h 6862697"/>
              <a:gd name="connsiteX10" fmla="*/ 8234027 w 12191999"/>
              <a:gd name="connsiteY10" fmla="*/ 6192054 h 6862697"/>
              <a:gd name="connsiteX11" fmla="*/ 8314949 w 12191999"/>
              <a:gd name="connsiteY11" fmla="*/ 6168987 h 6862697"/>
              <a:gd name="connsiteX12" fmla="*/ 8338069 w 12191999"/>
              <a:gd name="connsiteY12" fmla="*/ 6164676 h 6862697"/>
              <a:gd name="connsiteX13" fmla="*/ 8376665 w 12191999"/>
              <a:gd name="connsiteY13" fmla="*/ 6152497 h 6862697"/>
              <a:gd name="connsiteX14" fmla="*/ 8473068 w 12191999"/>
              <a:gd name="connsiteY14" fmla="*/ 6121563 h 6862697"/>
              <a:gd name="connsiteX15" fmla="*/ 8515246 w 12191999"/>
              <a:gd name="connsiteY15" fmla="*/ 6107217 h 6862697"/>
              <a:gd name="connsiteX16" fmla="*/ 8626948 w 12191999"/>
              <a:gd name="connsiteY16" fmla="*/ 6067449 h 6862697"/>
              <a:gd name="connsiteX17" fmla="*/ 8653986 w 12191999"/>
              <a:gd name="connsiteY17" fmla="*/ 6057426 h 6862697"/>
              <a:gd name="connsiteX18" fmla="*/ 8777130 w 12191999"/>
              <a:gd name="connsiteY18" fmla="*/ 6009544 h 6862697"/>
              <a:gd name="connsiteX19" fmla="*/ 8793271 w 12191999"/>
              <a:gd name="connsiteY19" fmla="*/ 6002548 h 6862697"/>
              <a:gd name="connsiteX20" fmla="*/ 8923435 w 12191999"/>
              <a:gd name="connsiteY20" fmla="*/ 5946878 h 6862697"/>
              <a:gd name="connsiteX21" fmla="*/ 8933973 w 12191999"/>
              <a:gd name="connsiteY21" fmla="*/ 5941921 h 6862697"/>
              <a:gd name="connsiteX22" fmla="*/ 9065565 w 12191999"/>
              <a:gd name="connsiteY22" fmla="*/ 5880501 h 6862697"/>
              <a:gd name="connsiteX23" fmla="*/ 9075621 w 12191999"/>
              <a:gd name="connsiteY23" fmla="*/ 5875639 h 6862697"/>
              <a:gd name="connsiteX24" fmla="*/ 9203988 w 12191999"/>
              <a:gd name="connsiteY24" fmla="*/ 5810332 h 6862697"/>
              <a:gd name="connsiteX25" fmla="*/ 9218507 w 12191999"/>
              <a:gd name="connsiteY25" fmla="*/ 5802643 h 6862697"/>
              <a:gd name="connsiteX26" fmla="*/ 9338807 w 12191999"/>
              <a:gd name="connsiteY26" fmla="*/ 5736850 h 6862697"/>
              <a:gd name="connsiteX27" fmla="*/ 9362236 w 12191999"/>
              <a:gd name="connsiteY27" fmla="*/ 5723508 h 6862697"/>
              <a:gd name="connsiteX28" fmla="*/ 9470411 w 12191999"/>
              <a:gd name="connsiteY28" fmla="*/ 5659478 h 6862697"/>
              <a:gd name="connsiteX29" fmla="*/ 9506162 w 12191999"/>
              <a:gd name="connsiteY29" fmla="*/ 5637365 h 6862697"/>
              <a:gd name="connsiteX30" fmla="*/ 9598798 w 12191999"/>
              <a:gd name="connsiteY30" fmla="*/ 5578227 h 6862697"/>
              <a:gd name="connsiteX31" fmla="*/ 9649395 w 12191999"/>
              <a:gd name="connsiteY31" fmla="*/ 5544871 h 6862697"/>
              <a:gd name="connsiteX32" fmla="*/ 9724626 w 12191999"/>
              <a:gd name="connsiteY32" fmla="*/ 5493956 h 6862697"/>
              <a:gd name="connsiteX33" fmla="*/ 9790587 w 12191999"/>
              <a:gd name="connsiteY33" fmla="*/ 5446771 h 6862697"/>
              <a:gd name="connsiteX34" fmla="*/ 9847153 w 12191999"/>
              <a:gd name="connsiteY34" fmla="*/ 5405324 h 6862697"/>
              <a:gd name="connsiteX35" fmla="*/ 9928297 w 12191999"/>
              <a:gd name="connsiteY35" fmla="*/ 5343347 h 6862697"/>
              <a:gd name="connsiteX36" fmla="*/ 9966549 w 12191999"/>
              <a:gd name="connsiteY36" fmla="*/ 5313283 h 6862697"/>
              <a:gd name="connsiteX37" fmla="*/ 10062215 w 12191999"/>
              <a:gd name="connsiteY37" fmla="*/ 5235641 h 6862697"/>
              <a:gd name="connsiteX38" fmla="*/ 10083781 w 12191999"/>
              <a:gd name="connsiteY38" fmla="*/ 5217662 h 6862697"/>
              <a:gd name="connsiteX39" fmla="*/ 10190902 w 12191999"/>
              <a:gd name="connsiteY39" fmla="*/ 5123926 h 6862697"/>
              <a:gd name="connsiteX40" fmla="*/ 10198193 w 12191999"/>
              <a:gd name="connsiteY40" fmla="*/ 5117584 h 6862697"/>
              <a:gd name="connsiteX41" fmla="*/ 10829297 w 12191999"/>
              <a:gd name="connsiteY41" fmla="*/ 4428741 h 6862697"/>
              <a:gd name="connsiteX42" fmla="*/ 10914408 w 12191999"/>
              <a:gd name="connsiteY42" fmla="*/ 4313191 h 6862697"/>
              <a:gd name="connsiteX43" fmla="*/ 10925472 w 12191999"/>
              <a:gd name="connsiteY43" fmla="*/ 4297678 h 6862697"/>
              <a:gd name="connsiteX44" fmla="*/ 10995907 w 12191999"/>
              <a:gd name="connsiteY44" fmla="*/ 4194331 h 6862697"/>
              <a:gd name="connsiteX45" fmla="*/ 11010405 w 12191999"/>
              <a:gd name="connsiteY45" fmla="*/ 4173187 h 6862697"/>
              <a:gd name="connsiteX46" fmla="*/ 11018067 w 12191999"/>
              <a:gd name="connsiteY46" fmla="*/ 4160796 h 6862697"/>
              <a:gd name="connsiteX47" fmla="*/ 11075764 w 12191999"/>
              <a:gd name="connsiteY47" fmla="*/ 4069298 h 6862697"/>
              <a:gd name="connsiteX48" fmla="*/ 11108686 w 12191999"/>
              <a:gd name="connsiteY48" fmla="*/ 4013319 h 6862697"/>
              <a:gd name="connsiteX49" fmla="*/ 11149476 w 12191999"/>
              <a:gd name="connsiteY49" fmla="*/ 3943414 h 6862697"/>
              <a:gd name="connsiteX50" fmla="*/ 11194909 w 12191999"/>
              <a:gd name="connsiteY50" fmla="*/ 3863669 h 6862697"/>
              <a:gd name="connsiteX51" fmla="*/ 11218247 w 12191999"/>
              <a:gd name="connsiteY51" fmla="*/ 3820441 h 6862697"/>
              <a:gd name="connsiteX52" fmla="*/ 11276389 w 12191999"/>
              <a:gd name="connsiteY52" fmla="*/ 3709921 h 6862697"/>
              <a:gd name="connsiteX53" fmla="*/ 11282597 w 12191999"/>
              <a:gd name="connsiteY53" fmla="*/ 3697800 h 6862697"/>
              <a:gd name="connsiteX54" fmla="*/ 11573592 w 12191999"/>
              <a:gd name="connsiteY54" fmla="*/ 2989149 h 6862697"/>
              <a:gd name="connsiteX55" fmla="*/ 11584224 w 12191999"/>
              <a:gd name="connsiteY55" fmla="*/ 2955267 h 6862697"/>
              <a:gd name="connsiteX56" fmla="*/ 12054247 w 12191999"/>
              <a:gd name="connsiteY56" fmla="*/ 2330045 h 6862697"/>
              <a:gd name="connsiteX57" fmla="*/ 11562019 w 12191999"/>
              <a:gd name="connsiteY57" fmla="*/ 0 h 6862697"/>
              <a:gd name="connsiteX58" fmla="*/ 12191999 w 12191999"/>
              <a:gd name="connsiteY58" fmla="*/ 0 h 6862697"/>
              <a:gd name="connsiteX59" fmla="*/ 12191999 w 12191999"/>
              <a:gd name="connsiteY59" fmla="*/ 1323014 h 6862697"/>
              <a:gd name="connsiteX60" fmla="*/ 12111088 w 12191999"/>
              <a:gd name="connsiteY60" fmla="*/ 1263725 h 6862697"/>
              <a:gd name="connsiteX61" fmla="*/ 11715611 w 12191999"/>
              <a:gd name="connsiteY61" fmla="*/ 588818 h 6862697"/>
              <a:gd name="connsiteX62" fmla="*/ 11709145 w 12191999"/>
              <a:gd name="connsiteY62" fmla="*/ 554142 h 6862697"/>
              <a:gd name="connsiteX63" fmla="*/ 11628953 w 12191999"/>
              <a:gd name="connsiteY63" fmla="*/ 213811 h 6862697"/>
              <a:gd name="connsiteX64" fmla="*/ 0 w 12191999"/>
              <a:gd name="connsiteY64" fmla="*/ 0 h 6862697"/>
              <a:gd name="connsiteX65" fmla="*/ 2316798 w 12191999"/>
              <a:gd name="connsiteY65" fmla="*/ 0 h 6862697"/>
              <a:gd name="connsiteX66" fmla="*/ 2209189 w 12191999"/>
              <a:gd name="connsiteY66" fmla="*/ 385330 h 6862697"/>
              <a:gd name="connsiteX67" fmla="*/ 2210178 w 12191999"/>
              <a:gd name="connsiteY67" fmla="*/ 390634 h 6862697"/>
              <a:gd name="connsiteX68" fmla="*/ 2181755 w 12191999"/>
              <a:gd name="connsiteY68" fmla="*/ 521524 h 6862697"/>
              <a:gd name="connsiteX69" fmla="*/ 2169807 w 12191999"/>
              <a:gd name="connsiteY69" fmla="*/ 583063 h 6862697"/>
              <a:gd name="connsiteX70" fmla="*/ 2158338 w 12191999"/>
              <a:gd name="connsiteY70" fmla="*/ 644507 h 6862697"/>
              <a:gd name="connsiteX71" fmla="*/ 2318815 w 12191999"/>
              <a:gd name="connsiteY71" fmla="*/ 3001889 h 6862697"/>
              <a:gd name="connsiteX72" fmla="*/ 2331118 w 12191999"/>
              <a:gd name="connsiteY72" fmla="*/ 3038472 h 6862697"/>
              <a:gd name="connsiteX73" fmla="*/ 2360468 w 12191999"/>
              <a:gd name="connsiteY73" fmla="*/ 3123704 h 6862697"/>
              <a:gd name="connsiteX74" fmla="*/ 2377154 w 12191999"/>
              <a:gd name="connsiteY74" fmla="*/ 3170431 h 6862697"/>
              <a:gd name="connsiteX75" fmla="*/ 2430105 w 12191999"/>
              <a:gd name="connsiteY75" fmla="*/ 3310076 h 6862697"/>
              <a:gd name="connsiteX76" fmla="*/ 2451244 w 12191999"/>
              <a:gd name="connsiteY76" fmla="*/ 3361954 h 6862697"/>
              <a:gd name="connsiteX77" fmla="*/ 2482112 w 12191999"/>
              <a:gd name="connsiteY77" fmla="*/ 3433950 h 6862697"/>
              <a:gd name="connsiteX78" fmla="*/ 2505536 w 12191999"/>
              <a:gd name="connsiteY78" fmla="*/ 3487398 h 6862697"/>
              <a:gd name="connsiteX79" fmla="*/ 2538600 w 12191999"/>
              <a:gd name="connsiteY79" fmla="*/ 3560475 h 6862697"/>
              <a:gd name="connsiteX80" fmla="*/ 2560584 w 12191999"/>
              <a:gd name="connsiteY80" fmla="*/ 3606215 h 6862697"/>
              <a:gd name="connsiteX81" fmla="*/ 2698197 w 12191999"/>
              <a:gd name="connsiteY81" fmla="*/ 3871116 h 6862697"/>
              <a:gd name="connsiteX82" fmla="*/ 2710783 w 12191999"/>
              <a:gd name="connsiteY82" fmla="*/ 3893190 h 6862697"/>
              <a:gd name="connsiteX83" fmla="*/ 3613067 w 12191999"/>
              <a:gd name="connsiteY83" fmla="*/ 5046184 h 6862697"/>
              <a:gd name="connsiteX84" fmla="*/ 4678925 w 12191999"/>
              <a:gd name="connsiteY84" fmla="*/ 5806842 h 6862697"/>
              <a:gd name="connsiteX85" fmla="*/ 4710813 w 12191999"/>
              <a:gd name="connsiteY85" fmla="*/ 5822828 h 6862697"/>
              <a:gd name="connsiteX86" fmla="*/ 5346042 w 12191999"/>
              <a:gd name="connsiteY86" fmla="*/ 6772637 h 6862697"/>
              <a:gd name="connsiteX87" fmla="*/ 5351367 w 12191999"/>
              <a:gd name="connsiteY87" fmla="*/ 6862697 h 6862697"/>
              <a:gd name="connsiteX88" fmla="*/ 3092752 w 12191999"/>
              <a:gd name="connsiteY88" fmla="*/ 6862697 h 6862697"/>
              <a:gd name="connsiteX89" fmla="*/ 3126134 w 12191999"/>
              <a:gd name="connsiteY89" fmla="*/ 6799654 h 6862697"/>
              <a:gd name="connsiteX90" fmla="*/ 3192259 w 12191999"/>
              <a:gd name="connsiteY90" fmla="*/ 5382449 h 6862697"/>
              <a:gd name="connsiteX91" fmla="*/ 819638 w 12191999"/>
              <a:gd name="connsiteY91" fmla="*/ 4267667 h 6862697"/>
              <a:gd name="connsiteX92" fmla="*/ 801429 w 12191999"/>
              <a:gd name="connsiteY92" fmla="*/ 4274139 h 6862697"/>
              <a:gd name="connsiteX93" fmla="*/ 286468 w 12191999"/>
              <a:gd name="connsiteY93" fmla="*/ 4122625 h 6862697"/>
              <a:gd name="connsiteX94" fmla="*/ 275987 w 12191999"/>
              <a:gd name="connsiteY94" fmla="*/ 4109212 h 6862697"/>
              <a:gd name="connsiteX95" fmla="*/ 248153 w 12191999"/>
              <a:gd name="connsiteY95" fmla="*/ 3385986 h 6862697"/>
              <a:gd name="connsiteX96" fmla="*/ 274484 w 12191999"/>
              <a:gd name="connsiteY96" fmla="*/ 3348797 h 6862697"/>
              <a:gd name="connsiteX97" fmla="*/ 277922 w 12191999"/>
              <a:gd name="connsiteY97" fmla="*/ 3346111 h 6862697"/>
              <a:gd name="connsiteX98" fmla="*/ 417802 w 12191999"/>
              <a:gd name="connsiteY98" fmla="*/ 3126037 h 6862697"/>
              <a:gd name="connsiteX99" fmla="*/ 431186 w 12191999"/>
              <a:gd name="connsiteY99" fmla="*/ 3100627 h 6862697"/>
              <a:gd name="connsiteX100" fmla="*/ 476191 w 12191999"/>
              <a:gd name="connsiteY100" fmla="*/ 3010074 h 6862697"/>
              <a:gd name="connsiteX101" fmla="*/ 493447 w 12191999"/>
              <a:gd name="connsiteY101" fmla="*/ 2973325 h 6862697"/>
              <a:gd name="connsiteX102" fmla="*/ 529405 w 12191999"/>
              <a:gd name="connsiteY102" fmla="*/ 2893163 h 6862697"/>
              <a:gd name="connsiteX103" fmla="*/ 535425 w 12191999"/>
              <a:gd name="connsiteY103" fmla="*/ 2879598 h 6862697"/>
              <a:gd name="connsiteX104" fmla="*/ 565611 w 12191999"/>
              <a:gd name="connsiteY104" fmla="*/ 2803393 h 6862697"/>
              <a:gd name="connsiteX105" fmla="*/ 572003 w 12191999"/>
              <a:gd name="connsiteY105" fmla="*/ 2786765 h 6862697"/>
              <a:gd name="connsiteX106" fmla="*/ 603154 w 12191999"/>
              <a:gd name="connsiteY106" fmla="*/ 2697623 h 6862697"/>
              <a:gd name="connsiteX107" fmla="*/ 611785 w 12191999"/>
              <a:gd name="connsiteY107" fmla="*/ 2670386 h 6862697"/>
              <a:gd name="connsiteX108" fmla="*/ 641603 w 12191999"/>
              <a:gd name="connsiteY108" fmla="*/ 2566773 h 6862697"/>
              <a:gd name="connsiteX109" fmla="*/ 646233 w 12191999"/>
              <a:gd name="connsiteY109" fmla="*/ 2549309 h 6862697"/>
              <a:gd name="connsiteX110" fmla="*/ 669293 w 12191999"/>
              <a:gd name="connsiteY110" fmla="*/ 2452640 h 6862697"/>
              <a:gd name="connsiteX111" fmla="*/ 672668 w 12191999"/>
              <a:gd name="connsiteY111" fmla="*/ 2437819 h 6862697"/>
              <a:gd name="connsiteX112" fmla="*/ 674334 w 12191999"/>
              <a:gd name="connsiteY112" fmla="*/ 2429317 h 6862697"/>
              <a:gd name="connsiteX113" fmla="*/ 693659 w 12191999"/>
              <a:gd name="connsiteY113" fmla="*/ 2325038 h 6862697"/>
              <a:gd name="connsiteX114" fmla="*/ 699095 w 12191999"/>
              <a:gd name="connsiteY114" fmla="*/ 2290883 h 6862697"/>
              <a:gd name="connsiteX115" fmla="*/ 709032 w 12191999"/>
              <a:gd name="connsiteY115" fmla="*/ 2214992 h 6862697"/>
              <a:gd name="connsiteX116" fmla="*/ 714478 w 12191999"/>
              <a:gd name="connsiteY116" fmla="*/ 2168087 h 6862697"/>
              <a:gd name="connsiteX117" fmla="*/ 721265 w 12191999"/>
              <a:gd name="connsiteY117" fmla="*/ 2087456 h 6862697"/>
              <a:gd name="connsiteX118" fmla="*/ 722598 w 12191999"/>
              <a:gd name="connsiteY118" fmla="*/ 2031027 h 6862697"/>
              <a:gd name="connsiteX119" fmla="*/ 724440 w 12191999"/>
              <a:gd name="connsiteY119" fmla="*/ 1983059 h 6862697"/>
              <a:gd name="connsiteX120" fmla="*/ 725068 w 12191999"/>
              <a:gd name="connsiteY120" fmla="*/ 1886747 h 6862697"/>
              <a:gd name="connsiteX121" fmla="*/ 724252 w 12191999"/>
              <a:gd name="connsiteY121" fmla="*/ 1845290 h 6862697"/>
              <a:gd name="connsiteX122" fmla="*/ 721741 w 12191999"/>
              <a:gd name="connsiteY122" fmla="*/ 1784663 h 6862697"/>
              <a:gd name="connsiteX123" fmla="*/ 718501 w 12191999"/>
              <a:gd name="connsiteY123" fmla="*/ 1740116 h 6862697"/>
              <a:gd name="connsiteX124" fmla="*/ 710847 w 12191999"/>
              <a:gd name="connsiteY124" fmla="*/ 1653045 h 6862697"/>
              <a:gd name="connsiteX125" fmla="*/ 704326 w 12191999"/>
              <a:gd name="connsiteY125" fmla="*/ 1597211 h 6862697"/>
              <a:gd name="connsiteX126" fmla="*/ 697638 w 12191999"/>
              <a:gd name="connsiteY126" fmla="*/ 1550371 h 6862697"/>
              <a:gd name="connsiteX127" fmla="*/ 683641 w 12191999"/>
              <a:gd name="connsiteY127" fmla="*/ 1469365 h 6862697"/>
              <a:gd name="connsiteX128" fmla="*/ 679297 w 12191999"/>
              <a:gd name="connsiteY128" fmla="*/ 1443955 h 6862697"/>
              <a:gd name="connsiteX129" fmla="*/ 658601 w 12191999"/>
              <a:gd name="connsiteY129" fmla="*/ 1346581 h 6862697"/>
              <a:gd name="connsiteX130" fmla="*/ 653192 w 12191999"/>
              <a:gd name="connsiteY130" fmla="*/ 1324774 h 6862697"/>
              <a:gd name="connsiteX131" fmla="*/ 330792 w 12191999"/>
              <a:gd name="connsiteY131" fmla="*/ 579693 h 6862697"/>
              <a:gd name="connsiteX132" fmla="*/ 322731 w 12191999"/>
              <a:gd name="connsiteY132" fmla="*/ 569376 h 6862697"/>
              <a:gd name="connsiteX133" fmla="*/ 263125 w 12191999"/>
              <a:gd name="connsiteY133" fmla="*/ 482465 h 6862697"/>
              <a:gd name="connsiteX134" fmla="*/ 257750 w 12191999"/>
              <a:gd name="connsiteY134" fmla="*/ 475586 h 6862697"/>
              <a:gd name="connsiteX135" fmla="*/ 199707 w 12191999"/>
              <a:gd name="connsiteY135" fmla="*/ 401302 h 6862697"/>
              <a:gd name="connsiteX136" fmla="*/ 192989 w 12191999"/>
              <a:gd name="connsiteY136" fmla="*/ 392704 h 6862697"/>
              <a:gd name="connsiteX137" fmla="*/ 144350 w 12191999"/>
              <a:gd name="connsiteY137" fmla="*/ 330455 h 6862697"/>
              <a:gd name="connsiteX138" fmla="*/ 117478 w 12191999"/>
              <a:gd name="connsiteY138" fmla="*/ 296063 h 6862697"/>
              <a:gd name="connsiteX139" fmla="*/ 60262 w 12191999"/>
              <a:gd name="connsiteY139" fmla="*/ 232762 h 6862697"/>
              <a:gd name="connsiteX140" fmla="*/ 34747 w 12191999"/>
              <a:gd name="connsiteY140" fmla="*/ 205065 h 6862697"/>
              <a:gd name="connsiteX141" fmla="*/ 0 w 12191999"/>
              <a:gd name="connsiteY141" fmla="*/ 170596 h 6862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1999" h="6862697">
                <a:moveTo>
                  <a:pt x="12191999" y="2251579"/>
                </a:moveTo>
                <a:lnTo>
                  <a:pt x="12191999" y="6862697"/>
                </a:lnTo>
                <a:lnTo>
                  <a:pt x="6067946" y="6862697"/>
                </a:lnTo>
                <a:lnTo>
                  <a:pt x="6134284" y="6774576"/>
                </a:lnTo>
                <a:cubicBezTo>
                  <a:pt x="6351712" y="6529837"/>
                  <a:pt x="6664892" y="6376123"/>
                  <a:pt x="7009041" y="6366151"/>
                </a:cubicBezTo>
                <a:lnTo>
                  <a:pt x="7044407" y="6366035"/>
                </a:lnTo>
                <a:cubicBezTo>
                  <a:pt x="7351660" y="6359580"/>
                  <a:pt x="7657472" y="6323484"/>
                  <a:pt x="7957935" y="6258988"/>
                </a:cubicBezTo>
                <a:lnTo>
                  <a:pt x="7982500" y="6254408"/>
                </a:lnTo>
                <a:cubicBezTo>
                  <a:pt x="8020070" y="6247403"/>
                  <a:pt x="8057580" y="6237415"/>
                  <a:pt x="8094700" y="6227999"/>
                </a:cubicBezTo>
                <a:lnTo>
                  <a:pt x="8150513" y="6214604"/>
                </a:lnTo>
                <a:lnTo>
                  <a:pt x="8234027" y="6192054"/>
                </a:lnTo>
                <a:lnTo>
                  <a:pt x="8314949" y="6168987"/>
                </a:lnTo>
                <a:lnTo>
                  <a:pt x="8338069" y="6164676"/>
                </a:lnTo>
                <a:lnTo>
                  <a:pt x="8376665" y="6152497"/>
                </a:lnTo>
                <a:lnTo>
                  <a:pt x="8473068" y="6121563"/>
                </a:lnTo>
                <a:lnTo>
                  <a:pt x="8515246" y="6107217"/>
                </a:lnTo>
                <a:cubicBezTo>
                  <a:pt x="8552700" y="6094253"/>
                  <a:pt x="8590157" y="6081289"/>
                  <a:pt x="8626948" y="6067449"/>
                </a:cubicBezTo>
                <a:lnTo>
                  <a:pt x="8653986" y="6057426"/>
                </a:lnTo>
                <a:cubicBezTo>
                  <a:pt x="8695416" y="6041724"/>
                  <a:pt x="8736363" y="6026119"/>
                  <a:pt x="8777130" y="6009544"/>
                </a:cubicBezTo>
                <a:lnTo>
                  <a:pt x="8793271" y="6002548"/>
                </a:lnTo>
                <a:cubicBezTo>
                  <a:pt x="8839639" y="5983932"/>
                  <a:pt x="8880138" y="5965915"/>
                  <a:pt x="8923435" y="5946878"/>
                </a:cubicBezTo>
                <a:lnTo>
                  <a:pt x="8933973" y="5941921"/>
                </a:lnTo>
                <a:cubicBezTo>
                  <a:pt x="8980072" y="5921861"/>
                  <a:pt x="9022141" y="5901557"/>
                  <a:pt x="9065565" y="5880501"/>
                </a:cubicBezTo>
                <a:lnTo>
                  <a:pt x="9075621" y="5875639"/>
                </a:lnTo>
                <a:cubicBezTo>
                  <a:pt x="9121452" y="5854135"/>
                  <a:pt x="9161803" y="5832653"/>
                  <a:pt x="9203988" y="5810332"/>
                </a:cubicBezTo>
                <a:lnTo>
                  <a:pt x="9218507" y="5802643"/>
                </a:lnTo>
                <a:cubicBezTo>
                  <a:pt x="9258859" y="5781162"/>
                  <a:pt x="9299116" y="5759205"/>
                  <a:pt x="9338807" y="5736850"/>
                </a:cubicBezTo>
                <a:lnTo>
                  <a:pt x="9362236" y="5723508"/>
                </a:lnTo>
                <a:lnTo>
                  <a:pt x="9470411" y="5659478"/>
                </a:lnTo>
                <a:lnTo>
                  <a:pt x="9506162" y="5637365"/>
                </a:lnTo>
                <a:cubicBezTo>
                  <a:pt x="9537449" y="5618073"/>
                  <a:pt x="9568165" y="5598389"/>
                  <a:pt x="9598798" y="5578227"/>
                </a:cubicBezTo>
                <a:cubicBezTo>
                  <a:pt x="9615753" y="5567590"/>
                  <a:pt x="9632529" y="5555986"/>
                  <a:pt x="9649395" y="5544871"/>
                </a:cubicBezTo>
                <a:lnTo>
                  <a:pt x="9724626" y="5493956"/>
                </a:lnTo>
                <a:lnTo>
                  <a:pt x="9790587" y="5446771"/>
                </a:lnTo>
                <a:lnTo>
                  <a:pt x="9847153" y="5405324"/>
                </a:lnTo>
                <a:cubicBezTo>
                  <a:pt x="9874320" y="5385304"/>
                  <a:pt x="9901308" y="5364325"/>
                  <a:pt x="9928297" y="5343347"/>
                </a:cubicBezTo>
                <a:lnTo>
                  <a:pt x="9966549" y="5313283"/>
                </a:lnTo>
                <a:cubicBezTo>
                  <a:pt x="9999170" y="5287762"/>
                  <a:pt x="10030737" y="5261945"/>
                  <a:pt x="10062215" y="5235641"/>
                </a:cubicBezTo>
                <a:lnTo>
                  <a:pt x="10083781" y="5217662"/>
                </a:lnTo>
                <a:cubicBezTo>
                  <a:pt x="10119934" y="5186999"/>
                  <a:pt x="10155238" y="5154498"/>
                  <a:pt x="10190902" y="5123926"/>
                </a:cubicBezTo>
                <a:lnTo>
                  <a:pt x="10198193" y="5117584"/>
                </a:lnTo>
                <a:cubicBezTo>
                  <a:pt x="10430388" y="4908817"/>
                  <a:pt x="10641545" y="4678061"/>
                  <a:pt x="10829297" y="4428741"/>
                </a:cubicBezTo>
                <a:cubicBezTo>
                  <a:pt x="10858530" y="4390401"/>
                  <a:pt x="10886707" y="4351752"/>
                  <a:pt x="10914408" y="4313191"/>
                </a:cubicBezTo>
                <a:lnTo>
                  <a:pt x="10925472" y="4297678"/>
                </a:lnTo>
                <a:cubicBezTo>
                  <a:pt x="10949462" y="4263295"/>
                  <a:pt x="10972971" y="4229009"/>
                  <a:pt x="10995907" y="4194331"/>
                </a:cubicBezTo>
                <a:lnTo>
                  <a:pt x="11010405" y="4173187"/>
                </a:lnTo>
                <a:lnTo>
                  <a:pt x="11018067" y="4160796"/>
                </a:lnTo>
                <a:cubicBezTo>
                  <a:pt x="11037780" y="4130204"/>
                  <a:pt x="11057013" y="4099702"/>
                  <a:pt x="11075764" y="4069298"/>
                </a:cubicBezTo>
                <a:lnTo>
                  <a:pt x="11108686" y="4013319"/>
                </a:lnTo>
                <a:lnTo>
                  <a:pt x="11149476" y="3943414"/>
                </a:lnTo>
                <a:cubicBezTo>
                  <a:pt x="11165003" y="3917090"/>
                  <a:pt x="11179959" y="3890379"/>
                  <a:pt x="11194909" y="3863669"/>
                </a:cubicBezTo>
                <a:lnTo>
                  <a:pt x="11218247" y="3820441"/>
                </a:lnTo>
                <a:cubicBezTo>
                  <a:pt x="11238331" y="3783807"/>
                  <a:pt x="11257932" y="3747256"/>
                  <a:pt x="11276389" y="3709921"/>
                </a:cubicBezTo>
                <a:cubicBezTo>
                  <a:pt x="11278647" y="3706014"/>
                  <a:pt x="11280911" y="3702100"/>
                  <a:pt x="11282597" y="3697800"/>
                </a:cubicBezTo>
                <a:cubicBezTo>
                  <a:pt x="11398581" y="3469837"/>
                  <a:pt x="11495939" y="3232887"/>
                  <a:pt x="11573592" y="2989149"/>
                </a:cubicBezTo>
                <a:cubicBezTo>
                  <a:pt x="11576919" y="2977565"/>
                  <a:pt x="11580332" y="2966465"/>
                  <a:pt x="11584224" y="2955267"/>
                </a:cubicBezTo>
                <a:cubicBezTo>
                  <a:pt x="11669989" y="2693568"/>
                  <a:pt x="11838457" y="2477126"/>
                  <a:pt x="12054247" y="2330045"/>
                </a:cubicBezTo>
                <a:close/>
                <a:moveTo>
                  <a:pt x="11562019" y="0"/>
                </a:moveTo>
                <a:lnTo>
                  <a:pt x="12191999" y="0"/>
                </a:lnTo>
                <a:lnTo>
                  <a:pt x="12191999" y="1323014"/>
                </a:lnTo>
                <a:lnTo>
                  <a:pt x="12111088" y="1263725"/>
                </a:lnTo>
                <a:cubicBezTo>
                  <a:pt x="11913523" y="1092920"/>
                  <a:pt x="11770901" y="858605"/>
                  <a:pt x="11715611" y="588818"/>
                </a:cubicBezTo>
                <a:cubicBezTo>
                  <a:pt x="11713455" y="577260"/>
                  <a:pt x="11711300" y="565701"/>
                  <a:pt x="11709145" y="554142"/>
                </a:cubicBezTo>
                <a:cubicBezTo>
                  <a:pt x="11686460" y="439505"/>
                  <a:pt x="11659695" y="325996"/>
                  <a:pt x="11628953" y="213811"/>
                </a:cubicBezTo>
                <a:close/>
                <a:moveTo>
                  <a:pt x="0" y="0"/>
                </a:moveTo>
                <a:lnTo>
                  <a:pt x="2316798" y="0"/>
                </a:lnTo>
                <a:lnTo>
                  <a:pt x="2209189" y="385330"/>
                </a:lnTo>
                <a:lnTo>
                  <a:pt x="2210178" y="390634"/>
                </a:lnTo>
                <a:cubicBezTo>
                  <a:pt x="2200293" y="433841"/>
                  <a:pt x="2190980" y="477441"/>
                  <a:pt x="2181755" y="521524"/>
                </a:cubicBezTo>
                <a:cubicBezTo>
                  <a:pt x="2177552" y="541745"/>
                  <a:pt x="2173438" y="562450"/>
                  <a:pt x="2169807" y="583063"/>
                </a:cubicBezTo>
                <a:cubicBezTo>
                  <a:pt x="2166174" y="603677"/>
                  <a:pt x="2161972" y="623899"/>
                  <a:pt x="2158338" y="644507"/>
                </a:cubicBezTo>
                <a:cubicBezTo>
                  <a:pt x="2016082" y="1431582"/>
                  <a:pt x="2071243" y="2241657"/>
                  <a:pt x="2318815" y="3001889"/>
                </a:cubicBezTo>
                <a:cubicBezTo>
                  <a:pt x="2321150" y="3014412"/>
                  <a:pt x="2326857" y="3026308"/>
                  <a:pt x="2331118" y="3038472"/>
                </a:cubicBezTo>
                <a:cubicBezTo>
                  <a:pt x="2340360" y="3066650"/>
                  <a:pt x="2350171" y="3095222"/>
                  <a:pt x="2360468" y="3123704"/>
                </a:cubicBezTo>
                <a:cubicBezTo>
                  <a:pt x="2365750" y="3138670"/>
                  <a:pt x="2371032" y="3153632"/>
                  <a:pt x="2377154" y="3170431"/>
                </a:cubicBezTo>
                <a:cubicBezTo>
                  <a:pt x="2393840" y="3217160"/>
                  <a:pt x="2411973" y="3263618"/>
                  <a:pt x="2430105" y="3310076"/>
                </a:cubicBezTo>
                <a:cubicBezTo>
                  <a:pt x="2437372" y="3327659"/>
                  <a:pt x="2444067" y="3344852"/>
                  <a:pt x="2451244" y="3361954"/>
                </a:cubicBezTo>
                <a:cubicBezTo>
                  <a:pt x="2458417" y="3379056"/>
                  <a:pt x="2471302" y="3408053"/>
                  <a:pt x="2482112" y="3433950"/>
                </a:cubicBezTo>
                <a:lnTo>
                  <a:pt x="2505536" y="3487398"/>
                </a:lnTo>
                <a:lnTo>
                  <a:pt x="2538600" y="3560475"/>
                </a:lnTo>
                <a:lnTo>
                  <a:pt x="2560584" y="3606215"/>
                </a:lnTo>
                <a:cubicBezTo>
                  <a:pt x="2604074" y="3697785"/>
                  <a:pt x="2649644" y="3784481"/>
                  <a:pt x="2698197" y="3871116"/>
                </a:cubicBezTo>
                <a:cubicBezTo>
                  <a:pt x="2702612" y="3878767"/>
                  <a:pt x="2706458" y="3886027"/>
                  <a:pt x="2710783" y="3893190"/>
                </a:cubicBezTo>
                <a:cubicBezTo>
                  <a:pt x="2951978" y="4320691"/>
                  <a:pt x="3256190" y="4709531"/>
                  <a:pt x="3613067" y="5046184"/>
                </a:cubicBezTo>
                <a:cubicBezTo>
                  <a:pt x="3932261" y="5347002"/>
                  <a:pt x="4290773" y="5602617"/>
                  <a:pt x="4678925" y="5806842"/>
                </a:cubicBezTo>
                <a:cubicBezTo>
                  <a:pt x="4689816" y="5811791"/>
                  <a:pt x="4700315" y="5817309"/>
                  <a:pt x="4710813" y="5822828"/>
                </a:cubicBezTo>
                <a:cubicBezTo>
                  <a:pt x="5074927" y="6018083"/>
                  <a:pt x="5306457" y="6378516"/>
                  <a:pt x="5346042" y="6772637"/>
                </a:cubicBezTo>
                <a:lnTo>
                  <a:pt x="5351367" y="6862697"/>
                </a:lnTo>
                <a:lnTo>
                  <a:pt x="3092752" y="6862697"/>
                </a:lnTo>
                <a:lnTo>
                  <a:pt x="3126134" y="6799654"/>
                </a:lnTo>
                <a:cubicBezTo>
                  <a:pt x="3327872" y="6370324"/>
                  <a:pt x="3365823" y="5864027"/>
                  <a:pt x="3192259" y="5382449"/>
                </a:cubicBezTo>
                <a:cubicBezTo>
                  <a:pt x="2844791" y="4419561"/>
                  <a:pt x="1782798" y="3920261"/>
                  <a:pt x="819638" y="4267667"/>
                </a:cubicBezTo>
                <a:cubicBezTo>
                  <a:pt x="813747" y="4270052"/>
                  <a:pt x="807588" y="4272096"/>
                  <a:pt x="801429" y="4274139"/>
                </a:cubicBezTo>
                <a:cubicBezTo>
                  <a:pt x="614971" y="4338187"/>
                  <a:pt x="408510" y="4277400"/>
                  <a:pt x="286468" y="4122625"/>
                </a:cubicBezTo>
                <a:lnTo>
                  <a:pt x="275987" y="4109212"/>
                </a:lnTo>
                <a:cubicBezTo>
                  <a:pt x="111959" y="3899286"/>
                  <a:pt x="100836" y="3607885"/>
                  <a:pt x="248153" y="3385986"/>
                </a:cubicBezTo>
                <a:cubicBezTo>
                  <a:pt x="256470" y="3373231"/>
                  <a:pt x="265130" y="3360926"/>
                  <a:pt x="274484" y="3348797"/>
                </a:cubicBezTo>
                <a:lnTo>
                  <a:pt x="277922" y="3346111"/>
                </a:lnTo>
                <a:cubicBezTo>
                  <a:pt x="328294" y="3275181"/>
                  <a:pt x="375001" y="3201688"/>
                  <a:pt x="417802" y="3126037"/>
                </a:cubicBezTo>
                <a:lnTo>
                  <a:pt x="431186" y="3100627"/>
                </a:lnTo>
                <a:cubicBezTo>
                  <a:pt x="445852" y="3069779"/>
                  <a:pt x="461594" y="3040309"/>
                  <a:pt x="476191" y="3010074"/>
                </a:cubicBezTo>
                <a:lnTo>
                  <a:pt x="493447" y="2973325"/>
                </a:lnTo>
                <a:cubicBezTo>
                  <a:pt x="505407" y="2946810"/>
                  <a:pt x="517984" y="2920366"/>
                  <a:pt x="529405" y="2893163"/>
                </a:cubicBezTo>
                <a:cubicBezTo>
                  <a:pt x="531232" y="2888413"/>
                  <a:pt x="533596" y="2884352"/>
                  <a:pt x="535425" y="2879598"/>
                </a:cubicBezTo>
                <a:cubicBezTo>
                  <a:pt x="546008" y="2854160"/>
                  <a:pt x="556251" y="2828986"/>
                  <a:pt x="565611" y="2803393"/>
                </a:cubicBezTo>
                <a:lnTo>
                  <a:pt x="572003" y="2786765"/>
                </a:lnTo>
                <a:cubicBezTo>
                  <a:pt x="582772" y="2757307"/>
                  <a:pt x="593270" y="2727503"/>
                  <a:pt x="603154" y="2697623"/>
                </a:cubicBezTo>
                <a:lnTo>
                  <a:pt x="611785" y="2670386"/>
                </a:lnTo>
                <a:cubicBezTo>
                  <a:pt x="622736" y="2636903"/>
                  <a:pt x="632339" y="2601705"/>
                  <a:pt x="641603" y="2566773"/>
                </a:cubicBezTo>
                <a:lnTo>
                  <a:pt x="646233" y="2549309"/>
                </a:lnTo>
                <a:cubicBezTo>
                  <a:pt x="654238" y="2517023"/>
                  <a:pt x="662245" y="2484732"/>
                  <a:pt x="669293" y="2452640"/>
                </a:cubicBezTo>
                <a:lnTo>
                  <a:pt x="672668" y="2437819"/>
                </a:lnTo>
                <a:lnTo>
                  <a:pt x="674334" y="2429317"/>
                </a:lnTo>
                <a:cubicBezTo>
                  <a:pt x="681683" y="2394772"/>
                  <a:pt x="688151" y="2359810"/>
                  <a:pt x="693659" y="2325038"/>
                </a:cubicBezTo>
                <a:lnTo>
                  <a:pt x="699095" y="2290883"/>
                </a:lnTo>
                <a:lnTo>
                  <a:pt x="709032" y="2214992"/>
                </a:lnTo>
                <a:lnTo>
                  <a:pt x="714478" y="2168087"/>
                </a:lnTo>
                <a:lnTo>
                  <a:pt x="721265" y="2087456"/>
                </a:lnTo>
                <a:lnTo>
                  <a:pt x="722598" y="2031027"/>
                </a:lnTo>
                <a:lnTo>
                  <a:pt x="724440" y="1983059"/>
                </a:lnTo>
                <a:cubicBezTo>
                  <a:pt x="725287" y="1950826"/>
                  <a:pt x="725181" y="1918787"/>
                  <a:pt x="725068" y="1886747"/>
                </a:cubicBezTo>
                <a:lnTo>
                  <a:pt x="724252" y="1845290"/>
                </a:lnTo>
                <a:lnTo>
                  <a:pt x="721741" y="1784663"/>
                </a:lnTo>
                <a:lnTo>
                  <a:pt x="718501" y="1740116"/>
                </a:lnTo>
                <a:cubicBezTo>
                  <a:pt x="716182" y="1710911"/>
                  <a:pt x="713859" y="1681709"/>
                  <a:pt x="710847" y="1653045"/>
                </a:cubicBezTo>
                <a:lnTo>
                  <a:pt x="704326" y="1597211"/>
                </a:lnTo>
                <a:lnTo>
                  <a:pt x="697638" y="1550371"/>
                </a:lnTo>
                <a:cubicBezTo>
                  <a:pt x="693523" y="1523124"/>
                  <a:pt x="688714" y="1496418"/>
                  <a:pt x="683641" y="1469365"/>
                </a:cubicBezTo>
                <a:lnTo>
                  <a:pt x="679297" y="1443955"/>
                </a:lnTo>
                <a:cubicBezTo>
                  <a:pt x="673404" y="1410896"/>
                  <a:pt x="666479" y="1378643"/>
                  <a:pt x="658601" y="1346581"/>
                </a:cubicBezTo>
                <a:lnTo>
                  <a:pt x="653192" y="1324774"/>
                </a:lnTo>
                <a:cubicBezTo>
                  <a:pt x="587748" y="1060252"/>
                  <a:pt x="478622" y="808591"/>
                  <a:pt x="330792" y="579693"/>
                </a:cubicBezTo>
                <a:lnTo>
                  <a:pt x="322731" y="569376"/>
                </a:lnTo>
                <a:cubicBezTo>
                  <a:pt x="303638" y="539983"/>
                  <a:pt x="284891" y="510322"/>
                  <a:pt x="263125" y="482465"/>
                </a:cubicBezTo>
                <a:lnTo>
                  <a:pt x="257750" y="475586"/>
                </a:lnTo>
                <a:cubicBezTo>
                  <a:pt x="238402" y="450825"/>
                  <a:pt x="219054" y="426062"/>
                  <a:pt x="199707" y="401302"/>
                </a:cubicBezTo>
                <a:lnTo>
                  <a:pt x="192989" y="392704"/>
                </a:lnTo>
                <a:cubicBezTo>
                  <a:pt x="176864" y="372067"/>
                  <a:pt x="160742" y="351433"/>
                  <a:pt x="144350" y="330455"/>
                </a:cubicBezTo>
                <a:lnTo>
                  <a:pt x="117478" y="296063"/>
                </a:lnTo>
                <a:cubicBezTo>
                  <a:pt x="98982" y="274511"/>
                  <a:pt x="79449" y="253770"/>
                  <a:pt x="60262" y="232762"/>
                </a:cubicBezTo>
                <a:lnTo>
                  <a:pt x="34747" y="205065"/>
                </a:lnTo>
                <a:lnTo>
                  <a:pt x="0" y="170596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656332" y="4220890"/>
            <a:ext cx="5904000" cy="576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aseline="0"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  <a:br>
              <a:rPr lang="en-US" noProof="0" dirty="0"/>
            </a:br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56332" y="3500882"/>
            <a:ext cx="5904000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Subtitle and other information of this presentation</a:t>
            </a:r>
            <a:endParaRPr lang="en-US" dirty="0"/>
          </a:p>
          <a:p>
            <a:pPr lvl="0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656332" y="2108469"/>
            <a:ext cx="5904000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solidFill>
                  <a:schemeClr val="accent4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2" name="Logo Merck"/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4" name="Freeform 6"/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3" name="Freeform 5"/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2504D60F-03BA-4FD7-B366-171F692AC7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9376" y="5251086"/>
            <a:ext cx="2520000" cy="127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929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72E51C3F-45BF-4228-9D36-14DF5EDD228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DAADC5EB-60BE-4A4A-82C6-321BFA27F17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" y="0"/>
            <a:ext cx="8171891" cy="6858000"/>
          </a:xfrm>
          <a:custGeom>
            <a:avLst/>
            <a:gdLst>
              <a:gd name="connsiteX0" fmla="*/ 3582450 w 8171891"/>
              <a:gd name="connsiteY0" fmla="*/ 0 h 6858000"/>
              <a:gd name="connsiteX1" fmla="*/ 4024204 w 8171891"/>
              <a:gd name="connsiteY1" fmla="*/ 0 h 6858000"/>
              <a:gd name="connsiteX2" fmla="*/ 4012758 w 8171891"/>
              <a:gd name="connsiteY2" fmla="*/ 24610 h 6858000"/>
              <a:gd name="connsiteX3" fmla="*/ 4010258 w 8171891"/>
              <a:gd name="connsiteY3" fmla="*/ 31747 h 6858000"/>
              <a:gd name="connsiteX4" fmla="*/ 4278594 w 8171891"/>
              <a:gd name="connsiteY4" fmla="*/ 908834 h 6858000"/>
              <a:gd name="connsiteX5" fmla="*/ 4295364 w 8171891"/>
              <a:gd name="connsiteY5" fmla="*/ 920965 h 6858000"/>
              <a:gd name="connsiteX6" fmla="*/ 4523383 w 8171891"/>
              <a:gd name="connsiteY6" fmla="*/ 1099379 h 6858000"/>
              <a:gd name="connsiteX7" fmla="*/ 4528375 w 8171891"/>
              <a:gd name="connsiteY7" fmla="*/ 1103661 h 6858000"/>
              <a:gd name="connsiteX8" fmla="*/ 4964419 w 8171891"/>
              <a:gd name="connsiteY8" fmla="*/ 1566112 h 6858000"/>
              <a:gd name="connsiteX9" fmla="*/ 4969063 w 8171891"/>
              <a:gd name="connsiteY9" fmla="*/ 1571823 h 6858000"/>
              <a:gd name="connsiteX10" fmla="*/ 4993325 w 8171891"/>
              <a:gd name="connsiteY10" fmla="*/ 1603936 h 6858000"/>
              <a:gd name="connsiteX11" fmla="*/ 5072540 w 8171891"/>
              <a:gd name="connsiteY11" fmla="*/ 1718479 h 6858000"/>
              <a:gd name="connsiteX12" fmla="*/ 5083604 w 8171891"/>
              <a:gd name="connsiteY12" fmla="*/ 1734892 h 6858000"/>
              <a:gd name="connsiteX13" fmla="*/ 5117144 w 8171891"/>
              <a:gd name="connsiteY13" fmla="*/ 1788061 h 6858000"/>
              <a:gd name="connsiteX14" fmla="*/ 5138200 w 8171891"/>
              <a:gd name="connsiteY14" fmla="*/ 1821603 h 6858000"/>
              <a:gd name="connsiteX15" fmla="*/ 5158890 w 8171891"/>
              <a:gd name="connsiteY15" fmla="*/ 1857286 h 6858000"/>
              <a:gd name="connsiteX16" fmla="*/ 5188509 w 8171891"/>
              <a:gd name="connsiteY16" fmla="*/ 1908668 h 6858000"/>
              <a:gd name="connsiteX17" fmla="*/ 5197787 w 8171891"/>
              <a:gd name="connsiteY17" fmla="*/ 1925440 h 6858000"/>
              <a:gd name="connsiteX18" fmla="*/ 5027936 w 8171891"/>
              <a:gd name="connsiteY18" fmla="*/ 5140116 h 6858000"/>
              <a:gd name="connsiteX19" fmla="*/ 5089310 w 8171891"/>
              <a:gd name="connsiteY19" fmla="*/ 6046818 h 6858000"/>
              <a:gd name="connsiteX20" fmla="*/ 5096087 w 8171891"/>
              <a:gd name="connsiteY20" fmla="*/ 6054667 h 6858000"/>
              <a:gd name="connsiteX21" fmla="*/ 5671301 w 8171891"/>
              <a:gd name="connsiteY21" fmla="*/ 6192762 h 6858000"/>
              <a:gd name="connsiteX22" fmla="*/ 5706984 w 8171891"/>
              <a:gd name="connsiteY22" fmla="*/ 6177416 h 6858000"/>
              <a:gd name="connsiteX23" fmla="*/ 5749444 w 8171891"/>
              <a:gd name="connsiteY23" fmla="*/ 6159932 h 6858000"/>
              <a:gd name="connsiteX24" fmla="*/ 5771929 w 8171891"/>
              <a:gd name="connsiteY24" fmla="*/ 6150654 h 6858000"/>
              <a:gd name="connsiteX25" fmla="*/ 5843295 w 8171891"/>
              <a:gd name="connsiteY25" fmla="*/ 6123892 h 6858000"/>
              <a:gd name="connsiteX26" fmla="*/ 5870772 w 8171891"/>
              <a:gd name="connsiteY26" fmla="*/ 6114259 h 6858000"/>
              <a:gd name="connsiteX27" fmla="*/ 5937851 w 8171891"/>
              <a:gd name="connsiteY27" fmla="*/ 6092491 h 6858000"/>
              <a:gd name="connsiteX28" fmla="*/ 5973534 w 8171891"/>
              <a:gd name="connsiteY28" fmla="*/ 6082501 h 6858000"/>
              <a:gd name="connsiteX29" fmla="*/ 6034551 w 8171891"/>
              <a:gd name="connsiteY29" fmla="*/ 6065374 h 6858000"/>
              <a:gd name="connsiteX30" fmla="*/ 6085575 w 8171891"/>
              <a:gd name="connsiteY30" fmla="*/ 6053955 h 6858000"/>
              <a:gd name="connsiteX31" fmla="*/ 6127687 w 8171891"/>
              <a:gd name="connsiteY31" fmla="*/ 6044320 h 6858000"/>
              <a:gd name="connsiteX32" fmla="*/ 6134822 w 8171891"/>
              <a:gd name="connsiteY32" fmla="*/ 6044320 h 6858000"/>
              <a:gd name="connsiteX33" fmla="*/ 6144814 w 8171891"/>
              <a:gd name="connsiteY33" fmla="*/ 6044320 h 6858000"/>
              <a:gd name="connsiteX34" fmla="*/ 6220457 w 8171891"/>
              <a:gd name="connsiteY34" fmla="*/ 6031117 h 6858000"/>
              <a:gd name="connsiteX35" fmla="*/ 6245085 w 8171891"/>
              <a:gd name="connsiteY35" fmla="*/ 6027550 h 6858000"/>
              <a:gd name="connsiteX36" fmla="*/ 6326792 w 8171891"/>
              <a:gd name="connsiteY36" fmla="*/ 6017558 h 6858000"/>
              <a:gd name="connsiteX37" fmla="*/ 6351420 w 8171891"/>
              <a:gd name="connsiteY37" fmla="*/ 6015417 h 6858000"/>
              <a:gd name="connsiteX38" fmla="*/ 6414579 w 8171891"/>
              <a:gd name="connsiteY38" fmla="*/ 6011135 h 6858000"/>
              <a:gd name="connsiteX39" fmla="*/ 6444190 w 8171891"/>
              <a:gd name="connsiteY39" fmla="*/ 6011135 h 6858000"/>
              <a:gd name="connsiteX40" fmla="*/ 6526977 w 8171891"/>
              <a:gd name="connsiteY40" fmla="*/ 6009351 h 6858000"/>
              <a:gd name="connsiteX41" fmla="*/ 6546604 w 8171891"/>
              <a:gd name="connsiteY41" fmla="*/ 6009351 h 6858000"/>
              <a:gd name="connsiteX42" fmla="*/ 6624748 w 8171891"/>
              <a:gd name="connsiteY42" fmla="*/ 6011849 h 6858000"/>
              <a:gd name="connsiteX43" fmla="*/ 6639018 w 8171891"/>
              <a:gd name="connsiteY43" fmla="*/ 6011849 h 6858000"/>
              <a:gd name="connsiteX44" fmla="*/ 8062415 w 8171891"/>
              <a:gd name="connsiteY44" fmla="*/ 6712660 h 6858000"/>
              <a:gd name="connsiteX45" fmla="*/ 8103804 w 8171891"/>
              <a:gd name="connsiteY45" fmla="*/ 6763332 h 6858000"/>
              <a:gd name="connsiteX46" fmla="*/ 8107019 w 8171891"/>
              <a:gd name="connsiteY46" fmla="*/ 6767614 h 6858000"/>
              <a:gd name="connsiteX47" fmla="*/ 8171891 w 8171891"/>
              <a:gd name="connsiteY47" fmla="*/ 6858000 h 6858000"/>
              <a:gd name="connsiteX48" fmla="*/ 4874854 w 8171891"/>
              <a:gd name="connsiteY48" fmla="*/ 6858000 h 6858000"/>
              <a:gd name="connsiteX49" fmla="*/ 4881323 w 8171891"/>
              <a:gd name="connsiteY49" fmla="*/ 6844929 h 6858000"/>
              <a:gd name="connsiteX50" fmla="*/ 4795283 w 8171891"/>
              <a:gd name="connsiteY50" fmla="*/ 6327642 h 6858000"/>
              <a:gd name="connsiteX51" fmla="*/ 4788505 w 8171891"/>
              <a:gd name="connsiteY51" fmla="*/ 6319793 h 6858000"/>
              <a:gd name="connsiteX52" fmla="*/ 3891431 w 8171891"/>
              <a:gd name="connsiteY52" fmla="*/ 6127462 h 6858000"/>
              <a:gd name="connsiteX53" fmla="*/ 3872875 w 8171891"/>
              <a:gd name="connsiteY53" fmla="*/ 6136382 h 6858000"/>
              <a:gd name="connsiteX54" fmla="*/ 3865740 w 8171891"/>
              <a:gd name="connsiteY54" fmla="*/ 6139593 h 6858000"/>
              <a:gd name="connsiteX55" fmla="*/ 3763692 w 8171891"/>
              <a:gd name="connsiteY55" fmla="*/ 6186337 h 6858000"/>
              <a:gd name="connsiteX56" fmla="*/ 3756557 w 8171891"/>
              <a:gd name="connsiteY56" fmla="*/ 6189550 h 6858000"/>
              <a:gd name="connsiteX57" fmla="*/ 3655571 w 8171891"/>
              <a:gd name="connsiteY57" fmla="*/ 6231298 h 6858000"/>
              <a:gd name="connsiteX58" fmla="*/ 3634158 w 8171891"/>
              <a:gd name="connsiteY58" fmla="*/ 6239507 h 6858000"/>
              <a:gd name="connsiteX59" fmla="*/ 3533181 w 8171891"/>
              <a:gd name="connsiteY59" fmla="*/ 6275190 h 6858000"/>
              <a:gd name="connsiteX60" fmla="*/ 3515340 w 8171891"/>
              <a:gd name="connsiteY60" fmla="*/ 6280898 h 6858000"/>
              <a:gd name="connsiteX61" fmla="*/ 1752240 w 8171891"/>
              <a:gd name="connsiteY61" fmla="*/ 6331924 h 6858000"/>
              <a:gd name="connsiteX62" fmla="*/ 1735470 w 8171891"/>
              <a:gd name="connsiteY62" fmla="*/ 6327642 h 6858000"/>
              <a:gd name="connsiteX63" fmla="*/ 1685875 w 8171891"/>
              <a:gd name="connsiteY63" fmla="*/ 6313013 h 6858000"/>
              <a:gd name="connsiteX64" fmla="*/ 949731 w 8171891"/>
              <a:gd name="connsiteY64" fmla="*/ 5983301 h 6858000"/>
              <a:gd name="connsiteX65" fmla="*/ 790943 w 8171891"/>
              <a:gd name="connsiteY65" fmla="*/ 5876252 h 6858000"/>
              <a:gd name="connsiteX66" fmla="*/ 755261 w 8171891"/>
              <a:gd name="connsiteY66" fmla="*/ 5850919 h 6858000"/>
              <a:gd name="connsiteX67" fmla="*/ 727070 w 8171891"/>
              <a:gd name="connsiteY67" fmla="*/ 5829865 h 6858000"/>
              <a:gd name="connsiteX68" fmla="*/ 680684 w 8171891"/>
              <a:gd name="connsiteY68" fmla="*/ 5794182 h 6858000"/>
              <a:gd name="connsiteX69" fmla="*/ 661057 w 8171891"/>
              <a:gd name="connsiteY69" fmla="*/ 5778839 h 6858000"/>
              <a:gd name="connsiteX70" fmla="*/ 251775 w 8171891"/>
              <a:gd name="connsiteY70" fmla="*/ 5386327 h 6858000"/>
              <a:gd name="connsiteX71" fmla="*/ 249632 w 8171891"/>
              <a:gd name="connsiteY71" fmla="*/ 5384186 h 6858000"/>
              <a:gd name="connsiteX72" fmla="*/ 160067 w 8171891"/>
              <a:gd name="connsiteY72" fmla="*/ 5274282 h 6858000"/>
              <a:gd name="connsiteX73" fmla="*/ 145440 w 8171891"/>
              <a:gd name="connsiteY73" fmla="*/ 5255371 h 6858000"/>
              <a:gd name="connsiteX74" fmla="*/ 76927 w 8171891"/>
              <a:gd name="connsiteY74" fmla="*/ 5162239 h 6858000"/>
              <a:gd name="connsiteX75" fmla="*/ 45169 w 8171891"/>
              <a:gd name="connsiteY75" fmla="*/ 5116564 h 6858000"/>
              <a:gd name="connsiteX76" fmla="*/ 1637 w 8171891"/>
              <a:gd name="connsiteY76" fmla="*/ 5050909 h 6858000"/>
              <a:gd name="connsiteX77" fmla="*/ 0 w 8171891"/>
              <a:gd name="connsiteY77" fmla="*/ 5048101 h 6858000"/>
              <a:gd name="connsiteX78" fmla="*/ 0 w 8171891"/>
              <a:gd name="connsiteY78" fmla="*/ 1766380 h 6858000"/>
              <a:gd name="connsiteX79" fmla="*/ 12119 w 8171891"/>
              <a:gd name="connsiteY79" fmla="*/ 1746735 h 6858000"/>
              <a:gd name="connsiteX80" fmla="*/ 104761 w 8171891"/>
              <a:gd name="connsiteY80" fmla="*/ 1613214 h 6858000"/>
              <a:gd name="connsiteX81" fmla="*/ 120817 w 8171891"/>
              <a:gd name="connsiteY81" fmla="*/ 1591448 h 6858000"/>
              <a:gd name="connsiteX82" fmla="*/ 169702 w 8171891"/>
              <a:gd name="connsiteY82" fmla="*/ 1527219 h 6858000"/>
              <a:gd name="connsiteX83" fmla="*/ 231790 w 8171891"/>
              <a:gd name="connsiteY83" fmla="*/ 1451214 h 6858000"/>
              <a:gd name="connsiteX84" fmla="*/ 271041 w 8171891"/>
              <a:gd name="connsiteY84" fmla="*/ 1405896 h 6858000"/>
              <a:gd name="connsiteX85" fmla="*/ 325636 w 8171891"/>
              <a:gd name="connsiteY85" fmla="*/ 1345592 h 6858000"/>
              <a:gd name="connsiteX86" fmla="*/ 361319 w 8171891"/>
              <a:gd name="connsiteY86" fmla="*/ 1308126 h 6858000"/>
              <a:gd name="connsiteX87" fmla="*/ 441249 w 8171891"/>
              <a:gd name="connsiteY87" fmla="*/ 1228196 h 6858000"/>
              <a:gd name="connsiteX88" fmla="*/ 473722 w 8171891"/>
              <a:gd name="connsiteY88" fmla="*/ 1196795 h 6858000"/>
              <a:gd name="connsiteX89" fmla="*/ 562215 w 8171891"/>
              <a:gd name="connsiteY89" fmla="*/ 1116866 h 6858000"/>
              <a:gd name="connsiteX90" fmla="*/ 574346 w 8171891"/>
              <a:gd name="connsiteY90" fmla="*/ 1105802 h 6858000"/>
              <a:gd name="connsiteX91" fmla="*/ 598969 w 8171891"/>
              <a:gd name="connsiteY91" fmla="*/ 1085819 h 6858000"/>
              <a:gd name="connsiteX92" fmla="*/ 663553 w 8171891"/>
              <a:gd name="connsiteY92" fmla="*/ 1033009 h 6858000"/>
              <a:gd name="connsiteX93" fmla="*/ 743840 w 8171891"/>
              <a:gd name="connsiteY93" fmla="*/ 971636 h 6858000"/>
              <a:gd name="connsiteX94" fmla="*/ 781666 w 8171891"/>
              <a:gd name="connsiteY94" fmla="*/ 943445 h 6858000"/>
              <a:gd name="connsiteX95" fmla="*/ 1965623 w 8171891"/>
              <a:gd name="connsiteY95" fmla="*/ 430681 h 6858000"/>
              <a:gd name="connsiteX96" fmla="*/ 1981679 w 8171891"/>
              <a:gd name="connsiteY96" fmla="*/ 427471 h 6858000"/>
              <a:gd name="connsiteX97" fmla="*/ 2086236 w 8171891"/>
              <a:gd name="connsiteY97" fmla="*/ 409273 h 6858000"/>
              <a:gd name="connsiteX98" fmla="*/ 2125839 w 8171891"/>
              <a:gd name="connsiteY98" fmla="*/ 403562 h 6858000"/>
              <a:gd name="connsiteX99" fmla="*/ 2212198 w 8171891"/>
              <a:gd name="connsiteY99" fmla="*/ 392143 h 6858000"/>
              <a:gd name="connsiteX100" fmla="*/ 2342794 w 8171891"/>
              <a:gd name="connsiteY100" fmla="*/ 380012 h 6858000"/>
              <a:gd name="connsiteX101" fmla="*/ 2358850 w 8171891"/>
              <a:gd name="connsiteY101" fmla="*/ 380012 h 6858000"/>
              <a:gd name="connsiteX102" fmla="*/ 2484098 w 8171891"/>
              <a:gd name="connsiteY102" fmla="*/ 374302 h 6858000"/>
              <a:gd name="connsiteX103" fmla="*/ 2507297 w 8171891"/>
              <a:gd name="connsiteY103" fmla="*/ 374302 h 6858000"/>
              <a:gd name="connsiteX104" fmla="*/ 2626115 w 8171891"/>
              <a:gd name="connsiteY104" fmla="*/ 374302 h 6858000"/>
              <a:gd name="connsiteX105" fmla="*/ 2651091 w 8171891"/>
              <a:gd name="connsiteY105" fmla="*/ 374302 h 6858000"/>
              <a:gd name="connsiteX106" fmla="*/ 2768132 w 8171891"/>
              <a:gd name="connsiteY106" fmla="*/ 380369 h 6858000"/>
              <a:gd name="connsiteX107" fmla="*/ 2793466 w 8171891"/>
              <a:gd name="connsiteY107" fmla="*/ 382153 h 6858000"/>
              <a:gd name="connsiteX108" fmla="*/ 2838427 w 8171891"/>
              <a:gd name="connsiteY108" fmla="*/ 385721 h 6858000"/>
              <a:gd name="connsiteX109" fmla="*/ 2859126 w 8171891"/>
              <a:gd name="connsiteY109" fmla="*/ 387506 h 6858000"/>
              <a:gd name="connsiteX110" fmla="*/ 3579019 w 8171891"/>
              <a:gd name="connsiteY110" fmla="*/ 73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8171891" h="6858000">
                <a:moveTo>
                  <a:pt x="3582450" y="0"/>
                </a:moveTo>
                <a:lnTo>
                  <a:pt x="4024204" y="0"/>
                </a:lnTo>
                <a:lnTo>
                  <a:pt x="4012758" y="24610"/>
                </a:lnTo>
                <a:lnTo>
                  <a:pt x="4010258" y="31747"/>
                </a:lnTo>
                <a:cubicBezTo>
                  <a:pt x="3892860" y="351216"/>
                  <a:pt x="4002409" y="709757"/>
                  <a:pt x="4278594" y="908834"/>
                </a:cubicBezTo>
                <a:lnTo>
                  <a:pt x="4295364" y="920965"/>
                </a:lnTo>
                <a:cubicBezTo>
                  <a:pt x="4374937" y="977701"/>
                  <a:pt x="4452017" y="1037291"/>
                  <a:pt x="4523383" y="1099379"/>
                </a:cubicBezTo>
                <a:lnTo>
                  <a:pt x="4528375" y="1103661"/>
                </a:lnTo>
                <a:cubicBezTo>
                  <a:pt x="4689663" y="1242041"/>
                  <a:pt x="4835609" y="1397048"/>
                  <a:pt x="4964419" y="1566112"/>
                </a:cubicBezTo>
                <a:lnTo>
                  <a:pt x="4969063" y="1571823"/>
                </a:lnTo>
                <a:cubicBezTo>
                  <a:pt x="4976912" y="1582527"/>
                  <a:pt x="4985476" y="1592875"/>
                  <a:pt x="4993325" y="1603936"/>
                </a:cubicBezTo>
                <a:cubicBezTo>
                  <a:pt x="5020801" y="1641403"/>
                  <a:pt x="5046849" y="1679941"/>
                  <a:pt x="5072540" y="1718479"/>
                </a:cubicBezTo>
                <a:lnTo>
                  <a:pt x="5083604" y="1734892"/>
                </a:lnTo>
                <a:lnTo>
                  <a:pt x="5117144" y="1788061"/>
                </a:lnTo>
                <a:lnTo>
                  <a:pt x="5138200" y="1821603"/>
                </a:lnTo>
                <a:lnTo>
                  <a:pt x="5158890" y="1857286"/>
                </a:lnTo>
                <a:lnTo>
                  <a:pt x="5188509" y="1908668"/>
                </a:lnTo>
                <a:lnTo>
                  <a:pt x="5197787" y="1925440"/>
                </a:lnTo>
                <a:cubicBezTo>
                  <a:pt x="5761580" y="2941118"/>
                  <a:pt x="5695563" y="4189485"/>
                  <a:pt x="5027936" y="5140116"/>
                </a:cubicBezTo>
                <a:cubicBezTo>
                  <a:pt x="4844887" y="5422473"/>
                  <a:pt x="4869863" y="5791684"/>
                  <a:pt x="5089310" y="6046818"/>
                </a:cubicBezTo>
                <a:lnTo>
                  <a:pt x="5096087" y="6054667"/>
                </a:lnTo>
                <a:cubicBezTo>
                  <a:pt x="5238105" y="6219844"/>
                  <a:pt x="5469687" y="6275510"/>
                  <a:pt x="5671301" y="6192762"/>
                </a:cubicBezTo>
                <a:cubicBezTo>
                  <a:pt x="5684142" y="6188123"/>
                  <a:pt x="5692705" y="6183841"/>
                  <a:pt x="5706984" y="6177416"/>
                </a:cubicBezTo>
                <a:cubicBezTo>
                  <a:pt x="5721253" y="6170994"/>
                  <a:pt x="5735532" y="6165643"/>
                  <a:pt x="5749444" y="6159932"/>
                </a:cubicBezTo>
                <a:lnTo>
                  <a:pt x="5771929" y="6150654"/>
                </a:lnTo>
                <a:cubicBezTo>
                  <a:pt x="5796548" y="6141379"/>
                  <a:pt x="5819739" y="6132458"/>
                  <a:pt x="5843295" y="6123892"/>
                </a:cubicBezTo>
                <a:lnTo>
                  <a:pt x="5870772" y="6114259"/>
                </a:lnTo>
                <a:cubicBezTo>
                  <a:pt x="5893248" y="6106765"/>
                  <a:pt x="5915375" y="6099271"/>
                  <a:pt x="5937851" y="6092491"/>
                </a:cubicBezTo>
                <a:cubicBezTo>
                  <a:pt x="5949987" y="6088924"/>
                  <a:pt x="5961756" y="6085713"/>
                  <a:pt x="5973534" y="6082501"/>
                </a:cubicBezTo>
                <a:cubicBezTo>
                  <a:pt x="5993876" y="6076435"/>
                  <a:pt x="6017424" y="6069298"/>
                  <a:pt x="6034551" y="6065374"/>
                </a:cubicBezTo>
                <a:cubicBezTo>
                  <a:pt x="6051678" y="6061447"/>
                  <a:pt x="6071662" y="6057165"/>
                  <a:pt x="6085575" y="6053955"/>
                </a:cubicBezTo>
                <a:cubicBezTo>
                  <a:pt x="6099496" y="6050743"/>
                  <a:pt x="6113409" y="6047175"/>
                  <a:pt x="6127687" y="6044320"/>
                </a:cubicBezTo>
                <a:cubicBezTo>
                  <a:pt x="6130178" y="6044141"/>
                  <a:pt x="6132322" y="6044141"/>
                  <a:pt x="6134822" y="6044320"/>
                </a:cubicBezTo>
                <a:cubicBezTo>
                  <a:pt x="6138036" y="6044320"/>
                  <a:pt x="6141599" y="6044320"/>
                  <a:pt x="6144814" y="6044320"/>
                </a:cubicBezTo>
                <a:cubicBezTo>
                  <a:pt x="6169790" y="6039324"/>
                  <a:pt x="6195124" y="6035042"/>
                  <a:pt x="6220457" y="6031117"/>
                </a:cubicBezTo>
                <a:cubicBezTo>
                  <a:pt x="6228664" y="6030046"/>
                  <a:pt x="6236870" y="6027550"/>
                  <a:pt x="6245085" y="6027550"/>
                </a:cubicBezTo>
                <a:cubicBezTo>
                  <a:pt x="6272205" y="6023623"/>
                  <a:pt x="6299315" y="6020413"/>
                  <a:pt x="6326792" y="6017558"/>
                </a:cubicBezTo>
                <a:lnTo>
                  <a:pt x="6351420" y="6015417"/>
                </a:lnTo>
                <a:cubicBezTo>
                  <a:pt x="6372467" y="6012562"/>
                  <a:pt x="6393523" y="6011135"/>
                  <a:pt x="6414579" y="6011135"/>
                </a:cubicBezTo>
                <a:cubicBezTo>
                  <a:pt x="6424563" y="6011135"/>
                  <a:pt x="6434555" y="6011135"/>
                  <a:pt x="6444190" y="6011135"/>
                </a:cubicBezTo>
                <a:cubicBezTo>
                  <a:pt x="6472024" y="6009351"/>
                  <a:pt x="6499500" y="6009351"/>
                  <a:pt x="6526977" y="6009351"/>
                </a:cubicBezTo>
                <a:cubicBezTo>
                  <a:pt x="6533398" y="6009351"/>
                  <a:pt x="6540175" y="6009351"/>
                  <a:pt x="6546604" y="6009351"/>
                </a:cubicBezTo>
                <a:cubicBezTo>
                  <a:pt x="6572652" y="6009708"/>
                  <a:pt x="6598700" y="6011849"/>
                  <a:pt x="6624748" y="6011849"/>
                </a:cubicBezTo>
                <a:cubicBezTo>
                  <a:pt x="6629383" y="6011849"/>
                  <a:pt x="6634383" y="6011849"/>
                  <a:pt x="6639018" y="6011849"/>
                </a:cubicBezTo>
                <a:cubicBezTo>
                  <a:pt x="7189255" y="6041251"/>
                  <a:pt x="7703443" y="6294458"/>
                  <a:pt x="8062415" y="6712660"/>
                </a:cubicBezTo>
                <a:cubicBezTo>
                  <a:pt x="8076685" y="6727649"/>
                  <a:pt x="8089891" y="6746560"/>
                  <a:pt x="8103804" y="6763332"/>
                </a:cubicBezTo>
                <a:lnTo>
                  <a:pt x="8107019" y="6767614"/>
                </a:lnTo>
                <a:lnTo>
                  <a:pt x="8171891" y="6858000"/>
                </a:lnTo>
                <a:lnTo>
                  <a:pt x="4874854" y="6858000"/>
                </a:lnTo>
                <a:lnTo>
                  <a:pt x="4881323" y="6844929"/>
                </a:lnTo>
                <a:cubicBezTo>
                  <a:pt x="4950382" y="6672058"/>
                  <a:pt x="4919548" y="6472203"/>
                  <a:pt x="4795283" y="6327642"/>
                </a:cubicBezTo>
                <a:lnTo>
                  <a:pt x="4788505" y="6319793"/>
                </a:lnTo>
                <a:cubicBezTo>
                  <a:pt x="4566558" y="6061769"/>
                  <a:pt x="4199736" y="5983125"/>
                  <a:pt x="3891431" y="6127462"/>
                </a:cubicBezTo>
                <a:cubicBezTo>
                  <a:pt x="3885010" y="6130317"/>
                  <a:pt x="3878947" y="6133170"/>
                  <a:pt x="3872875" y="6136382"/>
                </a:cubicBezTo>
                <a:lnTo>
                  <a:pt x="3865740" y="6139593"/>
                </a:lnTo>
                <a:cubicBezTo>
                  <a:pt x="3832200" y="6155650"/>
                  <a:pt x="3799375" y="6171351"/>
                  <a:pt x="3763692" y="6186337"/>
                </a:cubicBezTo>
                <a:cubicBezTo>
                  <a:pt x="3761549" y="6187622"/>
                  <a:pt x="3759049" y="6188694"/>
                  <a:pt x="3756557" y="6189550"/>
                </a:cubicBezTo>
                <a:cubicBezTo>
                  <a:pt x="3723366" y="6204179"/>
                  <a:pt x="3689468" y="6217738"/>
                  <a:pt x="3655571" y="6231298"/>
                </a:cubicBezTo>
                <a:cubicBezTo>
                  <a:pt x="3648437" y="6234153"/>
                  <a:pt x="3641293" y="6237009"/>
                  <a:pt x="3634158" y="6239507"/>
                </a:cubicBezTo>
                <a:cubicBezTo>
                  <a:pt x="3600618" y="6251280"/>
                  <a:pt x="3568864" y="6263414"/>
                  <a:pt x="3533181" y="6275190"/>
                </a:cubicBezTo>
                <a:cubicBezTo>
                  <a:pt x="3527466" y="6276973"/>
                  <a:pt x="3521403" y="6279114"/>
                  <a:pt x="3515340" y="6280898"/>
                </a:cubicBezTo>
                <a:cubicBezTo>
                  <a:pt x="2945833" y="6473051"/>
                  <a:pt x="2332088" y="6490820"/>
                  <a:pt x="1752240" y="6331924"/>
                </a:cubicBezTo>
                <a:lnTo>
                  <a:pt x="1735470" y="6327642"/>
                </a:lnTo>
                <a:cubicBezTo>
                  <a:pt x="1719057" y="6323003"/>
                  <a:pt x="1702287" y="6318007"/>
                  <a:pt x="1685875" y="6313013"/>
                </a:cubicBezTo>
                <a:cubicBezTo>
                  <a:pt x="1426816" y="6236508"/>
                  <a:pt x="1179170" y="6125606"/>
                  <a:pt x="949731" y="5983301"/>
                </a:cubicBezTo>
                <a:cubicBezTo>
                  <a:pt x="895849" y="5949047"/>
                  <a:pt x="843039" y="5913364"/>
                  <a:pt x="790943" y="5876252"/>
                </a:cubicBezTo>
                <a:lnTo>
                  <a:pt x="755261" y="5850919"/>
                </a:lnTo>
                <a:lnTo>
                  <a:pt x="727070" y="5829865"/>
                </a:lnTo>
                <a:cubicBezTo>
                  <a:pt x="711371" y="5818091"/>
                  <a:pt x="696026" y="5806315"/>
                  <a:pt x="680684" y="5794182"/>
                </a:cubicBezTo>
                <a:cubicBezTo>
                  <a:pt x="673902" y="5789186"/>
                  <a:pt x="667482" y="5783835"/>
                  <a:pt x="661057" y="5778839"/>
                </a:cubicBezTo>
                <a:cubicBezTo>
                  <a:pt x="512615" y="5661227"/>
                  <a:pt x="375593" y="5529807"/>
                  <a:pt x="251775" y="5386327"/>
                </a:cubicBezTo>
                <a:lnTo>
                  <a:pt x="249632" y="5384186"/>
                </a:lnTo>
                <a:cubicBezTo>
                  <a:pt x="218945" y="5348146"/>
                  <a:pt x="188972" y="5309965"/>
                  <a:pt x="160067" y="5274282"/>
                </a:cubicBezTo>
                <a:lnTo>
                  <a:pt x="145440" y="5255371"/>
                </a:lnTo>
                <a:cubicBezTo>
                  <a:pt x="121888" y="5225039"/>
                  <a:pt x="99051" y="5193640"/>
                  <a:pt x="76927" y="5162239"/>
                </a:cubicBezTo>
                <a:lnTo>
                  <a:pt x="45169" y="5116564"/>
                </a:lnTo>
                <a:cubicBezTo>
                  <a:pt x="30181" y="5094798"/>
                  <a:pt x="15911" y="5073032"/>
                  <a:pt x="1637" y="5050909"/>
                </a:cubicBezTo>
                <a:lnTo>
                  <a:pt x="0" y="5048101"/>
                </a:lnTo>
                <a:lnTo>
                  <a:pt x="0" y="1766380"/>
                </a:lnTo>
                <a:lnTo>
                  <a:pt x="12119" y="1746735"/>
                </a:lnTo>
                <a:cubicBezTo>
                  <a:pt x="41757" y="1701464"/>
                  <a:pt x="72646" y="1656939"/>
                  <a:pt x="104761" y="1613214"/>
                </a:cubicBezTo>
                <a:cubicBezTo>
                  <a:pt x="110114" y="1605720"/>
                  <a:pt x="115106" y="1598585"/>
                  <a:pt x="120817" y="1591448"/>
                </a:cubicBezTo>
                <a:cubicBezTo>
                  <a:pt x="136877" y="1569680"/>
                  <a:pt x="152932" y="1548271"/>
                  <a:pt x="169702" y="1527219"/>
                </a:cubicBezTo>
                <a:cubicBezTo>
                  <a:pt x="190044" y="1501526"/>
                  <a:pt x="210738" y="1476191"/>
                  <a:pt x="231790" y="1451214"/>
                </a:cubicBezTo>
                <a:cubicBezTo>
                  <a:pt x="244635" y="1435869"/>
                  <a:pt x="257838" y="1420883"/>
                  <a:pt x="271041" y="1405896"/>
                </a:cubicBezTo>
                <a:cubicBezTo>
                  <a:pt x="289954" y="1385557"/>
                  <a:pt x="307081" y="1365575"/>
                  <a:pt x="325636" y="1345592"/>
                </a:cubicBezTo>
                <a:cubicBezTo>
                  <a:pt x="337772" y="1333104"/>
                  <a:pt x="349188" y="1320614"/>
                  <a:pt x="361319" y="1308126"/>
                </a:cubicBezTo>
                <a:cubicBezTo>
                  <a:pt x="387367" y="1281006"/>
                  <a:pt x="414129" y="1254244"/>
                  <a:pt x="441249" y="1228196"/>
                </a:cubicBezTo>
                <a:cubicBezTo>
                  <a:pt x="451955" y="1217490"/>
                  <a:pt x="462662" y="1207142"/>
                  <a:pt x="473722" y="1196795"/>
                </a:cubicBezTo>
                <a:cubicBezTo>
                  <a:pt x="502627" y="1169676"/>
                  <a:pt x="532242" y="1142913"/>
                  <a:pt x="562215" y="1116866"/>
                </a:cubicBezTo>
                <a:cubicBezTo>
                  <a:pt x="566496" y="1113296"/>
                  <a:pt x="566496" y="1112582"/>
                  <a:pt x="574346" y="1105802"/>
                </a:cubicBezTo>
                <a:cubicBezTo>
                  <a:pt x="582199" y="1099024"/>
                  <a:pt x="590763" y="1092599"/>
                  <a:pt x="598969" y="1085819"/>
                </a:cubicBezTo>
                <a:cubicBezTo>
                  <a:pt x="620021" y="1068692"/>
                  <a:pt x="637148" y="1054063"/>
                  <a:pt x="663553" y="1033009"/>
                </a:cubicBezTo>
                <a:cubicBezTo>
                  <a:pt x="689962" y="1011958"/>
                  <a:pt x="716725" y="991618"/>
                  <a:pt x="743840" y="971636"/>
                </a:cubicBezTo>
                <a:cubicBezTo>
                  <a:pt x="756332" y="962001"/>
                  <a:pt x="768820" y="952723"/>
                  <a:pt x="781666" y="943445"/>
                </a:cubicBezTo>
                <a:cubicBezTo>
                  <a:pt x="1134570" y="689169"/>
                  <a:pt x="1538499" y="514252"/>
                  <a:pt x="1965623" y="430681"/>
                </a:cubicBezTo>
                <a:lnTo>
                  <a:pt x="1981679" y="427471"/>
                </a:lnTo>
                <a:cubicBezTo>
                  <a:pt x="2014870" y="421049"/>
                  <a:pt x="2050553" y="414624"/>
                  <a:pt x="2086236" y="409273"/>
                </a:cubicBezTo>
                <a:cubicBezTo>
                  <a:pt x="2099434" y="407132"/>
                  <a:pt x="2112641" y="405348"/>
                  <a:pt x="2125839" y="403562"/>
                </a:cubicBezTo>
                <a:cubicBezTo>
                  <a:pt x="2154745" y="399637"/>
                  <a:pt x="2183293" y="395356"/>
                  <a:pt x="2212198" y="392143"/>
                </a:cubicBezTo>
                <a:cubicBezTo>
                  <a:pt x="2255373" y="387149"/>
                  <a:pt x="2298905" y="383223"/>
                  <a:pt x="2342794" y="380012"/>
                </a:cubicBezTo>
                <a:cubicBezTo>
                  <a:pt x="2348143" y="380012"/>
                  <a:pt x="2353501" y="380012"/>
                  <a:pt x="2358850" y="380012"/>
                </a:cubicBezTo>
                <a:cubicBezTo>
                  <a:pt x="2400248" y="377157"/>
                  <a:pt x="2442351" y="374302"/>
                  <a:pt x="2484098" y="374302"/>
                </a:cubicBezTo>
                <a:lnTo>
                  <a:pt x="2507297" y="374302"/>
                </a:lnTo>
                <a:cubicBezTo>
                  <a:pt x="2546900" y="374302"/>
                  <a:pt x="2586512" y="374302"/>
                  <a:pt x="2626115" y="374302"/>
                </a:cubicBezTo>
                <a:cubicBezTo>
                  <a:pt x="2634321" y="374302"/>
                  <a:pt x="2642528" y="374302"/>
                  <a:pt x="2651091" y="374302"/>
                </a:cubicBezTo>
                <a:cubicBezTo>
                  <a:pt x="2689989" y="375730"/>
                  <a:pt x="2728886" y="377514"/>
                  <a:pt x="2768132" y="380369"/>
                </a:cubicBezTo>
                <a:cubicBezTo>
                  <a:pt x="2776696" y="382153"/>
                  <a:pt x="2784902" y="382153"/>
                  <a:pt x="2793466" y="382153"/>
                </a:cubicBezTo>
                <a:cubicBezTo>
                  <a:pt x="2808459" y="383580"/>
                  <a:pt x="2823443" y="385721"/>
                  <a:pt x="2838427" y="385721"/>
                </a:cubicBezTo>
                <a:cubicBezTo>
                  <a:pt x="2845570" y="387506"/>
                  <a:pt x="2852348" y="387506"/>
                  <a:pt x="2859126" y="387506"/>
                </a:cubicBezTo>
                <a:cubicBezTo>
                  <a:pt x="3156053" y="411422"/>
                  <a:pt x="3435224" y="259726"/>
                  <a:pt x="3579019" y="7386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000" baseline="0">
                <a:solidFill>
                  <a:schemeClr val="accent4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2"/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6240959" y="3645024"/>
            <a:ext cx="5327649" cy="576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aseline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</a:p>
          <a:p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6241201" y="2877362"/>
            <a:ext cx="5327407" cy="64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Subtitle and other information of this presentation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gray">
          <a:xfrm>
            <a:off x="6241201" y="1484784"/>
            <a:ext cx="5327407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2" name="Logo Merck"/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3" name="Freeform 5"/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4" name="Freeform 6"/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sp>
        <p:nvSpPr>
          <p:cNvPr id="16" name="Textplatzhalter 5">
            <a:extLst>
              <a:ext uri="{FF2B5EF4-FFF2-40B4-BE49-F238E27FC236}">
                <a16:creationId xmlns:a16="http://schemas.microsoft.com/office/drawing/2014/main" id="{AFEA3E05-C98C-4A6F-8215-CFEBF628756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8313" y="5268913"/>
            <a:ext cx="2523600" cy="125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680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C3934CB-8BB6-4295-9E3F-E889A0497F8E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ECC7198-6067-4EA9-B6D3-8AEA32B75E9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0" y="0"/>
            <a:ext cx="12191999" cy="6858000"/>
          </a:xfrm>
          <a:custGeom>
            <a:avLst/>
            <a:gdLst>
              <a:gd name="connsiteX0" fmla="*/ 4666441 w 12191999"/>
              <a:gd name="connsiteY0" fmla="*/ 0 h 6858000"/>
              <a:gd name="connsiteX1" fmla="*/ 4822953 w 12191999"/>
              <a:gd name="connsiteY1" fmla="*/ 115217 h 6858000"/>
              <a:gd name="connsiteX2" fmla="*/ 5071100 w 12191999"/>
              <a:gd name="connsiteY2" fmla="*/ 329064 h 6858000"/>
              <a:gd name="connsiteX3" fmla="*/ 5414453 w 12191999"/>
              <a:gd name="connsiteY3" fmla="*/ 688319 h 6858000"/>
              <a:gd name="connsiteX4" fmla="*/ 5421059 w 12191999"/>
              <a:gd name="connsiteY4" fmla="*/ 697512 h 6858000"/>
              <a:gd name="connsiteX5" fmla="*/ 6711038 w 12191999"/>
              <a:gd name="connsiteY5" fmla="*/ 937545 h 6858000"/>
              <a:gd name="connsiteX6" fmla="*/ 7101484 w 12191999"/>
              <a:gd name="connsiteY6" fmla="*/ 735763 h 6858000"/>
              <a:gd name="connsiteX7" fmla="*/ 7468653 w 12191999"/>
              <a:gd name="connsiteY7" fmla="*/ 94817 h 6858000"/>
              <a:gd name="connsiteX8" fmla="*/ 7456312 w 12191999"/>
              <a:gd name="connsiteY8" fmla="*/ 0 h 6858000"/>
              <a:gd name="connsiteX9" fmla="*/ 12191999 w 12191999"/>
              <a:gd name="connsiteY9" fmla="*/ 0 h 6858000"/>
              <a:gd name="connsiteX10" fmla="*/ 12191999 w 12191999"/>
              <a:gd name="connsiteY10" fmla="*/ 1114133 h 6858000"/>
              <a:gd name="connsiteX11" fmla="*/ 12015551 w 12191999"/>
              <a:gd name="connsiteY11" fmla="*/ 1305567 h 6858000"/>
              <a:gd name="connsiteX12" fmla="*/ 11351230 w 12191999"/>
              <a:gd name="connsiteY12" fmla="*/ 1784817 h 6858000"/>
              <a:gd name="connsiteX13" fmla="*/ 8628542 w 12191999"/>
              <a:gd name="connsiteY13" fmla="*/ 1651626 h 6858000"/>
              <a:gd name="connsiteX14" fmla="*/ 8070989 w 12191999"/>
              <a:gd name="connsiteY14" fmla="*/ 1175681 h 6858000"/>
              <a:gd name="connsiteX15" fmla="*/ 8058100 w 12191999"/>
              <a:gd name="connsiteY15" fmla="*/ 1161162 h 6858000"/>
              <a:gd name="connsiteX16" fmla="*/ 7241261 w 12191999"/>
              <a:gd name="connsiteY16" fmla="*/ 1012508 h 6858000"/>
              <a:gd name="connsiteX17" fmla="*/ 6850815 w 12191999"/>
              <a:gd name="connsiteY17" fmla="*/ 1214290 h 6858000"/>
              <a:gd name="connsiteX18" fmla="*/ 6296619 w 12191999"/>
              <a:gd name="connsiteY18" fmla="*/ 2403637 h 6858000"/>
              <a:gd name="connsiteX19" fmla="*/ 6299674 w 12191999"/>
              <a:gd name="connsiteY19" fmla="*/ 2417021 h 6858000"/>
              <a:gd name="connsiteX20" fmla="*/ 6392728 w 12191999"/>
              <a:gd name="connsiteY20" fmla="*/ 2906071 h 6858000"/>
              <a:gd name="connsiteX21" fmla="*/ 4949296 w 12191999"/>
              <a:gd name="connsiteY21" fmla="*/ 6698046 h 6858000"/>
              <a:gd name="connsiteX22" fmla="*/ 4748505 w 12191999"/>
              <a:gd name="connsiteY22" fmla="*/ 6857999 h 6858000"/>
              <a:gd name="connsiteX23" fmla="*/ 2 w 12191999"/>
              <a:gd name="connsiteY23" fmla="*/ 6858000 h 6858000"/>
              <a:gd name="connsiteX24" fmla="*/ 0 w 12191999"/>
              <a:gd name="connsiteY2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1999" h="6858000">
                <a:moveTo>
                  <a:pt x="4666441" y="0"/>
                </a:moveTo>
                <a:lnTo>
                  <a:pt x="4822953" y="115217"/>
                </a:lnTo>
                <a:cubicBezTo>
                  <a:pt x="4908101" y="183061"/>
                  <a:pt x="4990894" y="254369"/>
                  <a:pt x="5071100" y="329064"/>
                </a:cubicBezTo>
                <a:cubicBezTo>
                  <a:pt x="5191465" y="441834"/>
                  <a:pt x="5306510" y="560888"/>
                  <a:pt x="5414453" y="688319"/>
                </a:cubicBezTo>
                <a:cubicBezTo>
                  <a:pt x="5416549" y="690095"/>
                  <a:pt x="5418966" y="695739"/>
                  <a:pt x="5421059" y="697512"/>
                </a:cubicBezTo>
                <a:cubicBezTo>
                  <a:pt x="5737006" y="1055137"/>
                  <a:pt x="6266243" y="1165250"/>
                  <a:pt x="6711038" y="937545"/>
                </a:cubicBezTo>
                <a:lnTo>
                  <a:pt x="7101484" y="735763"/>
                </a:lnTo>
                <a:cubicBezTo>
                  <a:pt x="7344910" y="608239"/>
                  <a:pt x="7480897" y="353878"/>
                  <a:pt x="7468653" y="94817"/>
                </a:cubicBezTo>
                <a:lnTo>
                  <a:pt x="7456312" y="0"/>
                </a:lnTo>
                <a:lnTo>
                  <a:pt x="12191999" y="0"/>
                </a:lnTo>
                <a:lnTo>
                  <a:pt x="12191999" y="1114133"/>
                </a:lnTo>
                <a:lnTo>
                  <a:pt x="12015551" y="1305567"/>
                </a:lnTo>
                <a:cubicBezTo>
                  <a:pt x="11824420" y="1493414"/>
                  <a:pt x="11602093" y="1655948"/>
                  <a:pt x="11351230" y="1784817"/>
                </a:cubicBezTo>
                <a:cubicBezTo>
                  <a:pt x="10454221" y="2244741"/>
                  <a:pt x="9420658" y="2160767"/>
                  <a:pt x="8628542" y="1651626"/>
                </a:cubicBezTo>
                <a:cubicBezTo>
                  <a:pt x="8424994" y="1522365"/>
                  <a:pt x="8236456" y="1362639"/>
                  <a:pt x="8070989" y="1175681"/>
                </a:cubicBezTo>
                <a:cubicBezTo>
                  <a:pt x="8066800" y="1172132"/>
                  <a:pt x="8062290" y="1164711"/>
                  <a:pt x="8058100" y="1161162"/>
                </a:cubicBezTo>
                <a:cubicBezTo>
                  <a:pt x="7856381" y="936295"/>
                  <a:pt x="7521556" y="868540"/>
                  <a:pt x="7241261" y="1012508"/>
                </a:cubicBezTo>
                <a:lnTo>
                  <a:pt x="6850815" y="1214290"/>
                </a:lnTo>
                <a:cubicBezTo>
                  <a:pt x="6406022" y="1441997"/>
                  <a:pt x="6190004" y="1939083"/>
                  <a:pt x="6296619" y="2403637"/>
                </a:cubicBezTo>
                <a:cubicBezTo>
                  <a:pt x="6299033" y="2409281"/>
                  <a:pt x="6299353" y="2413149"/>
                  <a:pt x="6299674" y="2417021"/>
                </a:cubicBezTo>
                <a:cubicBezTo>
                  <a:pt x="6340527" y="2581172"/>
                  <a:pt x="6371544" y="2744188"/>
                  <a:pt x="6392728" y="2906071"/>
                </a:cubicBezTo>
                <a:cubicBezTo>
                  <a:pt x="6577766" y="4320015"/>
                  <a:pt x="6041807" y="5755026"/>
                  <a:pt x="4949296" y="6698046"/>
                </a:cubicBezTo>
                <a:lnTo>
                  <a:pt x="4748505" y="6857999"/>
                </a:lnTo>
                <a:lnTo>
                  <a:pt x="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tIns="720000" rIns="1152000" anchor="ctr">
            <a:noAutofit/>
          </a:bodyPr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grpSp>
        <p:nvGrpSpPr>
          <p:cNvPr id="9" name="Logo Merck">
            <a:extLst>
              <a:ext uri="{FF2B5EF4-FFF2-40B4-BE49-F238E27FC236}">
                <a16:creationId xmlns:a16="http://schemas.microsoft.com/office/drawing/2014/main" id="{A53CD560-4CA7-46BB-BC2E-6E0DD643BAD9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AC99C15-F658-4FF4-8A82-9DC1DB3A2151}"/>
                </a:ext>
              </a:extLst>
            </p:cNvPr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F9D1B15-F134-4104-8ECB-4E219F8201E7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6C6A80C-F83C-40B2-AC80-270D417562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04063" y="2708920"/>
            <a:ext cx="4464050" cy="1152897"/>
          </a:xfrm>
        </p:spPr>
        <p:txBody>
          <a:bodyPr/>
          <a:lstStyle>
            <a:lvl1pPr>
              <a:defRPr sz="4000" b="0">
                <a:solidFill>
                  <a:schemeClr val="accent1"/>
                </a:solidFill>
                <a:latin typeface="Merck" panose="02060803030402040803" pitchFamily="18" charset="0"/>
              </a:defRPr>
            </a:lvl1pPr>
            <a:lvl2pPr>
              <a:defRPr sz="4000" b="0">
                <a:latin typeface="Merck" panose="02060803030402040803" pitchFamily="18" charset="0"/>
              </a:defRPr>
            </a:lvl2pPr>
            <a:lvl3pPr>
              <a:defRPr sz="4000" b="0">
                <a:latin typeface="Merck" panose="02060803030402040803" pitchFamily="18" charset="0"/>
              </a:defRPr>
            </a:lvl3pPr>
            <a:lvl4pPr>
              <a:defRPr sz="4000" b="0">
                <a:latin typeface="Merck" panose="02060803030402040803" pitchFamily="18" charset="0"/>
              </a:defRPr>
            </a:lvl4pPr>
            <a:lvl5pPr>
              <a:defRPr sz="4000" b="0">
                <a:latin typeface="Merck" panose="02060803030402040803" pitchFamily="18" charset="0"/>
              </a:defRPr>
            </a:lvl5pPr>
          </a:lstStyle>
          <a:p>
            <a:pPr lvl="0"/>
            <a:r>
              <a:rPr lang="en-US"/>
              <a:t>Title of Presentation</a:t>
            </a:r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0CE3CF8F-0CBF-43D8-ADD0-7BFBBE1684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04063" y="4077444"/>
            <a:ext cx="4464050" cy="576000"/>
          </a:xfrm>
          <a:noFill/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and other information of this presentation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BCB13BD1-4404-4C8A-9FA2-9617B313B3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04063" y="4796954"/>
            <a:ext cx="4464050" cy="576262"/>
          </a:xfrm>
          <a:noFill/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Place, Date</a:t>
            </a:r>
            <a:endParaRPr lang="en-US" dirty="0"/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1ACE052B-D80F-45C8-8E6A-31B4BBFB37F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8313" y="4575634"/>
            <a:ext cx="3916118" cy="1949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944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>
            <a:extLst>
              <a:ext uri="{FF2B5EF4-FFF2-40B4-BE49-F238E27FC236}">
                <a16:creationId xmlns:a16="http://schemas.microsoft.com/office/drawing/2014/main" id="{6C8701BF-E1D7-4777-B79C-367EA3114C26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7" name="Text Placeholder 12"/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5951538" y="3597205"/>
            <a:ext cx="5617069" cy="576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aseline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  <a:br>
              <a:rPr lang="en-US" noProof="0" dirty="0"/>
            </a:br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5952081" y="2877197"/>
            <a:ext cx="5616521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Subtitle and other information of this presentation</a:t>
            </a:r>
            <a:endParaRPr lang="en-US" dirty="0"/>
          </a:p>
          <a:p>
            <a:pPr lvl="0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gray">
          <a:xfrm>
            <a:off x="5952081" y="1484784"/>
            <a:ext cx="5616521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solidFill>
                  <a:schemeClr val="accent1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4" name="Logo Merck">
            <a:extLst>
              <a:ext uri="{FF2B5EF4-FFF2-40B4-BE49-F238E27FC236}">
                <a16:creationId xmlns:a16="http://schemas.microsoft.com/office/drawing/2014/main" id="{C087B48A-604A-4847-ADB6-AB1687D9B259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88394829-C709-4CAF-86FD-F0F811F5F8EE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CCD41103-FCEA-4CD8-8CED-F178561344C4}"/>
                </a:ext>
              </a:extLst>
            </p:cNvPr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grpSp>
        <p:nvGrpSpPr>
          <p:cNvPr id="24" name="Gruppieren 23" hidden="1">
            <a:extLst>
              <a:ext uri="{FF2B5EF4-FFF2-40B4-BE49-F238E27FC236}">
                <a16:creationId xmlns:a16="http://schemas.microsoft.com/office/drawing/2014/main" id="{DB7B64FA-4D21-4949-8AAB-9BFF8D9BC39C}"/>
              </a:ext>
            </a:extLst>
          </p:cNvPr>
          <p:cNvGrpSpPr/>
          <p:nvPr userDrawn="1"/>
        </p:nvGrpSpPr>
        <p:grpSpPr>
          <a:xfrm>
            <a:off x="-4321683" y="211650"/>
            <a:ext cx="10189084" cy="7360034"/>
            <a:chOff x="1407269" y="410447"/>
            <a:chExt cx="7401589" cy="5346501"/>
          </a:xfrm>
        </p:grpSpPr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983776DB-66DF-4938-AA7E-EB94B22AE511}"/>
                </a:ext>
              </a:extLst>
            </p:cNvPr>
            <p:cNvSpPr/>
            <p:nvPr/>
          </p:nvSpPr>
          <p:spPr>
            <a:xfrm rot="20417692">
              <a:off x="1407269" y="410447"/>
              <a:ext cx="6942525" cy="5346501"/>
            </a:xfrm>
            <a:custGeom>
              <a:avLst/>
              <a:gdLst>
                <a:gd name="connsiteX0" fmla="*/ 4388610 w 6942525"/>
                <a:gd name="connsiteY0" fmla="*/ 2797988 h 5346501"/>
                <a:gd name="connsiteX1" fmla="*/ 4845199 w 6942525"/>
                <a:gd name="connsiteY1" fmla="*/ 3071724 h 5346501"/>
                <a:gd name="connsiteX2" fmla="*/ 4849579 w 6942525"/>
                <a:gd name="connsiteY2" fmla="*/ 3076103 h 5346501"/>
                <a:gd name="connsiteX3" fmla="*/ 4864910 w 6942525"/>
                <a:gd name="connsiteY3" fmla="*/ 3091433 h 5346501"/>
                <a:gd name="connsiteX4" fmla="*/ 4870384 w 6942525"/>
                <a:gd name="connsiteY4" fmla="*/ 3096908 h 5346501"/>
                <a:gd name="connsiteX5" fmla="*/ 4897756 w 6942525"/>
                <a:gd name="connsiteY5" fmla="*/ 3127565 h 5346501"/>
                <a:gd name="connsiteX6" fmla="*/ 4902137 w 6942525"/>
                <a:gd name="connsiteY6" fmla="*/ 3133040 h 5346501"/>
                <a:gd name="connsiteX7" fmla="*/ 4914180 w 6942525"/>
                <a:gd name="connsiteY7" fmla="*/ 3147274 h 5346501"/>
                <a:gd name="connsiteX8" fmla="*/ 4921846 w 6942525"/>
                <a:gd name="connsiteY8" fmla="*/ 3156034 h 5346501"/>
                <a:gd name="connsiteX9" fmla="*/ 4933890 w 6942525"/>
                <a:gd name="connsiteY9" fmla="*/ 3171363 h 5346501"/>
                <a:gd name="connsiteX10" fmla="*/ 4939364 w 6942525"/>
                <a:gd name="connsiteY10" fmla="*/ 3179028 h 5346501"/>
                <a:gd name="connsiteX11" fmla="*/ 4979880 w 6942525"/>
                <a:gd name="connsiteY11" fmla="*/ 3234870 h 5346501"/>
                <a:gd name="connsiteX12" fmla="*/ 4982067 w 6942525"/>
                <a:gd name="connsiteY12" fmla="*/ 3238154 h 5346501"/>
                <a:gd name="connsiteX13" fmla="*/ 5062135 w 6942525"/>
                <a:gd name="connsiteY13" fmla="*/ 3381728 h 5346501"/>
                <a:gd name="connsiteX14" fmla="*/ 5080445 w 6942525"/>
                <a:gd name="connsiteY14" fmla="*/ 3430512 h 5346501"/>
                <a:gd name="connsiteX15" fmla="*/ 5045549 w 6942525"/>
                <a:gd name="connsiteY15" fmla="*/ 3435607 h 5346501"/>
                <a:gd name="connsiteX16" fmla="*/ 4879551 w 6942525"/>
                <a:gd name="connsiteY16" fmla="*/ 3478187 h 5346501"/>
                <a:gd name="connsiteX17" fmla="*/ 4586973 w 6942525"/>
                <a:gd name="connsiteY17" fmla="*/ 3589312 h 5346501"/>
                <a:gd name="connsiteX18" fmla="*/ 4561618 w 6942525"/>
                <a:gd name="connsiteY18" fmla="*/ 3601296 h 5346501"/>
                <a:gd name="connsiteX19" fmla="*/ 4330412 w 6942525"/>
                <a:gd name="connsiteY19" fmla="*/ 3702809 h 5346501"/>
                <a:gd name="connsiteX20" fmla="*/ 4268693 w 6942525"/>
                <a:gd name="connsiteY20" fmla="*/ 3728097 h 5346501"/>
                <a:gd name="connsiteX21" fmla="*/ 4175275 w 6942525"/>
                <a:gd name="connsiteY21" fmla="*/ 3768366 h 5346501"/>
                <a:gd name="connsiteX22" fmla="*/ 4039156 w 6942525"/>
                <a:gd name="connsiteY22" fmla="*/ 3824940 h 5346501"/>
                <a:gd name="connsiteX23" fmla="*/ 3947413 w 6942525"/>
                <a:gd name="connsiteY23" fmla="*/ 3860545 h 5346501"/>
                <a:gd name="connsiteX24" fmla="*/ 3643827 w 6942525"/>
                <a:gd name="connsiteY24" fmla="*/ 3972996 h 5346501"/>
                <a:gd name="connsiteX25" fmla="*/ 3476707 w 6942525"/>
                <a:gd name="connsiteY25" fmla="*/ 4013197 h 5346501"/>
                <a:gd name="connsiteX26" fmla="*/ 3355633 w 6942525"/>
                <a:gd name="connsiteY26" fmla="*/ 4027765 h 5346501"/>
                <a:gd name="connsiteX27" fmla="*/ 3089870 w 6942525"/>
                <a:gd name="connsiteY27" fmla="*/ 3990506 h 5346501"/>
                <a:gd name="connsiteX28" fmla="*/ 2992368 w 6942525"/>
                <a:gd name="connsiteY28" fmla="*/ 3945152 h 5346501"/>
                <a:gd name="connsiteX29" fmla="*/ 2985393 w 6942525"/>
                <a:gd name="connsiteY29" fmla="*/ 3848037 h 5346501"/>
                <a:gd name="connsiteX30" fmla="*/ 3056068 w 6942525"/>
                <a:gd name="connsiteY30" fmla="*/ 3453858 h 5346501"/>
                <a:gd name="connsiteX31" fmla="*/ 3061542 w 6942525"/>
                <a:gd name="connsiteY31" fmla="*/ 3440719 h 5346501"/>
                <a:gd name="connsiteX32" fmla="*/ 3067017 w 6942525"/>
                <a:gd name="connsiteY32" fmla="*/ 3427579 h 5346501"/>
                <a:gd name="connsiteX33" fmla="*/ 3079060 w 6942525"/>
                <a:gd name="connsiteY33" fmla="*/ 3400206 h 5346501"/>
                <a:gd name="connsiteX34" fmla="*/ 3079061 w 6942525"/>
                <a:gd name="connsiteY34" fmla="*/ 3399111 h 5346501"/>
                <a:gd name="connsiteX35" fmla="*/ 3172131 w 6942525"/>
                <a:gd name="connsiteY35" fmla="*/ 3230490 h 5346501"/>
                <a:gd name="connsiteX36" fmla="*/ 3553170 w 6942525"/>
                <a:gd name="connsiteY36" fmla="*/ 2884488 h 5346501"/>
                <a:gd name="connsiteX37" fmla="*/ 3558645 w 6942525"/>
                <a:gd name="connsiteY37" fmla="*/ 2881204 h 5346501"/>
                <a:gd name="connsiteX38" fmla="*/ 3572879 w 6942525"/>
                <a:gd name="connsiteY38" fmla="*/ 2873539 h 5346501"/>
                <a:gd name="connsiteX39" fmla="*/ 3583829 w 6942525"/>
                <a:gd name="connsiteY39" fmla="*/ 2868065 h 5346501"/>
                <a:gd name="connsiteX40" fmla="*/ 3592588 w 6942525"/>
                <a:gd name="connsiteY40" fmla="*/ 2863686 h 5346501"/>
                <a:gd name="connsiteX41" fmla="*/ 3609013 w 6942525"/>
                <a:gd name="connsiteY41" fmla="*/ 2856020 h 5346501"/>
                <a:gd name="connsiteX42" fmla="*/ 3612297 w 6942525"/>
                <a:gd name="connsiteY42" fmla="*/ 2854926 h 5346501"/>
                <a:gd name="connsiteX43" fmla="*/ 4171812 w 6942525"/>
                <a:gd name="connsiteY43" fmla="*/ 2756381 h 5346501"/>
                <a:gd name="connsiteX44" fmla="*/ 4307585 w 6942525"/>
                <a:gd name="connsiteY44" fmla="*/ 2777184 h 5346501"/>
                <a:gd name="connsiteX45" fmla="*/ 4309775 w 6942525"/>
                <a:gd name="connsiteY45" fmla="*/ 2778279 h 5346501"/>
                <a:gd name="connsiteX46" fmla="*/ 4332768 w 6942525"/>
                <a:gd name="connsiteY46" fmla="*/ 2783754 h 5346501"/>
                <a:gd name="connsiteX47" fmla="*/ 4334957 w 6942525"/>
                <a:gd name="connsiteY47" fmla="*/ 2783754 h 5346501"/>
                <a:gd name="connsiteX48" fmla="*/ 4341527 w 6942525"/>
                <a:gd name="connsiteY48" fmla="*/ 2785945 h 5346501"/>
                <a:gd name="connsiteX49" fmla="*/ 4363426 w 6942525"/>
                <a:gd name="connsiteY49" fmla="*/ 2791418 h 5346501"/>
                <a:gd name="connsiteX50" fmla="*/ 4380946 w 6942525"/>
                <a:gd name="connsiteY50" fmla="*/ 2795799 h 5346501"/>
                <a:gd name="connsiteX51" fmla="*/ 4388610 w 6942525"/>
                <a:gd name="connsiteY51" fmla="*/ 2797988 h 5346501"/>
                <a:gd name="connsiteX52" fmla="*/ 6771598 w 6942525"/>
                <a:gd name="connsiteY52" fmla="*/ 3546932 h 5346501"/>
                <a:gd name="connsiteX53" fmla="*/ 6929240 w 6942525"/>
                <a:gd name="connsiteY53" fmla="*/ 3620440 h 5346501"/>
                <a:gd name="connsiteX54" fmla="*/ 6942525 w 6942525"/>
                <a:gd name="connsiteY54" fmla="*/ 3629091 h 5346501"/>
                <a:gd name="connsiteX55" fmla="*/ 6341311 w 6942525"/>
                <a:gd name="connsiteY55" fmla="*/ 5307743 h 5346501"/>
                <a:gd name="connsiteX56" fmla="*/ 6322731 w 6942525"/>
                <a:gd name="connsiteY56" fmla="*/ 5345603 h 5346501"/>
                <a:gd name="connsiteX57" fmla="*/ 6321801 w 6942525"/>
                <a:gd name="connsiteY57" fmla="*/ 5346501 h 5346501"/>
                <a:gd name="connsiteX58" fmla="*/ 6233585 w 6942525"/>
                <a:gd name="connsiteY58" fmla="*/ 5329491 h 5346501"/>
                <a:gd name="connsiteX59" fmla="*/ 5624340 w 6942525"/>
                <a:gd name="connsiteY59" fmla="*/ 4843958 h 5346501"/>
                <a:gd name="connsiteX60" fmla="*/ 5586835 w 6942525"/>
                <a:gd name="connsiteY60" fmla="*/ 4756564 h 5346501"/>
                <a:gd name="connsiteX61" fmla="*/ 5593276 w 6942525"/>
                <a:gd name="connsiteY61" fmla="*/ 4698185 h 5346501"/>
                <a:gd name="connsiteX62" fmla="*/ 5621590 w 6942525"/>
                <a:gd name="connsiteY62" fmla="*/ 4597078 h 5346501"/>
                <a:gd name="connsiteX63" fmla="*/ 5807147 w 6942525"/>
                <a:gd name="connsiteY63" fmla="*/ 4078983 h 5346501"/>
                <a:gd name="connsiteX64" fmla="*/ 5831463 w 6942525"/>
                <a:gd name="connsiteY64" fmla="*/ 3787766 h 5346501"/>
                <a:gd name="connsiteX65" fmla="*/ 5818045 w 6942525"/>
                <a:gd name="connsiteY65" fmla="*/ 3747493 h 5346501"/>
                <a:gd name="connsiteX66" fmla="*/ 5827361 w 6942525"/>
                <a:gd name="connsiteY66" fmla="*/ 3737448 h 5346501"/>
                <a:gd name="connsiteX67" fmla="*/ 6680322 w 6942525"/>
                <a:gd name="connsiteY67" fmla="*/ 3519554 h 5346501"/>
                <a:gd name="connsiteX68" fmla="*/ 6771598 w 6942525"/>
                <a:gd name="connsiteY68" fmla="*/ 3546932 h 5346501"/>
                <a:gd name="connsiteX69" fmla="*/ 6517110 w 6942525"/>
                <a:gd name="connsiteY69" fmla="*/ 1905535 h 5346501"/>
                <a:gd name="connsiteX70" fmla="*/ 6865206 w 6942525"/>
                <a:gd name="connsiteY70" fmla="*/ 2030207 h 5346501"/>
                <a:gd name="connsiteX71" fmla="*/ 6880422 w 6942525"/>
                <a:gd name="connsiteY71" fmla="*/ 2061641 h 5346501"/>
                <a:gd name="connsiteX72" fmla="*/ 6937632 w 6942525"/>
                <a:gd name="connsiteY72" fmla="*/ 2415855 h 5346501"/>
                <a:gd name="connsiteX73" fmla="*/ 6937632 w 6942525"/>
                <a:gd name="connsiteY73" fmla="*/ 2427898 h 5346501"/>
                <a:gd name="connsiteX74" fmla="*/ 6935443 w 6942525"/>
                <a:gd name="connsiteY74" fmla="*/ 2457462 h 5346501"/>
                <a:gd name="connsiteX75" fmla="*/ 6928873 w 6942525"/>
                <a:gd name="connsiteY75" fmla="*/ 2515494 h 5346501"/>
                <a:gd name="connsiteX76" fmla="*/ 6927780 w 6942525"/>
                <a:gd name="connsiteY76" fmla="*/ 2522064 h 5346501"/>
                <a:gd name="connsiteX77" fmla="*/ 6921210 w 6942525"/>
                <a:gd name="connsiteY77" fmla="*/ 2560387 h 5346501"/>
                <a:gd name="connsiteX78" fmla="*/ 6914640 w 6942525"/>
                <a:gd name="connsiteY78" fmla="*/ 2588856 h 5346501"/>
                <a:gd name="connsiteX79" fmla="*/ 6911353 w 6942525"/>
                <a:gd name="connsiteY79" fmla="*/ 2604185 h 5346501"/>
                <a:gd name="connsiteX80" fmla="*/ 6779964 w 6942525"/>
                <a:gd name="connsiteY80" fmla="*/ 2904199 h 5346501"/>
                <a:gd name="connsiteX81" fmla="*/ 6770107 w 6942525"/>
                <a:gd name="connsiteY81" fmla="*/ 2918433 h 5346501"/>
                <a:gd name="connsiteX82" fmla="*/ 6754778 w 6942525"/>
                <a:gd name="connsiteY82" fmla="*/ 2940332 h 5346501"/>
                <a:gd name="connsiteX83" fmla="*/ 6730689 w 6942525"/>
                <a:gd name="connsiteY83" fmla="*/ 2972084 h 5346501"/>
                <a:gd name="connsiteX84" fmla="*/ 6728498 w 6942525"/>
                <a:gd name="connsiteY84" fmla="*/ 2974275 h 5346501"/>
                <a:gd name="connsiteX85" fmla="*/ 6496372 w 6942525"/>
                <a:gd name="connsiteY85" fmla="*/ 3179028 h 5346501"/>
                <a:gd name="connsiteX86" fmla="*/ 6494183 w 6942525"/>
                <a:gd name="connsiteY86" fmla="*/ 3180123 h 5346501"/>
                <a:gd name="connsiteX87" fmla="*/ 6461333 w 6942525"/>
                <a:gd name="connsiteY87" fmla="*/ 3199833 h 5346501"/>
                <a:gd name="connsiteX88" fmla="*/ 6453670 w 6942525"/>
                <a:gd name="connsiteY88" fmla="*/ 3204212 h 5346501"/>
                <a:gd name="connsiteX89" fmla="*/ 6425200 w 6942525"/>
                <a:gd name="connsiteY89" fmla="*/ 3219541 h 5346501"/>
                <a:gd name="connsiteX90" fmla="*/ 6413155 w 6942525"/>
                <a:gd name="connsiteY90" fmla="*/ 3226112 h 5346501"/>
                <a:gd name="connsiteX91" fmla="*/ 6387972 w 6942525"/>
                <a:gd name="connsiteY91" fmla="*/ 3238155 h 5346501"/>
                <a:gd name="connsiteX92" fmla="*/ 6370454 w 6942525"/>
                <a:gd name="connsiteY92" fmla="*/ 3245819 h 5346501"/>
                <a:gd name="connsiteX93" fmla="*/ 6348555 w 6942525"/>
                <a:gd name="connsiteY93" fmla="*/ 3254580 h 5346501"/>
                <a:gd name="connsiteX94" fmla="*/ 6327751 w 6942525"/>
                <a:gd name="connsiteY94" fmla="*/ 3262244 h 5346501"/>
                <a:gd name="connsiteX95" fmla="*/ 6306946 w 6942525"/>
                <a:gd name="connsiteY95" fmla="*/ 3268813 h 5346501"/>
                <a:gd name="connsiteX96" fmla="*/ 6285047 w 6942525"/>
                <a:gd name="connsiteY96" fmla="*/ 3276478 h 5346501"/>
                <a:gd name="connsiteX97" fmla="*/ 6264243 w 6942525"/>
                <a:gd name="connsiteY97" fmla="*/ 3283048 h 5346501"/>
                <a:gd name="connsiteX98" fmla="*/ 6242346 w 6942525"/>
                <a:gd name="connsiteY98" fmla="*/ 3289617 h 5346501"/>
                <a:gd name="connsiteX99" fmla="*/ 6216068 w 6942525"/>
                <a:gd name="connsiteY99" fmla="*/ 3296187 h 5346501"/>
                <a:gd name="connsiteX100" fmla="*/ 6199642 w 6942525"/>
                <a:gd name="connsiteY100" fmla="*/ 3300566 h 5346501"/>
                <a:gd name="connsiteX101" fmla="*/ 6162416 w 6942525"/>
                <a:gd name="connsiteY101" fmla="*/ 3307137 h 5346501"/>
                <a:gd name="connsiteX102" fmla="*/ 6155844 w 6942525"/>
                <a:gd name="connsiteY102" fmla="*/ 3308231 h 5346501"/>
                <a:gd name="connsiteX103" fmla="*/ 5609469 w 6942525"/>
                <a:gd name="connsiteY103" fmla="*/ 3232680 h 5346501"/>
                <a:gd name="connsiteX104" fmla="*/ 5149595 w 6942525"/>
                <a:gd name="connsiteY104" fmla="*/ 2758571 h 5346501"/>
                <a:gd name="connsiteX105" fmla="*/ 5149594 w 6942525"/>
                <a:gd name="connsiteY105" fmla="*/ 2757476 h 5346501"/>
                <a:gd name="connsiteX106" fmla="*/ 5118935 w 6942525"/>
                <a:gd name="connsiteY106" fmla="*/ 2677546 h 5346501"/>
                <a:gd name="connsiteX107" fmla="*/ 5116746 w 6942525"/>
                <a:gd name="connsiteY107" fmla="*/ 2669881 h 5346501"/>
                <a:gd name="connsiteX108" fmla="*/ 5105797 w 6942525"/>
                <a:gd name="connsiteY108" fmla="*/ 2632653 h 5346501"/>
                <a:gd name="connsiteX109" fmla="*/ 5103609 w 6942525"/>
                <a:gd name="connsiteY109" fmla="*/ 2624990 h 5346501"/>
                <a:gd name="connsiteX110" fmla="*/ 5094847 w 6942525"/>
                <a:gd name="connsiteY110" fmla="*/ 2587760 h 5346501"/>
                <a:gd name="connsiteX111" fmla="*/ 5093752 w 6942525"/>
                <a:gd name="connsiteY111" fmla="*/ 2584476 h 5346501"/>
                <a:gd name="connsiteX112" fmla="*/ 5086087 w 6942525"/>
                <a:gd name="connsiteY112" fmla="*/ 2541774 h 5346501"/>
                <a:gd name="connsiteX113" fmla="*/ 5084995 w 6942525"/>
                <a:gd name="connsiteY113" fmla="*/ 2538489 h 5346501"/>
                <a:gd name="connsiteX114" fmla="*/ 5082804 w 6942525"/>
                <a:gd name="connsiteY114" fmla="*/ 2526445 h 5346501"/>
                <a:gd name="connsiteX115" fmla="*/ 5078286 w 6942525"/>
                <a:gd name="connsiteY115" fmla="*/ 2461983 h 5346501"/>
                <a:gd name="connsiteX116" fmla="*/ 5159963 w 6942525"/>
                <a:gd name="connsiteY116" fmla="*/ 2430582 h 5346501"/>
                <a:gd name="connsiteX117" fmla="*/ 5859576 w 6942525"/>
                <a:gd name="connsiteY117" fmla="*/ 2138728 h 5346501"/>
                <a:gd name="connsiteX118" fmla="*/ 6339331 w 6942525"/>
                <a:gd name="connsiteY118" fmla="*/ 1931386 h 5346501"/>
                <a:gd name="connsiteX119" fmla="*/ 6431079 w 6942525"/>
                <a:gd name="connsiteY119" fmla="*/ 1895788 h 5346501"/>
                <a:gd name="connsiteX120" fmla="*/ 6442085 w 6942525"/>
                <a:gd name="connsiteY120" fmla="*/ 1894460 h 5346501"/>
                <a:gd name="connsiteX121" fmla="*/ 6517110 w 6942525"/>
                <a:gd name="connsiteY121" fmla="*/ 1905535 h 5346501"/>
                <a:gd name="connsiteX122" fmla="*/ 1211371 w 6942525"/>
                <a:gd name="connsiteY122" fmla="*/ 0 h 5346501"/>
                <a:gd name="connsiteX123" fmla="*/ 1323858 w 6942525"/>
                <a:gd name="connsiteY123" fmla="*/ 40288 h 5346501"/>
                <a:gd name="connsiteX124" fmla="*/ 1505887 w 6942525"/>
                <a:gd name="connsiteY124" fmla="*/ 105482 h 5346501"/>
                <a:gd name="connsiteX125" fmla="*/ 1989090 w 6942525"/>
                <a:gd name="connsiteY125" fmla="*/ 520789 h 5346501"/>
                <a:gd name="connsiteX126" fmla="*/ 2435576 w 6942525"/>
                <a:gd name="connsiteY126" fmla="*/ 1383611 h 5346501"/>
                <a:gd name="connsiteX127" fmla="*/ 2371730 w 6942525"/>
                <a:gd name="connsiteY127" fmla="*/ 1422742 h 5346501"/>
                <a:gd name="connsiteX128" fmla="*/ 2359686 w 6942525"/>
                <a:gd name="connsiteY128" fmla="*/ 1429313 h 5346501"/>
                <a:gd name="connsiteX129" fmla="*/ 2350925 w 6942525"/>
                <a:gd name="connsiteY129" fmla="*/ 1433692 h 5346501"/>
                <a:gd name="connsiteX130" fmla="*/ 2345451 w 6942525"/>
                <a:gd name="connsiteY130" fmla="*/ 1436976 h 5346501"/>
                <a:gd name="connsiteX131" fmla="*/ 2229389 w 6942525"/>
                <a:gd name="connsiteY131" fmla="*/ 1693194 h 5346501"/>
                <a:gd name="connsiteX132" fmla="*/ 2229388 w 6942525"/>
                <a:gd name="connsiteY132" fmla="*/ 1695383 h 5346501"/>
                <a:gd name="connsiteX133" fmla="*/ 2407863 w 6942525"/>
                <a:gd name="connsiteY133" fmla="*/ 1846485 h 5346501"/>
                <a:gd name="connsiteX134" fmla="*/ 2414433 w 6942525"/>
                <a:gd name="connsiteY134" fmla="*/ 1846484 h 5346501"/>
                <a:gd name="connsiteX135" fmla="*/ 2658605 w 6942525"/>
                <a:gd name="connsiteY135" fmla="*/ 1899042 h 5346501"/>
                <a:gd name="connsiteX136" fmla="*/ 2822470 w 6942525"/>
                <a:gd name="connsiteY136" fmla="*/ 1986791 h 5346501"/>
                <a:gd name="connsiteX137" fmla="*/ 2878775 w 6942525"/>
                <a:gd name="connsiteY137" fmla="*/ 2031380 h 5346501"/>
                <a:gd name="connsiteX138" fmla="*/ 2929827 w 6942525"/>
                <a:gd name="connsiteY138" fmla="*/ 2084748 h 5346501"/>
                <a:gd name="connsiteX139" fmla="*/ 2965120 w 6942525"/>
                <a:gd name="connsiteY139" fmla="*/ 2115980 h 5346501"/>
                <a:gd name="connsiteX140" fmla="*/ 3018673 w 6942525"/>
                <a:gd name="connsiteY140" fmla="*/ 2184978 h 5346501"/>
                <a:gd name="connsiteX141" fmla="*/ 3133809 w 6942525"/>
                <a:gd name="connsiteY141" fmla="*/ 2449798 h 5346501"/>
                <a:gd name="connsiteX142" fmla="*/ 2548016 w 6942525"/>
                <a:gd name="connsiteY142" fmla="*/ 3383781 h 5346501"/>
                <a:gd name="connsiteX143" fmla="*/ 2536880 w 6942525"/>
                <a:gd name="connsiteY143" fmla="*/ 3385712 h 5346501"/>
                <a:gd name="connsiteX144" fmla="*/ 2514488 w 6942525"/>
                <a:gd name="connsiteY144" fmla="*/ 3347339 h 5346501"/>
                <a:gd name="connsiteX145" fmla="*/ 2350348 w 6942525"/>
                <a:gd name="connsiteY145" fmla="*/ 3041037 h 5346501"/>
                <a:gd name="connsiteX146" fmla="*/ 2228498 w 6942525"/>
                <a:gd name="connsiteY146" fmla="*/ 2807812 h 5346501"/>
                <a:gd name="connsiteX147" fmla="*/ 2202859 w 6942525"/>
                <a:gd name="connsiteY147" fmla="*/ 2761768 h 5346501"/>
                <a:gd name="connsiteX148" fmla="*/ 2199862 w 6942525"/>
                <a:gd name="connsiteY148" fmla="*/ 2755426 h 5346501"/>
                <a:gd name="connsiteX149" fmla="*/ 2029384 w 6942525"/>
                <a:gd name="connsiteY149" fmla="*/ 2452123 h 5346501"/>
                <a:gd name="connsiteX150" fmla="*/ 1852495 w 6942525"/>
                <a:gd name="connsiteY150" fmla="*/ 2225519 h 5346501"/>
                <a:gd name="connsiteX151" fmla="*/ 1818850 w 6942525"/>
                <a:gd name="connsiteY151" fmla="*/ 2187136 h 5346501"/>
                <a:gd name="connsiteX152" fmla="*/ 1791189 w 6942525"/>
                <a:gd name="connsiteY152" fmla="*/ 2161433 h 5346501"/>
                <a:gd name="connsiteX153" fmla="*/ 1769205 w 6942525"/>
                <a:gd name="connsiteY153" fmla="*/ 2145235 h 5346501"/>
                <a:gd name="connsiteX154" fmla="*/ 1808930 w 6942525"/>
                <a:gd name="connsiteY154" fmla="*/ 2097226 h 5346501"/>
                <a:gd name="connsiteX155" fmla="*/ 2006020 w 6942525"/>
                <a:gd name="connsiteY155" fmla="*/ 1945030 h 5346501"/>
                <a:gd name="connsiteX156" fmla="*/ 2011495 w 6942525"/>
                <a:gd name="connsiteY156" fmla="*/ 1941744 h 5346501"/>
                <a:gd name="connsiteX157" fmla="*/ 2106755 w 6942525"/>
                <a:gd name="connsiteY157" fmla="*/ 1728230 h 5346501"/>
                <a:gd name="connsiteX158" fmla="*/ 2106755 w 6942525"/>
                <a:gd name="connsiteY158" fmla="*/ 1726042 h 5346501"/>
                <a:gd name="connsiteX159" fmla="*/ 1891051 w 6942525"/>
                <a:gd name="connsiteY159" fmla="*/ 1545376 h 5346501"/>
                <a:gd name="connsiteX160" fmla="*/ 1884482 w 6942525"/>
                <a:gd name="connsiteY160" fmla="*/ 1545377 h 5346501"/>
                <a:gd name="connsiteX161" fmla="*/ 1603082 w 6942525"/>
                <a:gd name="connsiteY161" fmla="*/ 1491724 h 5346501"/>
                <a:gd name="connsiteX162" fmla="*/ 1601987 w 6942525"/>
                <a:gd name="connsiteY162" fmla="*/ 1491724 h 5346501"/>
                <a:gd name="connsiteX163" fmla="*/ 1586657 w 6942525"/>
                <a:gd name="connsiteY163" fmla="*/ 1486249 h 5346501"/>
                <a:gd name="connsiteX164" fmla="*/ 1501252 w 6942525"/>
                <a:gd name="connsiteY164" fmla="*/ 1449021 h 5346501"/>
                <a:gd name="connsiteX165" fmla="*/ 1494683 w 6942525"/>
                <a:gd name="connsiteY165" fmla="*/ 1445737 h 5346501"/>
                <a:gd name="connsiteX166" fmla="*/ 1469499 w 6942525"/>
                <a:gd name="connsiteY166" fmla="*/ 1432597 h 5346501"/>
                <a:gd name="connsiteX167" fmla="*/ 1462930 w 6942525"/>
                <a:gd name="connsiteY167" fmla="*/ 1429312 h 5346501"/>
                <a:gd name="connsiteX168" fmla="*/ 1433366 w 6942525"/>
                <a:gd name="connsiteY168" fmla="*/ 1411794 h 5346501"/>
                <a:gd name="connsiteX169" fmla="*/ 1427891 w 6942525"/>
                <a:gd name="connsiteY169" fmla="*/ 1408508 h 5346501"/>
                <a:gd name="connsiteX170" fmla="*/ 1402707 w 6942525"/>
                <a:gd name="connsiteY170" fmla="*/ 1392085 h 5346501"/>
                <a:gd name="connsiteX171" fmla="*/ 1399423 w 6942525"/>
                <a:gd name="connsiteY171" fmla="*/ 1389894 h 5346501"/>
                <a:gd name="connsiteX172" fmla="*/ 1393948 w 6942525"/>
                <a:gd name="connsiteY172" fmla="*/ 1386610 h 5346501"/>
                <a:gd name="connsiteX173" fmla="*/ 1113643 w 6942525"/>
                <a:gd name="connsiteY173" fmla="*/ 1406319 h 5346501"/>
                <a:gd name="connsiteX174" fmla="*/ 1111453 w 6942525"/>
                <a:gd name="connsiteY174" fmla="*/ 1408508 h 5346501"/>
                <a:gd name="connsiteX175" fmla="*/ 1070940 w 6942525"/>
                <a:gd name="connsiteY175" fmla="*/ 1585889 h 5346501"/>
                <a:gd name="connsiteX176" fmla="*/ 1075321 w 6942525"/>
                <a:gd name="connsiteY176" fmla="*/ 1596838 h 5346501"/>
                <a:gd name="connsiteX177" fmla="*/ 1076415 w 6942525"/>
                <a:gd name="connsiteY177" fmla="*/ 1599028 h 5346501"/>
                <a:gd name="connsiteX178" fmla="*/ 1088459 w 6942525"/>
                <a:gd name="connsiteY178" fmla="*/ 1626401 h 5346501"/>
                <a:gd name="connsiteX179" fmla="*/ 1090649 w 6942525"/>
                <a:gd name="connsiteY179" fmla="*/ 1632971 h 5346501"/>
                <a:gd name="connsiteX180" fmla="*/ 1099409 w 6942525"/>
                <a:gd name="connsiteY180" fmla="*/ 1657060 h 5346501"/>
                <a:gd name="connsiteX181" fmla="*/ 1101599 w 6942525"/>
                <a:gd name="connsiteY181" fmla="*/ 1664724 h 5346501"/>
                <a:gd name="connsiteX182" fmla="*/ 1109262 w 6942525"/>
                <a:gd name="connsiteY182" fmla="*/ 1688814 h 5346501"/>
                <a:gd name="connsiteX183" fmla="*/ 1111453 w 6942525"/>
                <a:gd name="connsiteY183" fmla="*/ 1696478 h 5346501"/>
                <a:gd name="connsiteX184" fmla="*/ 1116928 w 6942525"/>
                <a:gd name="connsiteY184" fmla="*/ 1720566 h 5346501"/>
                <a:gd name="connsiteX185" fmla="*/ 1118023 w 6942525"/>
                <a:gd name="connsiteY185" fmla="*/ 1723851 h 5346501"/>
                <a:gd name="connsiteX186" fmla="*/ 1119118 w 6942525"/>
                <a:gd name="connsiteY186" fmla="*/ 1731516 h 5346501"/>
                <a:gd name="connsiteX187" fmla="*/ 1122403 w 6942525"/>
                <a:gd name="connsiteY187" fmla="*/ 1750130 h 5346501"/>
                <a:gd name="connsiteX188" fmla="*/ 1124593 w 6942525"/>
                <a:gd name="connsiteY188" fmla="*/ 1765460 h 5346501"/>
                <a:gd name="connsiteX189" fmla="*/ 1126782 w 6942525"/>
                <a:gd name="connsiteY189" fmla="*/ 1779693 h 5346501"/>
                <a:gd name="connsiteX190" fmla="*/ 1127878 w 6942525"/>
                <a:gd name="connsiteY190" fmla="*/ 1791738 h 5346501"/>
                <a:gd name="connsiteX191" fmla="*/ 1128972 w 6942525"/>
                <a:gd name="connsiteY191" fmla="*/ 1805972 h 5346501"/>
                <a:gd name="connsiteX192" fmla="*/ 1130067 w 6942525"/>
                <a:gd name="connsiteY192" fmla="*/ 1826775 h 5346501"/>
                <a:gd name="connsiteX193" fmla="*/ 1130067 w 6942525"/>
                <a:gd name="connsiteY193" fmla="*/ 1839915 h 5346501"/>
                <a:gd name="connsiteX194" fmla="*/ 1130067 w 6942525"/>
                <a:gd name="connsiteY194" fmla="*/ 1853055 h 5346501"/>
                <a:gd name="connsiteX195" fmla="*/ 1130067 w 6942525"/>
                <a:gd name="connsiteY195" fmla="*/ 1865098 h 5346501"/>
                <a:gd name="connsiteX196" fmla="*/ 1128972 w 6942525"/>
                <a:gd name="connsiteY196" fmla="*/ 1888092 h 5346501"/>
                <a:gd name="connsiteX197" fmla="*/ 1127878 w 6942525"/>
                <a:gd name="connsiteY197" fmla="*/ 1897946 h 5346501"/>
                <a:gd name="connsiteX198" fmla="*/ 1126783 w 6942525"/>
                <a:gd name="connsiteY198" fmla="*/ 1915467 h 5346501"/>
                <a:gd name="connsiteX199" fmla="*/ 1125687 w 6942525"/>
                <a:gd name="connsiteY199" fmla="*/ 1924226 h 5346501"/>
                <a:gd name="connsiteX200" fmla="*/ 1122403 w 6942525"/>
                <a:gd name="connsiteY200" fmla="*/ 1949409 h 5346501"/>
                <a:gd name="connsiteX201" fmla="*/ 1121308 w 6942525"/>
                <a:gd name="connsiteY201" fmla="*/ 1954885 h 5346501"/>
                <a:gd name="connsiteX202" fmla="*/ 1116928 w 6942525"/>
                <a:gd name="connsiteY202" fmla="*/ 1976782 h 5346501"/>
                <a:gd name="connsiteX203" fmla="*/ 1115833 w 6942525"/>
                <a:gd name="connsiteY203" fmla="*/ 1982257 h 5346501"/>
                <a:gd name="connsiteX204" fmla="*/ 1109263 w 6942525"/>
                <a:gd name="connsiteY204" fmla="*/ 2008535 h 5346501"/>
                <a:gd name="connsiteX205" fmla="*/ 1109263 w 6942525"/>
                <a:gd name="connsiteY205" fmla="*/ 2009630 h 5346501"/>
                <a:gd name="connsiteX206" fmla="*/ 1101599 w 6942525"/>
                <a:gd name="connsiteY206" fmla="*/ 2035909 h 5346501"/>
                <a:gd name="connsiteX207" fmla="*/ 1100503 w 6942525"/>
                <a:gd name="connsiteY207" fmla="*/ 2039194 h 5346501"/>
                <a:gd name="connsiteX208" fmla="*/ 1081889 w 6942525"/>
                <a:gd name="connsiteY208" fmla="*/ 2091751 h 5346501"/>
                <a:gd name="connsiteX209" fmla="*/ 1080794 w 6942525"/>
                <a:gd name="connsiteY209" fmla="*/ 2095037 h 5346501"/>
                <a:gd name="connsiteX210" fmla="*/ 1076077 w 6942525"/>
                <a:gd name="connsiteY210" fmla="*/ 2104902 h 5346501"/>
                <a:gd name="connsiteX211" fmla="*/ 1030906 w 6942525"/>
                <a:gd name="connsiteY211" fmla="*/ 2148496 h 5346501"/>
                <a:gd name="connsiteX212" fmla="*/ 975618 w 6942525"/>
                <a:gd name="connsiteY212" fmla="*/ 2228423 h 5346501"/>
                <a:gd name="connsiteX213" fmla="*/ 944652 w 6942525"/>
                <a:gd name="connsiteY213" fmla="*/ 2296876 h 5346501"/>
                <a:gd name="connsiteX214" fmla="*/ 941737 w 6942525"/>
                <a:gd name="connsiteY214" fmla="*/ 2299790 h 5346501"/>
                <a:gd name="connsiteX215" fmla="*/ 929693 w 6942525"/>
                <a:gd name="connsiteY215" fmla="*/ 2310739 h 5346501"/>
                <a:gd name="connsiteX216" fmla="*/ 922029 w 6942525"/>
                <a:gd name="connsiteY216" fmla="*/ 2318404 h 5346501"/>
                <a:gd name="connsiteX217" fmla="*/ 919839 w 6942525"/>
                <a:gd name="connsiteY217" fmla="*/ 2320594 h 5346501"/>
                <a:gd name="connsiteX218" fmla="*/ 912174 w 6942525"/>
                <a:gd name="connsiteY218" fmla="*/ 2327164 h 5346501"/>
                <a:gd name="connsiteX219" fmla="*/ 899035 w 6942525"/>
                <a:gd name="connsiteY219" fmla="*/ 2338113 h 5346501"/>
                <a:gd name="connsiteX220" fmla="*/ 884801 w 6942525"/>
                <a:gd name="connsiteY220" fmla="*/ 2349062 h 5346501"/>
                <a:gd name="connsiteX221" fmla="*/ 877136 w 6942525"/>
                <a:gd name="connsiteY221" fmla="*/ 2354537 h 5346501"/>
                <a:gd name="connsiteX222" fmla="*/ 874946 w 6942525"/>
                <a:gd name="connsiteY222" fmla="*/ 2355632 h 5346501"/>
                <a:gd name="connsiteX223" fmla="*/ 856332 w 6942525"/>
                <a:gd name="connsiteY223" fmla="*/ 2368771 h 5346501"/>
                <a:gd name="connsiteX224" fmla="*/ 849763 w 6942525"/>
                <a:gd name="connsiteY224" fmla="*/ 2373151 h 5346501"/>
                <a:gd name="connsiteX225" fmla="*/ 828959 w 6942525"/>
                <a:gd name="connsiteY225" fmla="*/ 2386291 h 5346501"/>
                <a:gd name="connsiteX226" fmla="*/ 823484 w 6942525"/>
                <a:gd name="connsiteY226" fmla="*/ 2389575 h 5346501"/>
                <a:gd name="connsiteX227" fmla="*/ 802680 w 6942525"/>
                <a:gd name="connsiteY227" fmla="*/ 2401620 h 5346501"/>
                <a:gd name="connsiteX228" fmla="*/ 796110 w 6942525"/>
                <a:gd name="connsiteY228" fmla="*/ 2404905 h 5346501"/>
                <a:gd name="connsiteX229" fmla="*/ 776401 w 6942525"/>
                <a:gd name="connsiteY229" fmla="*/ 2414759 h 5346501"/>
                <a:gd name="connsiteX230" fmla="*/ 768737 w 6942525"/>
                <a:gd name="connsiteY230" fmla="*/ 2418043 h 5346501"/>
                <a:gd name="connsiteX231" fmla="*/ 750123 w 6942525"/>
                <a:gd name="connsiteY231" fmla="*/ 2425709 h 5346501"/>
                <a:gd name="connsiteX232" fmla="*/ 740268 w 6942525"/>
                <a:gd name="connsiteY232" fmla="*/ 2430088 h 5346501"/>
                <a:gd name="connsiteX233" fmla="*/ 723844 w 6942525"/>
                <a:gd name="connsiteY233" fmla="*/ 2435562 h 5346501"/>
                <a:gd name="connsiteX234" fmla="*/ 710705 w 6942525"/>
                <a:gd name="connsiteY234" fmla="*/ 2439943 h 5346501"/>
                <a:gd name="connsiteX235" fmla="*/ 697565 w 6942525"/>
                <a:gd name="connsiteY235" fmla="*/ 2444323 h 5346501"/>
                <a:gd name="connsiteX236" fmla="*/ 681141 w 6942525"/>
                <a:gd name="connsiteY236" fmla="*/ 2449797 h 5346501"/>
                <a:gd name="connsiteX237" fmla="*/ 670192 w 6942525"/>
                <a:gd name="connsiteY237" fmla="*/ 2453082 h 5346501"/>
                <a:gd name="connsiteX238" fmla="*/ 651578 w 6942525"/>
                <a:gd name="connsiteY238" fmla="*/ 2457462 h 5346501"/>
                <a:gd name="connsiteX239" fmla="*/ 643915 w 6942525"/>
                <a:gd name="connsiteY239" fmla="*/ 2459652 h 5346501"/>
                <a:gd name="connsiteX240" fmla="*/ 622015 w 6942525"/>
                <a:gd name="connsiteY240" fmla="*/ 2464032 h 5346501"/>
                <a:gd name="connsiteX241" fmla="*/ 615445 w 6942525"/>
                <a:gd name="connsiteY241" fmla="*/ 2465126 h 5346501"/>
                <a:gd name="connsiteX242" fmla="*/ 592452 w 6942525"/>
                <a:gd name="connsiteY242" fmla="*/ 2468412 h 5346501"/>
                <a:gd name="connsiteX243" fmla="*/ 586975 w 6942525"/>
                <a:gd name="connsiteY243" fmla="*/ 2469505 h 5346501"/>
                <a:gd name="connsiteX244" fmla="*/ 562888 w 6942525"/>
                <a:gd name="connsiteY244" fmla="*/ 2471696 h 5346501"/>
                <a:gd name="connsiteX245" fmla="*/ 557413 w 6942525"/>
                <a:gd name="connsiteY245" fmla="*/ 2471696 h 5346501"/>
                <a:gd name="connsiteX246" fmla="*/ 533324 w 6942525"/>
                <a:gd name="connsiteY246" fmla="*/ 2472791 h 5346501"/>
                <a:gd name="connsiteX247" fmla="*/ 525660 w 6942525"/>
                <a:gd name="connsiteY247" fmla="*/ 2472791 h 5346501"/>
                <a:gd name="connsiteX248" fmla="*/ 503761 w 6942525"/>
                <a:gd name="connsiteY248" fmla="*/ 2472791 h 5346501"/>
                <a:gd name="connsiteX249" fmla="*/ 493906 w 6942525"/>
                <a:gd name="connsiteY249" fmla="*/ 2472791 h 5346501"/>
                <a:gd name="connsiteX250" fmla="*/ 474198 w 6942525"/>
                <a:gd name="connsiteY250" fmla="*/ 2471696 h 5346501"/>
                <a:gd name="connsiteX251" fmla="*/ 462153 w 6942525"/>
                <a:gd name="connsiteY251" fmla="*/ 2470600 h 5346501"/>
                <a:gd name="connsiteX252" fmla="*/ 445729 w 6942525"/>
                <a:gd name="connsiteY252" fmla="*/ 2469505 h 5346501"/>
                <a:gd name="connsiteX253" fmla="*/ 430400 w 6942525"/>
                <a:gd name="connsiteY253" fmla="*/ 2467316 h 5346501"/>
                <a:gd name="connsiteX254" fmla="*/ 417260 w 6942525"/>
                <a:gd name="connsiteY254" fmla="*/ 2465125 h 5346501"/>
                <a:gd name="connsiteX255" fmla="*/ 398647 w 6942525"/>
                <a:gd name="connsiteY255" fmla="*/ 2461841 h 5346501"/>
                <a:gd name="connsiteX256" fmla="*/ 388792 w 6942525"/>
                <a:gd name="connsiteY256" fmla="*/ 2459652 h 5346501"/>
                <a:gd name="connsiteX257" fmla="*/ 367988 w 6942525"/>
                <a:gd name="connsiteY257" fmla="*/ 2455272 h 5346501"/>
                <a:gd name="connsiteX258" fmla="*/ 360324 w 6942525"/>
                <a:gd name="connsiteY258" fmla="*/ 2453082 h 5346501"/>
                <a:gd name="connsiteX259" fmla="*/ 338425 w 6942525"/>
                <a:gd name="connsiteY259" fmla="*/ 2446512 h 5346501"/>
                <a:gd name="connsiteX260" fmla="*/ 331856 w 6942525"/>
                <a:gd name="connsiteY260" fmla="*/ 2444322 h 5346501"/>
                <a:gd name="connsiteX261" fmla="*/ 309957 w 6942525"/>
                <a:gd name="connsiteY261" fmla="*/ 2436658 h 5346501"/>
                <a:gd name="connsiteX262" fmla="*/ 303387 w 6942525"/>
                <a:gd name="connsiteY262" fmla="*/ 2434468 h 5346501"/>
                <a:gd name="connsiteX263" fmla="*/ 282583 w 6942525"/>
                <a:gd name="connsiteY263" fmla="*/ 2425709 h 5346501"/>
                <a:gd name="connsiteX264" fmla="*/ 276013 w 6942525"/>
                <a:gd name="connsiteY264" fmla="*/ 2423518 h 5346501"/>
                <a:gd name="connsiteX265" fmla="*/ 256304 w 6942525"/>
                <a:gd name="connsiteY265" fmla="*/ 2414759 h 5346501"/>
                <a:gd name="connsiteX266" fmla="*/ 247545 w 6942525"/>
                <a:gd name="connsiteY266" fmla="*/ 2411474 h 5346501"/>
                <a:gd name="connsiteX267" fmla="*/ 230026 w 6942525"/>
                <a:gd name="connsiteY267" fmla="*/ 2402714 h 5346501"/>
                <a:gd name="connsiteX268" fmla="*/ 220172 w 6942525"/>
                <a:gd name="connsiteY268" fmla="*/ 2397239 h 5346501"/>
                <a:gd name="connsiteX269" fmla="*/ 205937 w 6942525"/>
                <a:gd name="connsiteY269" fmla="*/ 2389575 h 5346501"/>
                <a:gd name="connsiteX270" fmla="*/ 193892 w 6942525"/>
                <a:gd name="connsiteY270" fmla="*/ 2381911 h 5346501"/>
                <a:gd name="connsiteX271" fmla="*/ 182944 w 6942525"/>
                <a:gd name="connsiteY271" fmla="*/ 2374246 h 5346501"/>
                <a:gd name="connsiteX272" fmla="*/ 168709 w 6942525"/>
                <a:gd name="connsiteY272" fmla="*/ 2364391 h 5346501"/>
                <a:gd name="connsiteX273" fmla="*/ 159950 w 6942525"/>
                <a:gd name="connsiteY273" fmla="*/ 2357823 h 5346501"/>
                <a:gd name="connsiteX274" fmla="*/ 143526 w 6942525"/>
                <a:gd name="connsiteY274" fmla="*/ 2345778 h 5346501"/>
                <a:gd name="connsiteX275" fmla="*/ 136956 w 6942525"/>
                <a:gd name="connsiteY275" fmla="*/ 2340303 h 5346501"/>
                <a:gd name="connsiteX276" fmla="*/ 119437 w 6942525"/>
                <a:gd name="connsiteY276" fmla="*/ 2326068 h 5346501"/>
                <a:gd name="connsiteX277" fmla="*/ 113962 w 6942525"/>
                <a:gd name="connsiteY277" fmla="*/ 2321689 h 5346501"/>
                <a:gd name="connsiteX278" fmla="*/ 95349 w 6942525"/>
                <a:gd name="connsiteY278" fmla="*/ 2305264 h 5346501"/>
                <a:gd name="connsiteX279" fmla="*/ 90968 w 6942525"/>
                <a:gd name="connsiteY279" fmla="*/ 2300885 h 5346501"/>
                <a:gd name="connsiteX280" fmla="*/ 73450 w 6942525"/>
                <a:gd name="connsiteY280" fmla="*/ 2283366 h 5346501"/>
                <a:gd name="connsiteX281" fmla="*/ 67975 w 6942525"/>
                <a:gd name="connsiteY281" fmla="*/ 2277891 h 5346501"/>
                <a:gd name="connsiteX282" fmla="*/ 52645 w 6942525"/>
                <a:gd name="connsiteY282" fmla="*/ 2260373 h 5346501"/>
                <a:gd name="connsiteX283" fmla="*/ 50455 w 6942525"/>
                <a:gd name="connsiteY283" fmla="*/ 2258182 h 5346501"/>
                <a:gd name="connsiteX284" fmla="*/ 44981 w 6942525"/>
                <a:gd name="connsiteY284" fmla="*/ 2251612 h 5346501"/>
                <a:gd name="connsiteX285" fmla="*/ 32936 w 6942525"/>
                <a:gd name="connsiteY285" fmla="*/ 2237379 h 5346501"/>
                <a:gd name="connsiteX286" fmla="*/ 21988 w 6942525"/>
                <a:gd name="connsiteY286" fmla="*/ 2223144 h 5346501"/>
                <a:gd name="connsiteX287" fmla="*/ 15417 w 6942525"/>
                <a:gd name="connsiteY287" fmla="*/ 2214385 h 5346501"/>
                <a:gd name="connsiteX288" fmla="*/ 13229 w 6942525"/>
                <a:gd name="connsiteY288" fmla="*/ 2211100 h 5346501"/>
                <a:gd name="connsiteX289" fmla="*/ 6658 w 6942525"/>
                <a:gd name="connsiteY289" fmla="*/ 2202341 h 5346501"/>
                <a:gd name="connsiteX290" fmla="*/ 0 w 6942525"/>
                <a:gd name="connsiteY290" fmla="*/ 2192724 h 5346501"/>
                <a:gd name="connsiteX291" fmla="*/ 338643 w 6942525"/>
                <a:gd name="connsiteY291" fmla="*/ 1247199 h 5346501"/>
                <a:gd name="connsiteX292" fmla="*/ 365799 w 6942525"/>
                <a:gd name="connsiteY292" fmla="*/ 1239888 h 5346501"/>
                <a:gd name="connsiteX293" fmla="*/ 372368 w 6942525"/>
                <a:gd name="connsiteY293" fmla="*/ 1238793 h 5346501"/>
                <a:gd name="connsiteX294" fmla="*/ 399742 w 6942525"/>
                <a:gd name="connsiteY294" fmla="*/ 1233317 h 5346501"/>
                <a:gd name="connsiteX295" fmla="*/ 407406 w 6942525"/>
                <a:gd name="connsiteY295" fmla="*/ 1232223 h 5346501"/>
                <a:gd name="connsiteX296" fmla="*/ 431494 w 6942525"/>
                <a:gd name="connsiteY296" fmla="*/ 1228938 h 5346501"/>
                <a:gd name="connsiteX297" fmla="*/ 435875 w 6942525"/>
                <a:gd name="connsiteY297" fmla="*/ 1227844 h 5346501"/>
                <a:gd name="connsiteX298" fmla="*/ 517995 w 6942525"/>
                <a:gd name="connsiteY298" fmla="*/ 1223464 h 5346501"/>
                <a:gd name="connsiteX299" fmla="*/ 519090 w 6942525"/>
                <a:gd name="connsiteY299" fmla="*/ 1223464 h 5346501"/>
                <a:gd name="connsiteX300" fmla="*/ 538799 w 6942525"/>
                <a:gd name="connsiteY300" fmla="*/ 1224558 h 5346501"/>
                <a:gd name="connsiteX301" fmla="*/ 543179 w 6942525"/>
                <a:gd name="connsiteY301" fmla="*/ 1224558 h 5346501"/>
                <a:gd name="connsiteX302" fmla="*/ 558508 w 6942525"/>
                <a:gd name="connsiteY302" fmla="*/ 1225654 h 5346501"/>
                <a:gd name="connsiteX303" fmla="*/ 567267 w 6942525"/>
                <a:gd name="connsiteY303" fmla="*/ 1226748 h 5346501"/>
                <a:gd name="connsiteX304" fmla="*/ 578217 w 6942525"/>
                <a:gd name="connsiteY304" fmla="*/ 1227844 h 5346501"/>
                <a:gd name="connsiteX305" fmla="*/ 591356 w 6942525"/>
                <a:gd name="connsiteY305" fmla="*/ 1230033 h 5346501"/>
                <a:gd name="connsiteX306" fmla="*/ 597926 w 6942525"/>
                <a:gd name="connsiteY306" fmla="*/ 1231128 h 5346501"/>
                <a:gd name="connsiteX307" fmla="*/ 615444 w 6942525"/>
                <a:gd name="connsiteY307" fmla="*/ 1234412 h 5346501"/>
                <a:gd name="connsiteX308" fmla="*/ 617635 w 6942525"/>
                <a:gd name="connsiteY308" fmla="*/ 1234413 h 5346501"/>
                <a:gd name="connsiteX309" fmla="*/ 717275 w 6942525"/>
                <a:gd name="connsiteY309" fmla="*/ 1260692 h 5346501"/>
                <a:gd name="connsiteX310" fmla="*/ 721654 w 6942525"/>
                <a:gd name="connsiteY310" fmla="*/ 1261787 h 5346501"/>
                <a:gd name="connsiteX311" fmla="*/ 744649 w 6942525"/>
                <a:gd name="connsiteY311" fmla="*/ 1270547 h 5346501"/>
                <a:gd name="connsiteX312" fmla="*/ 751217 w 6942525"/>
                <a:gd name="connsiteY312" fmla="*/ 1273830 h 5346501"/>
                <a:gd name="connsiteX313" fmla="*/ 776401 w 6942525"/>
                <a:gd name="connsiteY313" fmla="*/ 1284780 h 5346501"/>
                <a:gd name="connsiteX314" fmla="*/ 782971 w 6942525"/>
                <a:gd name="connsiteY314" fmla="*/ 1288065 h 5346501"/>
                <a:gd name="connsiteX315" fmla="*/ 809249 w 6942525"/>
                <a:gd name="connsiteY315" fmla="*/ 1301204 h 5346501"/>
                <a:gd name="connsiteX316" fmla="*/ 810345 w 6942525"/>
                <a:gd name="connsiteY316" fmla="*/ 1302299 h 5346501"/>
                <a:gd name="connsiteX317" fmla="*/ 836624 w 6942525"/>
                <a:gd name="connsiteY317" fmla="*/ 1317628 h 5346501"/>
                <a:gd name="connsiteX318" fmla="*/ 838813 w 6942525"/>
                <a:gd name="connsiteY318" fmla="*/ 1318723 h 5346501"/>
                <a:gd name="connsiteX319" fmla="*/ 841003 w 6942525"/>
                <a:gd name="connsiteY319" fmla="*/ 1319819 h 5346501"/>
                <a:gd name="connsiteX320" fmla="*/ 845383 w 6942525"/>
                <a:gd name="connsiteY320" fmla="*/ 1323103 h 5346501"/>
                <a:gd name="connsiteX321" fmla="*/ 847573 w 6942525"/>
                <a:gd name="connsiteY321" fmla="*/ 1324198 h 5346501"/>
                <a:gd name="connsiteX322" fmla="*/ 1028238 w 6942525"/>
                <a:gd name="connsiteY322" fmla="*/ 1306679 h 5346501"/>
                <a:gd name="connsiteX323" fmla="*/ 1030428 w 6942525"/>
                <a:gd name="connsiteY323" fmla="*/ 1304489 h 5346501"/>
                <a:gd name="connsiteX324" fmla="*/ 1087364 w 6942525"/>
                <a:gd name="connsiteY324" fmla="*/ 1030754 h 5346501"/>
                <a:gd name="connsiteX325" fmla="*/ 1039187 w 6942525"/>
                <a:gd name="connsiteY325" fmla="*/ 917975 h 5346501"/>
                <a:gd name="connsiteX326" fmla="*/ 1038092 w 6942525"/>
                <a:gd name="connsiteY326" fmla="*/ 915786 h 5346501"/>
                <a:gd name="connsiteX327" fmla="*/ 1027142 w 6942525"/>
                <a:gd name="connsiteY327" fmla="*/ 882937 h 5346501"/>
                <a:gd name="connsiteX328" fmla="*/ 1026048 w 6942525"/>
                <a:gd name="connsiteY328" fmla="*/ 879652 h 5346501"/>
                <a:gd name="connsiteX329" fmla="*/ 1008528 w 6942525"/>
                <a:gd name="connsiteY329" fmla="*/ 815051 h 5346501"/>
                <a:gd name="connsiteX330" fmla="*/ 1041377 w 6942525"/>
                <a:gd name="connsiteY330" fmla="*/ 289479 h 5346501"/>
                <a:gd name="connsiteX331" fmla="*/ 1042471 w 6942525"/>
                <a:gd name="connsiteY331" fmla="*/ 287290 h 5346501"/>
                <a:gd name="connsiteX332" fmla="*/ 1050137 w 6942525"/>
                <a:gd name="connsiteY332" fmla="*/ 267581 h 5346501"/>
                <a:gd name="connsiteX333" fmla="*/ 1054516 w 6942525"/>
                <a:gd name="connsiteY333" fmla="*/ 255536 h 5346501"/>
                <a:gd name="connsiteX334" fmla="*/ 1057801 w 6942525"/>
                <a:gd name="connsiteY334" fmla="*/ 246778 h 5346501"/>
                <a:gd name="connsiteX335" fmla="*/ 1205618 w 6942525"/>
                <a:gd name="connsiteY335" fmla="*/ 5890 h 5346501"/>
                <a:gd name="connsiteX336" fmla="*/ 1209998 w 6942525"/>
                <a:gd name="connsiteY336" fmla="*/ 1509 h 534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942525" h="5346501">
                  <a:moveTo>
                    <a:pt x="4388610" y="2797988"/>
                  </a:moveTo>
                  <a:cubicBezTo>
                    <a:pt x="4567086" y="2851641"/>
                    <a:pt x="4721471" y="2946900"/>
                    <a:pt x="4845199" y="3071724"/>
                  </a:cubicBezTo>
                  <a:cubicBezTo>
                    <a:pt x="4846296" y="3072819"/>
                    <a:pt x="4848484" y="3075008"/>
                    <a:pt x="4849579" y="3076103"/>
                  </a:cubicBezTo>
                  <a:cubicBezTo>
                    <a:pt x="4855054" y="3080483"/>
                    <a:pt x="4859435" y="3085958"/>
                    <a:pt x="4864910" y="3091433"/>
                  </a:cubicBezTo>
                  <a:cubicBezTo>
                    <a:pt x="4867099" y="3093623"/>
                    <a:pt x="4868192" y="3094717"/>
                    <a:pt x="4870384" y="3096908"/>
                  </a:cubicBezTo>
                  <a:cubicBezTo>
                    <a:pt x="4880239" y="3106762"/>
                    <a:pt x="4888998" y="3117711"/>
                    <a:pt x="4897756" y="3127565"/>
                  </a:cubicBezTo>
                  <a:cubicBezTo>
                    <a:pt x="4898851" y="3129756"/>
                    <a:pt x="4901043" y="3130850"/>
                    <a:pt x="4902137" y="3133040"/>
                  </a:cubicBezTo>
                  <a:cubicBezTo>
                    <a:pt x="4906518" y="3137420"/>
                    <a:pt x="4909801" y="3142894"/>
                    <a:pt x="4914180" y="3147274"/>
                  </a:cubicBezTo>
                  <a:cubicBezTo>
                    <a:pt x="4917465" y="3150560"/>
                    <a:pt x="4919657" y="3152749"/>
                    <a:pt x="4921846" y="3156034"/>
                  </a:cubicBezTo>
                  <a:cubicBezTo>
                    <a:pt x="4926224" y="3161508"/>
                    <a:pt x="4929510" y="3165888"/>
                    <a:pt x="4933890" y="3171363"/>
                  </a:cubicBezTo>
                  <a:cubicBezTo>
                    <a:pt x="4936080" y="3173553"/>
                    <a:pt x="4937174" y="3176838"/>
                    <a:pt x="4939364" y="3179028"/>
                  </a:cubicBezTo>
                  <a:cubicBezTo>
                    <a:pt x="4953599" y="3196547"/>
                    <a:pt x="4966739" y="3216256"/>
                    <a:pt x="4979880" y="3234870"/>
                  </a:cubicBezTo>
                  <a:cubicBezTo>
                    <a:pt x="4979879" y="3235965"/>
                    <a:pt x="4980972" y="3237060"/>
                    <a:pt x="4982067" y="3238154"/>
                  </a:cubicBezTo>
                  <a:cubicBezTo>
                    <a:pt x="5012178" y="3284141"/>
                    <a:pt x="5039005" y="3332045"/>
                    <a:pt x="5062135" y="3381728"/>
                  </a:cubicBezTo>
                  <a:lnTo>
                    <a:pt x="5080445" y="3430512"/>
                  </a:lnTo>
                  <a:lnTo>
                    <a:pt x="5045549" y="3435607"/>
                  </a:lnTo>
                  <a:cubicBezTo>
                    <a:pt x="4990803" y="3446938"/>
                    <a:pt x="4935597" y="3461397"/>
                    <a:pt x="4879551" y="3478187"/>
                  </a:cubicBezTo>
                  <a:cubicBezTo>
                    <a:pt x="4783139" y="3512115"/>
                    <a:pt x="4682062" y="3544378"/>
                    <a:pt x="4586973" y="3589312"/>
                  </a:cubicBezTo>
                  <a:cubicBezTo>
                    <a:pt x="4580637" y="3592311"/>
                    <a:pt x="4567958" y="3598303"/>
                    <a:pt x="4561618" y="3601296"/>
                  </a:cubicBezTo>
                  <a:cubicBezTo>
                    <a:pt x="4479209" y="3640244"/>
                    <a:pt x="4404811" y="3671524"/>
                    <a:pt x="4330412" y="3702809"/>
                  </a:cubicBezTo>
                  <a:cubicBezTo>
                    <a:pt x="4311393" y="3711793"/>
                    <a:pt x="4287706" y="3719111"/>
                    <a:pt x="4268693" y="3728097"/>
                  </a:cubicBezTo>
                  <a:cubicBezTo>
                    <a:pt x="4236994" y="3743078"/>
                    <a:pt x="4206972" y="3753391"/>
                    <a:pt x="4175275" y="3768366"/>
                  </a:cubicBezTo>
                  <a:cubicBezTo>
                    <a:pt x="4130902" y="3789340"/>
                    <a:pt x="4083532" y="3803972"/>
                    <a:pt x="4039156" y="3824940"/>
                  </a:cubicBezTo>
                  <a:cubicBezTo>
                    <a:pt x="4009134" y="3835252"/>
                    <a:pt x="3977435" y="3850233"/>
                    <a:pt x="3947413" y="3860545"/>
                  </a:cubicBezTo>
                  <a:cubicBezTo>
                    <a:pt x="3847659" y="3903808"/>
                    <a:pt x="3744905" y="3940734"/>
                    <a:pt x="3643827" y="3972996"/>
                  </a:cubicBezTo>
                  <a:cubicBezTo>
                    <a:pt x="3585452" y="3988949"/>
                    <a:pt x="3528747" y="4000238"/>
                    <a:pt x="3476707" y="4013197"/>
                  </a:cubicBezTo>
                  <a:cubicBezTo>
                    <a:pt x="3437350" y="4020166"/>
                    <a:pt x="3393323" y="4025462"/>
                    <a:pt x="3355633" y="4027765"/>
                  </a:cubicBezTo>
                  <a:cubicBezTo>
                    <a:pt x="3264586" y="4032017"/>
                    <a:pt x="3178549" y="4022267"/>
                    <a:pt x="3089870" y="3990506"/>
                  </a:cubicBezTo>
                  <a:lnTo>
                    <a:pt x="2992368" y="3945152"/>
                  </a:lnTo>
                  <a:lnTo>
                    <a:pt x="2985393" y="3848037"/>
                  </a:lnTo>
                  <a:cubicBezTo>
                    <a:pt x="2984007" y="3716644"/>
                    <a:pt x="3006795" y="3582787"/>
                    <a:pt x="3056068" y="3453858"/>
                  </a:cubicBezTo>
                  <a:cubicBezTo>
                    <a:pt x="3058257" y="3449478"/>
                    <a:pt x="3059351" y="3445099"/>
                    <a:pt x="3061542" y="3440719"/>
                  </a:cubicBezTo>
                  <a:cubicBezTo>
                    <a:pt x="3063731" y="3436339"/>
                    <a:pt x="3064827" y="3431958"/>
                    <a:pt x="3067017" y="3427579"/>
                  </a:cubicBezTo>
                  <a:cubicBezTo>
                    <a:pt x="3071396" y="3418820"/>
                    <a:pt x="3074681" y="3408965"/>
                    <a:pt x="3079060" y="3400206"/>
                  </a:cubicBezTo>
                  <a:cubicBezTo>
                    <a:pt x="3079060" y="3400206"/>
                    <a:pt x="3079061" y="3399111"/>
                    <a:pt x="3079061" y="3399111"/>
                  </a:cubicBezTo>
                  <a:cubicBezTo>
                    <a:pt x="3105340" y="3338890"/>
                    <a:pt x="3137092" y="3283047"/>
                    <a:pt x="3172131" y="3230490"/>
                  </a:cubicBezTo>
                  <a:cubicBezTo>
                    <a:pt x="3271770" y="3082673"/>
                    <a:pt x="3403163" y="2966609"/>
                    <a:pt x="3553170" y="2884488"/>
                  </a:cubicBezTo>
                  <a:cubicBezTo>
                    <a:pt x="3555361" y="2883394"/>
                    <a:pt x="3556455" y="2882299"/>
                    <a:pt x="3558645" y="2881204"/>
                  </a:cubicBezTo>
                  <a:cubicBezTo>
                    <a:pt x="3563024" y="2877920"/>
                    <a:pt x="3568499" y="2875729"/>
                    <a:pt x="3572879" y="2873539"/>
                  </a:cubicBezTo>
                  <a:cubicBezTo>
                    <a:pt x="3576164" y="2871349"/>
                    <a:pt x="3580544" y="2870254"/>
                    <a:pt x="3583829" y="2868065"/>
                  </a:cubicBezTo>
                  <a:cubicBezTo>
                    <a:pt x="3587114" y="2866970"/>
                    <a:pt x="3589303" y="2864779"/>
                    <a:pt x="3592588" y="2863686"/>
                  </a:cubicBezTo>
                  <a:cubicBezTo>
                    <a:pt x="3598062" y="2861495"/>
                    <a:pt x="3603537" y="2858211"/>
                    <a:pt x="3609013" y="2856020"/>
                  </a:cubicBezTo>
                  <a:cubicBezTo>
                    <a:pt x="3610108" y="2856020"/>
                    <a:pt x="3611202" y="2854926"/>
                    <a:pt x="3612297" y="2854926"/>
                  </a:cubicBezTo>
                  <a:cubicBezTo>
                    <a:pt x="3783108" y="2774995"/>
                    <a:pt x="3975817" y="2738861"/>
                    <a:pt x="4171812" y="2756381"/>
                  </a:cubicBezTo>
                  <a:cubicBezTo>
                    <a:pt x="4217798" y="2760760"/>
                    <a:pt x="4262692" y="2767331"/>
                    <a:pt x="4307585" y="2777184"/>
                  </a:cubicBezTo>
                  <a:cubicBezTo>
                    <a:pt x="4307584" y="2778279"/>
                    <a:pt x="4308680" y="2778279"/>
                    <a:pt x="4309775" y="2778279"/>
                  </a:cubicBezTo>
                  <a:cubicBezTo>
                    <a:pt x="4317439" y="2780470"/>
                    <a:pt x="4325103" y="2781565"/>
                    <a:pt x="4332768" y="2783754"/>
                  </a:cubicBezTo>
                  <a:cubicBezTo>
                    <a:pt x="4333862" y="2783754"/>
                    <a:pt x="4333862" y="2783754"/>
                    <a:pt x="4334957" y="2783754"/>
                  </a:cubicBezTo>
                  <a:cubicBezTo>
                    <a:pt x="4337148" y="2784849"/>
                    <a:pt x="4339337" y="2785945"/>
                    <a:pt x="4341527" y="2785945"/>
                  </a:cubicBezTo>
                  <a:cubicBezTo>
                    <a:pt x="4348097" y="2787038"/>
                    <a:pt x="4355762" y="2789229"/>
                    <a:pt x="4363426" y="2791418"/>
                  </a:cubicBezTo>
                  <a:cubicBezTo>
                    <a:pt x="4368901" y="2792513"/>
                    <a:pt x="4375471" y="2793609"/>
                    <a:pt x="4380946" y="2795799"/>
                  </a:cubicBezTo>
                  <a:cubicBezTo>
                    <a:pt x="4383135" y="2795799"/>
                    <a:pt x="4386421" y="2796893"/>
                    <a:pt x="4388610" y="2797988"/>
                  </a:cubicBezTo>
                  <a:close/>
                  <a:moveTo>
                    <a:pt x="6771598" y="3546932"/>
                  </a:moveTo>
                  <a:cubicBezTo>
                    <a:pt x="6827147" y="3566724"/>
                    <a:pt x="6879820" y="3591434"/>
                    <a:pt x="6929240" y="3620440"/>
                  </a:cubicBezTo>
                  <a:lnTo>
                    <a:pt x="6942525" y="3629091"/>
                  </a:lnTo>
                  <a:lnTo>
                    <a:pt x="6341311" y="5307743"/>
                  </a:lnTo>
                  <a:cubicBezTo>
                    <a:pt x="6335878" y="5322911"/>
                    <a:pt x="6329717" y="5335516"/>
                    <a:pt x="6322731" y="5345603"/>
                  </a:cubicBezTo>
                  <a:lnTo>
                    <a:pt x="6321801" y="5346501"/>
                  </a:lnTo>
                  <a:lnTo>
                    <a:pt x="6233585" y="5329491"/>
                  </a:lnTo>
                  <a:cubicBezTo>
                    <a:pt x="5958619" y="5261468"/>
                    <a:pt x="5742334" y="5078596"/>
                    <a:pt x="5624340" y="4843958"/>
                  </a:cubicBezTo>
                  <a:lnTo>
                    <a:pt x="5586835" y="4756564"/>
                  </a:lnTo>
                  <a:lnTo>
                    <a:pt x="5593276" y="4698185"/>
                  </a:lnTo>
                  <a:cubicBezTo>
                    <a:pt x="5599684" y="4665591"/>
                    <a:pt x="5609053" y="4632083"/>
                    <a:pt x="5621590" y="4597078"/>
                  </a:cubicBezTo>
                  <a:lnTo>
                    <a:pt x="5807147" y="4078983"/>
                  </a:lnTo>
                  <a:cubicBezTo>
                    <a:pt x="5844760" y="3973964"/>
                    <a:pt x="5852158" y="3878861"/>
                    <a:pt x="5831463" y="3787766"/>
                  </a:cubicBezTo>
                  <a:lnTo>
                    <a:pt x="5818045" y="3747493"/>
                  </a:lnTo>
                  <a:lnTo>
                    <a:pt x="5827361" y="3737448"/>
                  </a:lnTo>
                  <a:cubicBezTo>
                    <a:pt x="6049633" y="3533789"/>
                    <a:pt x="6366072" y="3441814"/>
                    <a:pt x="6680322" y="3519554"/>
                  </a:cubicBezTo>
                  <a:cubicBezTo>
                    <a:pt x="6711527" y="3527219"/>
                    <a:pt x="6741972" y="3536376"/>
                    <a:pt x="6771598" y="3546932"/>
                  </a:cubicBezTo>
                  <a:close/>
                  <a:moveTo>
                    <a:pt x="6517110" y="1905535"/>
                  </a:moveTo>
                  <a:lnTo>
                    <a:pt x="6865206" y="2030207"/>
                  </a:lnTo>
                  <a:lnTo>
                    <a:pt x="6880422" y="2061641"/>
                  </a:lnTo>
                  <a:cubicBezTo>
                    <a:pt x="6921484" y="2171957"/>
                    <a:pt x="6942014" y="2291580"/>
                    <a:pt x="6937632" y="2415855"/>
                  </a:cubicBezTo>
                  <a:cubicBezTo>
                    <a:pt x="6937632" y="2420235"/>
                    <a:pt x="6937632" y="2423519"/>
                    <a:pt x="6937632" y="2427898"/>
                  </a:cubicBezTo>
                  <a:cubicBezTo>
                    <a:pt x="6936537" y="2437753"/>
                    <a:pt x="6936538" y="2447608"/>
                    <a:pt x="6935443" y="2457462"/>
                  </a:cubicBezTo>
                  <a:cubicBezTo>
                    <a:pt x="6933253" y="2477172"/>
                    <a:pt x="6931065" y="2495787"/>
                    <a:pt x="6928873" y="2515494"/>
                  </a:cubicBezTo>
                  <a:cubicBezTo>
                    <a:pt x="6928873" y="2517684"/>
                    <a:pt x="6927778" y="2519874"/>
                    <a:pt x="6927780" y="2522064"/>
                  </a:cubicBezTo>
                  <a:cubicBezTo>
                    <a:pt x="6925588" y="2535203"/>
                    <a:pt x="6923400" y="2547249"/>
                    <a:pt x="6921210" y="2560387"/>
                  </a:cubicBezTo>
                  <a:cubicBezTo>
                    <a:pt x="6919018" y="2570242"/>
                    <a:pt x="6916829" y="2579001"/>
                    <a:pt x="6914640" y="2588856"/>
                  </a:cubicBezTo>
                  <a:cubicBezTo>
                    <a:pt x="6913544" y="2594330"/>
                    <a:pt x="6912449" y="2598709"/>
                    <a:pt x="6911353" y="2604185"/>
                  </a:cubicBezTo>
                  <a:cubicBezTo>
                    <a:pt x="6885075" y="2713678"/>
                    <a:pt x="6840182" y="2814413"/>
                    <a:pt x="6779964" y="2904199"/>
                  </a:cubicBezTo>
                  <a:cubicBezTo>
                    <a:pt x="6776676" y="2909673"/>
                    <a:pt x="6773393" y="2914053"/>
                    <a:pt x="6770107" y="2918433"/>
                  </a:cubicBezTo>
                  <a:cubicBezTo>
                    <a:pt x="6764632" y="2926098"/>
                    <a:pt x="6760251" y="2933762"/>
                    <a:pt x="6754778" y="2940332"/>
                  </a:cubicBezTo>
                  <a:cubicBezTo>
                    <a:pt x="6747113" y="2951281"/>
                    <a:pt x="6739448" y="2962230"/>
                    <a:pt x="6730689" y="2972084"/>
                  </a:cubicBezTo>
                  <a:cubicBezTo>
                    <a:pt x="6729595" y="2972085"/>
                    <a:pt x="6729593" y="2973180"/>
                    <a:pt x="6728498" y="2974275"/>
                  </a:cubicBezTo>
                  <a:cubicBezTo>
                    <a:pt x="6662803" y="3056396"/>
                    <a:pt x="6583968" y="3125376"/>
                    <a:pt x="6496372" y="3179028"/>
                  </a:cubicBezTo>
                  <a:cubicBezTo>
                    <a:pt x="6495276" y="3179028"/>
                    <a:pt x="6495277" y="3180123"/>
                    <a:pt x="6494183" y="3180123"/>
                  </a:cubicBezTo>
                  <a:cubicBezTo>
                    <a:pt x="6483232" y="3186693"/>
                    <a:pt x="6472282" y="3193262"/>
                    <a:pt x="6461333" y="3199833"/>
                  </a:cubicBezTo>
                  <a:cubicBezTo>
                    <a:pt x="6458049" y="3202022"/>
                    <a:pt x="6455859" y="3203117"/>
                    <a:pt x="6453670" y="3204212"/>
                  </a:cubicBezTo>
                  <a:cubicBezTo>
                    <a:pt x="6444909" y="3209686"/>
                    <a:pt x="6435058" y="3215162"/>
                    <a:pt x="6425200" y="3219541"/>
                  </a:cubicBezTo>
                  <a:cubicBezTo>
                    <a:pt x="6421915" y="3221732"/>
                    <a:pt x="6417534" y="3223921"/>
                    <a:pt x="6413155" y="3226112"/>
                  </a:cubicBezTo>
                  <a:cubicBezTo>
                    <a:pt x="6404396" y="3230491"/>
                    <a:pt x="6396732" y="3234870"/>
                    <a:pt x="6387972" y="3238155"/>
                  </a:cubicBezTo>
                  <a:cubicBezTo>
                    <a:pt x="6381403" y="3240345"/>
                    <a:pt x="6375928" y="3243630"/>
                    <a:pt x="6370454" y="3245819"/>
                  </a:cubicBezTo>
                  <a:cubicBezTo>
                    <a:pt x="6362789" y="3249105"/>
                    <a:pt x="6356218" y="3251294"/>
                    <a:pt x="6348555" y="3254580"/>
                  </a:cubicBezTo>
                  <a:cubicBezTo>
                    <a:pt x="6341985" y="3256769"/>
                    <a:pt x="6334320" y="3260055"/>
                    <a:pt x="6327751" y="3262244"/>
                  </a:cubicBezTo>
                  <a:cubicBezTo>
                    <a:pt x="6320086" y="3264434"/>
                    <a:pt x="6313517" y="3266624"/>
                    <a:pt x="6306946" y="3268813"/>
                  </a:cubicBezTo>
                  <a:cubicBezTo>
                    <a:pt x="6300377" y="3271003"/>
                    <a:pt x="6292712" y="3274288"/>
                    <a:pt x="6285047" y="3276478"/>
                  </a:cubicBezTo>
                  <a:cubicBezTo>
                    <a:pt x="6278478" y="3278668"/>
                    <a:pt x="6270815" y="3280858"/>
                    <a:pt x="6264243" y="3283048"/>
                  </a:cubicBezTo>
                  <a:cubicBezTo>
                    <a:pt x="6256581" y="3285237"/>
                    <a:pt x="6250009" y="3287427"/>
                    <a:pt x="6242346" y="3289617"/>
                  </a:cubicBezTo>
                  <a:cubicBezTo>
                    <a:pt x="6233587" y="3291807"/>
                    <a:pt x="6224825" y="3293997"/>
                    <a:pt x="6216068" y="3296187"/>
                  </a:cubicBezTo>
                  <a:cubicBezTo>
                    <a:pt x="6210593" y="3298377"/>
                    <a:pt x="6205117" y="3299472"/>
                    <a:pt x="6199642" y="3300566"/>
                  </a:cubicBezTo>
                  <a:cubicBezTo>
                    <a:pt x="6187600" y="3302757"/>
                    <a:pt x="6174460" y="3304946"/>
                    <a:pt x="6162416" y="3307137"/>
                  </a:cubicBezTo>
                  <a:cubicBezTo>
                    <a:pt x="6160228" y="3307137"/>
                    <a:pt x="6158035" y="3308231"/>
                    <a:pt x="6155844" y="3308231"/>
                  </a:cubicBezTo>
                  <a:cubicBezTo>
                    <a:pt x="5976276" y="3337796"/>
                    <a:pt x="5786850" y="3315896"/>
                    <a:pt x="5609469" y="3232680"/>
                  </a:cubicBezTo>
                  <a:cubicBezTo>
                    <a:pt x="5394861" y="3131946"/>
                    <a:pt x="5237189" y="2960041"/>
                    <a:pt x="5149595" y="2758571"/>
                  </a:cubicBezTo>
                  <a:cubicBezTo>
                    <a:pt x="5149594" y="2757476"/>
                    <a:pt x="5149594" y="2757476"/>
                    <a:pt x="5149594" y="2757476"/>
                  </a:cubicBezTo>
                  <a:cubicBezTo>
                    <a:pt x="5137549" y="2731198"/>
                    <a:pt x="5127695" y="2704919"/>
                    <a:pt x="5118935" y="2677546"/>
                  </a:cubicBezTo>
                  <a:cubicBezTo>
                    <a:pt x="5118938" y="2675357"/>
                    <a:pt x="5117841" y="2672072"/>
                    <a:pt x="5116746" y="2669881"/>
                  </a:cubicBezTo>
                  <a:cubicBezTo>
                    <a:pt x="5113460" y="2657837"/>
                    <a:pt x="5109081" y="2645792"/>
                    <a:pt x="5105797" y="2632653"/>
                  </a:cubicBezTo>
                  <a:cubicBezTo>
                    <a:pt x="5104703" y="2630465"/>
                    <a:pt x="5104703" y="2627179"/>
                    <a:pt x="5103609" y="2624990"/>
                  </a:cubicBezTo>
                  <a:cubicBezTo>
                    <a:pt x="5100324" y="2612944"/>
                    <a:pt x="5097036" y="2599805"/>
                    <a:pt x="5094847" y="2587760"/>
                  </a:cubicBezTo>
                  <a:cubicBezTo>
                    <a:pt x="5093752" y="2586666"/>
                    <a:pt x="5093753" y="2585571"/>
                    <a:pt x="5093752" y="2584476"/>
                  </a:cubicBezTo>
                  <a:cubicBezTo>
                    <a:pt x="5091561" y="2570241"/>
                    <a:pt x="5088277" y="2556007"/>
                    <a:pt x="5086087" y="2541774"/>
                  </a:cubicBezTo>
                  <a:cubicBezTo>
                    <a:pt x="5084993" y="2540678"/>
                    <a:pt x="5084992" y="2539583"/>
                    <a:pt x="5084995" y="2538489"/>
                  </a:cubicBezTo>
                  <a:cubicBezTo>
                    <a:pt x="5083898" y="2534108"/>
                    <a:pt x="5083899" y="2530824"/>
                    <a:pt x="5082804" y="2526445"/>
                  </a:cubicBezTo>
                  <a:lnTo>
                    <a:pt x="5078286" y="2461983"/>
                  </a:lnTo>
                  <a:lnTo>
                    <a:pt x="5159963" y="2430582"/>
                  </a:lnTo>
                  <a:lnTo>
                    <a:pt x="5859576" y="2138728"/>
                  </a:lnTo>
                  <a:lnTo>
                    <a:pt x="6339331" y="1931386"/>
                  </a:lnTo>
                  <a:cubicBezTo>
                    <a:pt x="6377367" y="1913412"/>
                    <a:pt x="6409065" y="1898436"/>
                    <a:pt x="6431079" y="1895788"/>
                  </a:cubicBezTo>
                  <a:cubicBezTo>
                    <a:pt x="6435743" y="1897458"/>
                    <a:pt x="6437416" y="1892788"/>
                    <a:pt x="6442085" y="1894460"/>
                  </a:cubicBezTo>
                  <a:cubicBezTo>
                    <a:pt x="6468763" y="1893483"/>
                    <a:pt x="6493774" y="1897177"/>
                    <a:pt x="6517110" y="1905535"/>
                  </a:cubicBezTo>
                  <a:close/>
                  <a:moveTo>
                    <a:pt x="1211371" y="0"/>
                  </a:moveTo>
                  <a:lnTo>
                    <a:pt x="1323858" y="40288"/>
                  </a:lnTo>
                  <a:lnTo>
                    <a:pt x="1505887" y="105482"/>
                  </a:lnTo>
                  <a:cubicBezTo>
                    <a:pt x="1743932" y="190739"/>
                    <a:pt x="1900886" y="325948"/>
                    <a:pt x="1989090" y="520789"/>
                  </a:cubicBezTo>
                  <a:lnTo>
                    <a:pt x="2435576" y="1383611"/>
                  </a:lnTo>
                  <a:lnTo>
                    <a:pt x="2371730" y="1422742"/>
                  </a:lnTo>
                  <a:cubicBezTo>
                    <a:pt x="2367350" y="1424933"/>
                    <a:pt x="2364064" y="1427122"/>
                    <a:pt x="2359686" y="1429313"/>
                  </a:cubicBezTo>
                  <a:cubicBezTo>
                    <a:pt x="2356401" y="1430408"/>
                    <a:pt x="2354211" y="1432597"/>
                    <a:pt x="2350925" y="1433692"/>
                  </a:cubicBezTo>
                  <a:cubicBezTo>
                    <a:pt x="2348736" y="1434787"/>
                    <a:pt x="2347642" y="1435883"/>
                    <a:pt x="2345451" y="1436976"/>
                  </a:cubicBezTo>
                  <a:cubicBezTo>
                    <a:pt x="2255666" y="1485154"/>
                    <a:pt x="2205299" y="1589174"/>
                    <a:pt x="2229389" y="1693194"/>
                  </a:cubicBezTo>
                  <a:lnTo>
                    <a:pt x="2229388" y="1695383"/>
                  </a:lnTo>
                  <a:cubicBezTo>
                    <a:pt x="2249097" y="1781883"/>
                    <a:pt x="2323553" y="1842105"/>
                    <a:pt x="2407863" y="1846485"/>
                  </a:cubicBezTo>
                  <a:cubicBezTo>
                    <a:pt x="2410054" y="1846484"/>
                    <a:pt x="2412243" y="1846485"/>
                    <a:pt x="2414433" y="1846484"/>
                  </a:cubicBezTo>
                  <a:cubicBezTo>
                    <a:pt x="2499838" y="1850864"/>
                    <a:pt x="2581959" y="1869478"/>
                    <a:pt x="2658605" y="1899042"/>
                  </a:cubicBezTo>
                  <a:cubicBezTo>
                    <a:pt x="2716637" y="1921762"/>
                    <a:pt x="2771657" y="1951257"/>
                    <a:pt x="2822470" y="1986791"/>
                  </a:cubicBezTo>
                  <a:lnTo>
                    <a:pt x="2878775" y="2031380"/>
                  </a:lnTo>
                  <a:lnTo>
                    <a:pt x="2929827" y="2084748"/>
                  </a:lnTo>
                  <a:lnTo>
                    <a:pt x="2965120" y="2115980"/>
                  </a:lnTo>
                  <a:lnTo>
                    <a:pt x="3018673" y="2184978"/>
                  </a:lnTo>
                  <a:cubicBezTo>
                    <a:pt x="3071910" y="2262973"/>
                    <a:pt x="3111636" y="2352074"/>
                    <a:pt x="3133809" y="2449798"/>
                  </a:cubicBezTo>
                  <a:cubicBezTo>
                    <a:pt x="3227974" y="2868064"/>
                    <a:pt x="2967378" y="3284141"/>
                    <a:pt x="2548016" y="3383781"/>
                  </a:cubicBezTo>
                  <a:lnTo>
                    <a:pt x="2536880" y="3385712"/>
                  </a:lnTo>
                  <a:lnTo>
                    <a:pt x="2514488" y="3347339"/>
                  </a:lnTo>
                  <a:cubicBezTo>
                    <a:pt x="2460219" y="3248906"/>
                    <a:pt x="2407615" y="3145807"/>
                    <a:pt x="2350348" y="3041037"/>
                  </a:cubicBezTo>
                  <a:cubicBezTo>
                    <a:pt x="2312726" y="2969636"/>
                    <a:pt x="2272110" y="2891895"/>
                    <a:pt x="2228498" y="2807812"/>
                  </a:cubicBezTo>
                  <a:cubicBezTo>
                    <a:pt x="2217837" y="2793461"/>
                    <a:pt x="2211845" y="2780782"/>
                    <a:pt x="2202859" y="2761768"/>
                  </a:cubicBezTo>
                  <a:cubicBezTo>
                    <a:pt x="2199862" y="2755426"/>
                    <a:pt x="2199862" y="2755426"/>
                    <a:pt x="2199862" y="2755426"/>
                  </a:cubicBezTo>
                  <a:cubicBezTo>
                    <a:pt x="2148935" y="2647663"/>
                    <a:pt x="2094661" y="2549229"/>
                    <a:pt x="2029384" y="2452123"/>
                  </a:cubicBezTo>
                  <a:cubicBezTo>
                    <a:pt x="1974764" y="2369366"/>
                    <a:pt x="1918472" y="2291279"/>
                    <a:pt x="1852495" y="2225519"/>
                  </a:cubicBezTo>
                  <a:cubicBezTo>
                    <a:pt x="1841838" y="2211170"/>
                    <a:pt x="1831177" y="2196819"/>
                    <a:pt x="1818850" y="2187136"/>
                  </a:cubicBezTo>
                  <a:cubicBezTo>
                    <a:pt x="1811185" y="2179127"/>
                    <a:pt x="1798853" y="2169441"/>
                    <a:pt x="1791189" y="2161433"/>
                  </a:cubicBezTo>
                  <a:lnTo>
                    <a:pt x="1769205" y="2145235"/>
                  </a:lnTo>
                  <a:lnTo>
                    <a:pt x="1808930" y="2097226"/>
                  </a:lnTo>
                  <a:cubicBezTo>
                    <a:pt x="1864773" y="2037005"/>
                    <a:pt x="1931564" y="1985542"/>
                    <a:pt x="2006020" y="1945030"/>
                  </a:cubicBezTo>
                  <a:cubicBezTo>
                    <a:pt x="2007115" y="1943935"/>
                    <a:pt x="2009305" y="1942839"/>
                    <a:pt x="2011495" y="1941744"/>
                  </a:cubicBezTo>
                  <a:cubicBezTo>
                    <a:pt x="2084855" y="1901232"/>
                    <a:pt x="2126463" y="1814732"/>
                    <a:pt x="2106755" y="1728230"/>
                  </a:cubicBezTo>
                  <a:lnTo>
                    <a:pt x="2106755" y="1726042"/>
                  </a:lnTo>
                  <a:cubicBezTo>
                    <a:pt x="2082666" y="1622022"/>
                    <a:pt x="1992880" y="1549756"/>
                    <a:pt x="1891051" y="1545376"/>
                  </a:cubicBezTo>
                  <a:cubicBezTo>
                    <a:pt x="1888862" y="1545376"/>
                    <a:pt x="1886671" y="1545376"/>
                    <a:pt x="1884482" y="1545377"/>
                  </a:cubicBezTo>
                  <a:cubicBezTo>
                    <a:pt x="1787032" y="1542092"/>
                    <a:pt x="1692867" y="1523478"/>
                    <a:pt x="1603082" y="1491724"/>
                  </a:cubicBezTo>
                  <a:cubicBezTo>
                    <a:pt x="1601987" y="1491724"/>
                    <a:pt x="1601987" y="1491724"/>
                    <a:pt x="1601987" y="1491724"/>
                  </a:cubicBezTo>
                  <a:cubicBezTo>
                    <a:pt x="1597607" y="1489534"/>
                    <a:pt x="1592132" y="1488439"/>
                    <a:pt x="1586657" y="1486249"/>
                  </a:cubicBezTo>
                  <a:cubicBezTo>
                    <a:pt x="1558190" y="1475301"/>
                    <a:pt x="1528626" y="1463256"/>
                    <a:pt x="1501252" y="1449021"/>
                  </a:cubicBezTo>
                  <a:cubicBezTo>
                    <a:pt x="1499062" y="1447926"/>
                    <a:pt x="1496873" y="1446831"/>
                    <a:pt x="1494683" y="1445737"/>
                  </a:cubicBezTo>
                  <a:cubicBezTo>
                    <a:pt x="1485924" y="1441357"/>
                    <a:pt x="1478258" y="1436976"/>
                    <a:pt x="1469499" y="1432597"/>
                  </a:cubicBezTo>
                  <a:cubicBezTo>
                    <a:pt x="1467309" y="1431503"/>
                    <a:pt x="1465119" y="1430408"/>
                    <a:pt x="1462930" y="1429312"/>
                  </a:cubicBezTo>
                  <a:cubicBezTo>
                    <a:pt x="1453075" y="1423837"/>
                    <a:pt x="1443220" y="1417269"/>
                    <a:pt x="1433366" y="1411794"/>
                  </a:cubicBezTo>
                  <a:cubicBezTo>
                    <a:pt x="1431176" y="1410699"/>
                    <a:pt x="1430080" y="1409603"/>
                    <a:pt x="1427891" y="1408508"/>
                  </a:cubicBezTo>
                  <a:cubicBezTo>
                    <a:pt x="1419132" y="1403033"/>
                    <a:pt x="1411467" y="1397560"/>
                    <a:pt x="1402707" y="1392085"/>
                  </a:cubicBezTo>
                  <a:cubicBezTo>
                    <a:pt x="1401612" y="1390990"/>
                    <a:pt x="1400517" y="1390990"/>
                    <a:pt x="1399423" y="1389894"/>
                  </a:cubicBezTo>
                  <a:cubicBezTo>
                    <a:pt x="1397233" y="1388799"/>
                    <a:pt x="1396137" y="1387705"/>
                    <a:pt x="1393948" y="1386610"/>
                  </a:cubicBezTo>
                  <a:cubicBezTo>
                    <a:pt x="1308543" y="1330767"/>
                    <a:pt x="1193573" y="1336242"/>
                    <a:pt x="1113643" y="1406319"/>
                  </a:cubicBezTo>
                  <a:lnTo>
                    <a:pt x="1111453" y="1408508"/>
                  </a:lnTo>
                  <a:cubicBezTo>
                    <a:pt x="1059991" y="1454496"/>
                    <a:pt x="1045757" y="1525667"/>
                    <a:pt x="1070940" y="1585889"/>
                  </a:cubicBezTo>
                  <a:cubicBezTo>
                    <a:pt x="1072035" y="1590269"/>
                    <a:pt x="1073130" y="1593553"/>
                    <a:pt x="1075321" y="1596838"/>
                  </a:cubicBezTo>
                  <a:cubicBezTo>
                    <a:pt x="1075321" y="1597933"/>
                    <a:pt x="1076415" y="1597933"/>
                    <a:pt x="1076415" y="1599028"/>
                  </a:cubicBezTo>
                  <a:cubicBezTo>
                    <a:pt x="1080795" y="1607787"/>
                    <a:pt x="1085174" y="1616547"/>
                    <a:pt x="1088459" y="1626401"/>
                  </a:cubicBezTo>
                  <a:cubicBezTo>
                    <a:pt x="1088460" y="1628592"/>
                    <a:pt x="1089555" y="1630781"/>
                    <a:pt x="1090649" y="1632971"/>
                  </a:cubicBezTo>
                  <a:cubicBezTo>
                    <a:pt x="1093935" y="1640635"/>
                    <a:pt x="1097219" y="1649396"/>
                    <a:pt x="1099409" y="1657060"/>
                  </a:cubicBezTo>
                  <a:cubicBezTo>
                    <a:pt x="1100504" y="1659250"/>
                    <a:pt x="1100503" y="1662535"/>
                    <a:pt x="1101599" y="1664724"/>
                  </a:cubicBezTo>
                  <a:cubicBezTo>
                    <a:pt x="1104883" y="1672389"/>
                    <a:pt x="1107074" y="1681149"/>
                    <a:pt x="1109262" y="1688814"/>
                  </a:cubicBezTo>
                  <a:cubicBezTo>
                    <a:pt x="1110358" y="1691003"/>
                    <a:pt x="1110358" y="1694287"/>
                    <a:pt x="1111453" y="1696478"/>
                  </a:cubicBezTo>
                  <a:cubicBezTo>
                    <a:pt x="1113643" y="1704142"/>
                    <a:pt x="1114738" y="1712902"/>
                    <a:pt x="1116928" y="1720566"/>
                  </a:cubicBezTo>
                  <a:cubicBezTo>
                    <a:pt x="1116928" y="1721661"/>
                    <a:pt x="1118023" y="1722757"/>
                    <a:pt x="1118023" y="1723851"/>
                  </a:cubicBezTo>
                  <a:cubicBezTo>
                    <a:pt x="1118023" y="1726041"/>
                    <a:pt x="1119118" y="1729326"/>
                    <a:pt x="1119118" y="1731516"/>
                  </a:cubicBezTo>
                  <a:cubicBezTo>
                    <a:pt x="1120212" y="1738085"/>
                    <a:pt x="1121307" y="1743560"/>
                    <a:pt x="1122403" y="1750130"/>
                  </a:cubicBezTo>
                  <a:cubicBezTo>
                    <a:pt x="1123498" y="1755605"/>
                    <a:pt x="1123499" y="1759985"/>
                    <a:pt x="1124593" y="1765460"/>
                  </a:cubicBezTo>
                  <a:cubicBezTo>
                    <a:pt x="1125688" y="1770934"/>
                    <a:pt x="1125687" y="1775314"/>
                    <a:pt x="1126782" y="1779693"/>
                  </a:cubicBezTo>
                  <a:cubicBezTo>
                    <a:pt x="1126783" y="1784073"/>
                    <a:pt x="1127877" y="1787358"/>
                    <a:pt x="1127878" y="1791738"/>
                  </a:cubicBezTo>
                  <a:cubicBezTo>
                    <a:pt x="1127878" y="1796117"/>
                    <a:pt x="1128972" y="1801592"/>
                    <a:pt x="1128972" y="1805972"/>
                  </a:cubicBezTo>
                  <a:cubicBezTo>
                    <a:pt x="1128972" y="1812542"/>
                    <a:pt x="1130067" y="1820206"/>
                    <a:pt x="1130067" y="1826775"/>
                  </a:cubicBezTo>
                  <a:cubicBezTo>
                    <a:pt x="1130067" y="1831155"/>
                    <a:pt x="1130067" y="1835535"/>
                    <a:pt x="1130067" y="1839915"/>
                  </a:cubicBezTo>
                  <a:cubicBezTo>
                    <a:pt x="1130067" y="1844294"/>
                    <a:pt x="1130067" y="1848675"/>
                    <a:pt x="1130067" y="1853055"/>
                  </a:cubicBezTo>
                  <a:cubicBezTo>
                    <a:pt x="1130067" y="1857434"/>
                    <a:pt x="1130067" y="1860719"/>
                    <a:pt x="1130067" y="1865098"/>
                  </a:cubicBezTo>
                  <a:cubicBezTo>
                    <a:pt x="1130067" y="1872762"/>
                    <a:pt x="1128972" y="1880428"/>
                    <a:pt x="1128972" y="1888092"/>
                  </a:cubicBezTo>
                  <a:cubicBezTo>
                    <a:pt x="1127878" y="1891378"/>
                    <a:pt x="1127878" y="1894662"/>
                    <a:pt x="1127878" y="1897946"/>
                  </a:cubicBezTo>
                  <a:cubicBezTo>
                    <a:pt x="1127878" y="1903422"/>
                    <a:pt x="1127878" y="1909991"/>
                    <a:pt x="1126783" y="1915467"/>
                  </a:cubicBezTo>
                  <a:cubicBezTo>
                    <a:pt x="1126782" y="1918751"/>
                    <a:pt x="1125687" y="1920940"/>
                    <a:pt x="1125687" y="1924226"/>
                  </a:cubicBezTo>
                  <a:cubicBezTo>
                    <a:pt x="1124592" y="1932985"/>
                    <a:pt x="1123498" y="1940650"/>
                    <a:pt x="1122403" y="1949409"/>
                  </a:cubicBezTo>
                  <a:cubicBezTo>
                    <a:pt x="1122403" y="1951599"/>
                    <a:pt x="1121308" y="1952694"/>
                    <a:pt x="1121308" y="1954885"/>
                  </a:cubicBezTo>
                  <a:cubicBezTo>
                    <a:pt x="1120213" y="1962548"/>
                    <a:pt x="1118023" y="1969118"/>
                    <a:pt x="1116928" y="1976782"/>
                  </a:cubicBezTo>
                  <a:cubicBezTo>
                    <a:pt x="1116928" y="1978973"/>
                    <a:pt x="1115833" y="1980068"/>
                    <a:pt x="1115833" y="1982257"/>
                  </a:cubicBezTo>
                  <a:cubicBezTo>
                    <a:pt x="1113643" y="1991016"/>
                    <a:pt x="1111453" y="1999776"/>
                    <a:pt x="1109263" y="2008535"/>
                  </a:cubicBezTo>
                  <a:cubicBezTo>
                    <a:pt x="1109263" y="2008535"/>
                    <a:pt x="1109263" y="2009630"/>
                    <a:pt x="1109263" y="2009630"/>
                  </a:cubicBezTo>
                  <a:cubicBezTo>
                    <a:pt x="1107073" y="2018391"/>
                    <a:pt x="1103789" y="2027150"/>
                    <a:pt x="1101599" y="2035909"/>
                  </a:cubicBezTo>
                  <a:cubicBezTo>
                    <a:pt x="1101598" y="2037005"/>
                    <a:pt x="1100503" y="2038099"/>
                    <a:pt x="1100503" y="2039194"/>
                  </a:cubicBezTo>
                  <a:cubicBezTo>
                    <a:pt x="1095029" y="2056714"/>
                    <a:pt x="1089555" y="2074232"/>
                    <a:pt x="1081889" y="2091751"/>
                  </a:cubicBezTo>
                  <a:cubicBezTo>
                    <a:pt x="1081890" y="2092846"/>
                    <a:pt x="1080794" y="2093941"/>
                    <a:pt x="1080794" y="2095037"/>
                  </a:cubicBezTo>
                  <a:lnTo>
                    <a:pt x="1076077" y="2104902"/>
                  </a:lnTo>
                  <a:lnTo>
                    <a:pt x="1030906" y="2148496"/>
                  </a:lnTo>
                  <a:cubicBezTo>
                    <a:pt x="1010373" y="2172739"/>
                    <a:pt x="991944" y="2199382"/>
                    <a:pt x="975618" y="2228423"/>
                  </a:cubicBezTo>
                  <a:lnTo>
                    <a:pt x="944652" y="2296876"/>
                  </a:lnTo>
                  <a:lnTo>
                    <a:pt x="941737" y="2299790"/>
                  </a:lnTo>
                  <a:cubicBezTo>
                    <a:pt x="937358" y="2303075"/>
                    <a:pt x="934073" y="2307455"/>
                    <a:pt x="929693" y="2310739"/>
                  </a:cubicBezTo>
                  <a:cubicBezTo>
                    <a:pt x="927503" y="2314025"/>
                    <a:pt x="924219" y="2316214"/>
                    <a:pt x="922029" y="2318404"/>
                  </a:cubicBezTo>
                  <a:cubicBezTo>
                    <a:pt x="922029" y="2319499"/>
                    <a:pt x="920933" y="2319500"/>
                    <a:pt x="919839" y="2320594"/>
                  </a:cubicBezTo>
                  <a:cubicBezTo>
                    <a:pt x="917649" y="2322784"/>
                    <a:pt x="914364" y="2324973"/>
                    <a:pt x="912174" y="2327164"/>
                  </a:cubicBezTo>
                  <a:cubicBezTo>
                    <a:pt x="907794" y="2330448"/>
                    <a:pt x="903414" y="2334828"/>
                    <a:pt x="899035" y="2338113"/>
                  </a:cubicBezTo>
                  <a:cubicBezTo>
                    <a:pt x="894655" y="2341398"/>
                    <a:pt x="890276" y="2345777"/>
                    <a:pt x="884801" y="2349062"/>
                  </a:cubicBezTo>
                  <a:cubicBezTo>
                    <a:pt x="882610" y="2350157"/>
                    <a:pt x="879326" y="2352348"/>
                    <a:pt x="877136" y="2354537"/>
                  </a:cubicBezTo>
                  <a:cubicBezTo>
                    <a:pt x="876042" y="2354537"/>
                    <a:pt x="876041" y="2355632"/>
                    <a:pt x="874946" y="2355632"/>
                  </a:cubicBezTo>
                  <a:cubicBezTo>
                    <a:pt x="869471" y="2360011"/>
                    <a:pt x="862901" y="2364391"/>
                    <a:pt x="856332" y="2368771"/>
                  </a:cubicBezTo>
                  <a:cubicBezTo>
                    <a:pt x="854142" y="2369867"/>
                    <a:pt x="851953" y="2372057"/>
                    <a:pt x="849763" y="2373151"/>
                  </a:cubicBezTo>
                  <a:cubicBezTo>
                    <a:pt x="843193" y="2377531"/>
                    <a:pt x="835528" y="2381911"/>
                    <a:pt x="828959" y="2386291"/>
                  </a:cubicBezTo>
                  <a:cubicBezTo>
                    <a:pt x="827864" y="2387385"/>
                    <a:pt x="825674" y="2388480"/>
                    <a:pt x="823484" y="2389575"/>
                  </a:cubicBezTo>
                  <a:cubicBezTo>
                    <a:pt x="816914" y="2393955"/>
                    <a:pt x="809249" y="2398334"/>
                    <a:pt x="802680" y="2401620"/>
                  </a:cubicBezTo>
                  <a:cubicBezTo>
                    <a:pt x="800490" y="2402714"/>
                    <a:pt x="798301" y="2403809"/>
                    <a:pt x="796110" y="2404905"/>
                  </a:cubicBezTo>
                  <a:cubicBezTo>
                    <a:pt x="789540" y="2408189"/>
                    <a:pt x="782971" y="2411475"/>
                    <a:pt x="776401" y="2414759"/>
                  </a:cubicBezTo>
                  <a:cubicBezTo>
                    <a:pt x="774212" y="2415854"/>
                    <a:pt x="770926" y="2416948"/>
                    <a:pt x="768737" y="2418043"/>
                  </a:cubicBezTo>
                  <a:cubicBezTo>
                    <a:pt x="762167" y="2420234"/>
                    <a:pt x="756692" y="2423518"/>
                    <a:pt x="750123" y="2425709"/>
                  </a:cubicBezTo>
                  <a:cubicBezTo>
                    <a:pt x="746838" y="2426803"/>
                    <a:pt x="743553" y="2428993"/>
                    <a:pt x="740268" y="2430088"/>
                  </a:cubicBezTo>
                  <a:cubicBezTo>
                    <a:pt x="734794" y="2432277"/>
                    <a:pt x="729319" y="2433373"/>
                    <a:pt x="723844" y="2435562"/>
                  </a:cubicBezTo>
                  <a:cubicBezTo>
                    <a:pt x="719464" y="2436657"/>
                    <a:pt x="715085" y="2438848"/>
                    <a:pt x="710705" y="2439943"/>
                  </a:cubicBezTo>
                  <a:cubicBezTo>
                    <a:pt x="706326" y="2442132"/>
                    <a:pt x="701946" y="2443227"/>
                    <a:pt x="697565" y="2444323"/>
                  </a:cubicBezTo>
                  <a:cubicBezTo>
                    <a:pt x="692092" y="2446512"/>
                    <a:pt x="686616" y="2448702"/>
                    <a:pt x="681141" y="2449797"/>
                  </a:cubicBezTo>
                  <a:cubicBezTo>
                    <a:pt x="676762" y="2450891"/>
                    <a:pt x="673476" y="2451987"/>
                    <a:pt x="670192" y="2453082"/>
                  </a:cubicBezTo>
                  <a:cubicBezTo>
                    <a:pt x="664717" y="2454177"/>
                    <a:pt x="658148" y="2456366"/>
                    <a:pt x="651578" y="2457462"/>
                  </a:cubicBezTo>
                  <a:cubicBezTo>
                    <a:pt x="649388" y="2458557"/>
                    <a:pt x="646103" y="2458557"/>
                    <a:pt x="643915" y="2459652"/>
                  </a:cubicBezTo>
                  <a:cubicBezTo>
                    <a:pt x="636249" y="2460746"/>
                    <a:pt x="629679" y="2462936"/>
                    <a:pt x="622015" y="2464032"/>
                  </a:cubicBezTo>
                  <a:cubicBezTo>
                    <a:pt x="619824" y="2464032"/>
                    <a:pt x="617635" y="2465126"/>
                    <a:pt x="615445" y="2465126"/>
                  </a:cubicBezTo>
                  <a:cubicBezTo>
                    <a:pt x="607781" y="2466221"/>
                    <a:pt x="600117" y="2467316"/>
                    <a:pt x="592452" y="2468412"/>
                  </a:cubicBezTo>
                  <a:cubicBezTo>
                    <a:pt x="590262" y="2469505"/>
                    <a:pt x="589166" y="2469505"/>
                    <a:pt x="586975" y="2469505"/>
                  </a:cubicBezTo>
                  <a:cubicBezTo>
                    <a:pt x="579311" y="2470600"/>
                    <a:pt x="570553" y="2470601"/>
                    <a:pt x="562888" y="2471696"/>
                  </a:cubicBezTo>
                  <a:cubicBezTo>
                    <a:pt x="561793" y="2471696"/>
                    <a:pt x="559604" y="2471696"/>
                    <a:pt x="557413" y="2471696"/>
                  </a:cubicBezTo>
                  <a:cubicBezTo>
                    <a:pt x="548653" y="2471696"/>
                    <a:pt x="540989" y="2472791"/>
                    <a:pt x="533324" y="2472791"/>
                  </a:cubicBezTo>
                  <a:cubicBezTo>
                    <a:pt x="530040" y="2472791"/>
                    <a:pt x="527850" y="2472791"/>
                    <a:pt x="525660" y="2472791"/>
                  </a:cubicBezTo>
                  <a:cubicBezTo>
                    <a:pt x="519090" y="2472790"/>
                    <a:pt x="511426" y="2472791"/>
                    <a:pt x="503761" y="2472791"/>
                  </a:cubicBezTo>
                  <a:cubicBezTo>
                    <a:pt x="500476" y="2472791"/>
                    <a:pt x="497192" y="2472791"/>
                    <a:pt x="493906" y="2472791"/>
                  </a:cubicBezTo>
                  <a:cubicBezTo>
                    <a:pt x="487338" y="2472791"/>
                    <a:pt x="480767" y="2471696"/>
                    <a:pt x="474198" y="2471696"/>
                  </a:cubicBezTo>
                  <a:cubicBezTo>
                    <a:pt x="470913" y="2471696"/>
                    <a:pt x="466533" y="2470600"/>
                    <a:pt x="462153" y="2470600"/>
                  </a:cubicBezTo>
                  <a:cubicBezTo>
                    <a:pt x="456679" y="2470600"/>
                    <a:pt x="451204" y="2470600"/>
                    <a:pt x="445729" y="2469505"/>
                  </a:cubicBezTo>
                  <a:cubicBezTo>
                    <a:pt x="441349" y="2468411"/>
                    <a:pt x="435874" y="2468411"/>
                    <a:pt x="430400" y="2467316"/>
                  </a:cubicBezTo>
                  <a:cubicBezTo>
                    <a:pt x="426020" y="2466221"/>
                    <a:pt x="421641" y="2466221"/>
                    <a:pt x="417260" y="2465125"/>
                  </a:cubicBezTo>
                  <a:cubicBezTo>
                    <a:pt x="410692" y="2464031"/>
                    <a:pt x="405217" y="2462936"/>
                    <a:pt x="398647" y="2461841"/>
                  </a:cubicBezTo>
                  <a:cubicBezTo>
                    <a:pt x="395363" y="2460746"/>
                    <a:pt x="392076" y="2460746"/>
                    <a:pt x="388792" y="2459652"/>
                  </a:cubicBezTo>
                  <a:cubicBezTo>
                    <a:pt x="382222" y="2458557"/>
                    <a:pt x="374558" y="2457462"/>
                    <a:pt x="367988" y="2455272"/>
                  </a:cubicBezTo>
                  <a:cubicBezTo>
                    <a:pt x="365798" y="2454177"/>
                    <a:pt x="362513" y="2454177"/>
                    <a:pt x="360324" y="2453082"/>
                  </a:cubicBezTo>
                  <a:cubicBezTo>
                    <a:pt x="352660" y="2450892"/>
                    <a:pt x="346090" y="2448702"/>
                    <a:pt x="338425" y="2446512"/>
                  </a:cubicBezTo>
                  <a:cubicBezTo>
                    <a:pt x="336236" y="2445418"/>
                    <a:pt x="334045" y="2445418"/>
                    <a:pt x="331856" y="2444322"/>
                  </a:cubicBezTo>
                  <a:cubicBezTo>
                    <a:pt x="324189" y="2442132"/>
                    <a:pt x="317622" y="2438848"/>
                    <a:pt x="309957" y="2436658"/>
                  </a:cubicBezTo>
                  <a:cubicBezTo>
                    <a:pt x="307767" y="2435562"/>
                    <a:pt x="305576" y="2435562"/>
                    <a:pt x="303387" y="2434468"/>
                  </a:cubicBezTo>
                  <a:cubicBezTo>
                    <a:pt x="296817" y="2431183"/>
                    <a:pt x="289153" y="2428993"/>
                    <a:pt x="282583" y="2425709"/>
                  </a:cubicBezTo>
                  <a:cubicBezTo>
                    <a:pt x="280393" y="2425709"/>
                    <a:pt x="278204" y="2424613"/>
                    <a:pt x="276013" y="2423518"/>
                  </a:cubicBezTo>
                  <a:cubicBezTo>
                    <a:pt x="269444" y="2420234"/>
                    <a:pt x="262875" y="2418043"/>
                    <a:pt x="256304" y="2414759"/>
                  </a:cubicBezTo>
                  <a:cubicBezTo>
                    <a:pt x="253019" y="2413663"/>
                    <a:pt x="249735" y="2412568"/>
                    <a:pt x="247545" y="2411474"/>
                  </a:cubicBezTo>
                  <a:cubicBezTo>
                    <a:pt x="240976" y="2408189"/>
                    <a:pt x="235501" y="2406000"/>
                    <a:pt x="230026" y="2402714"/>
                  </a:cubicBezTo>
                  <a:cubicBezTo>
                    <a:pt x="226742" y="2400525"/>
                    <a:pt x="223456" y="2399430"/>
                    <a:pt x="220172" y="2397239"/>
                  </a:cubicBezTo>
                  <a:cubicBezTo>
                    <a:pt x="215792" y="2395050"/>
                    <a:pt x="210318" y="2391765"/>
                    <a:pt x="205937" y="2389575"/>
                  </a:cubicBezTo>
                  <a:cubicBezTo>
                    <a:pt x="202652" y="2386291"/>
                    <a:pt x="198273" y="2384100"/>
                    <a:pt x="193892" y="2381911"/>
                  </a:cubicBezTo>
                  <a:cubicBezTo>
                    <a:pt x="190608" y="2378625"/>
                    <a:pt x="186228" y="2376436"/>
                    <a:pt x="182944" y="2374246"/>
                  </a:cubicBezTo>
                  <a:cubicBezTo>
                    <a:pt x="178564" y="2370961"/>
                    <a:pt x="173090" y="2367677"/>
                    <a:pt x="168709" y="2364391"/>
                  </a:cubicBezTo>
                  <a:cubicBezTo>
                    <a:pt x="165425" y="2362202"/>
                    <a:pt x="163235" y="2360012"/>
                    <a:pt x="159950" y="2357823"/>
                  </a:cubicBezTo>
                  <a:cubicBezTo>
                    <a:pt x="154474" y="2353441"/>
                    <a:pt x="149000" y="2350157"/>
                    <a:pt x="143526" y="2345778"/>
                  </a:cubicBezTo>
                  <a:cubicBezTo>
                    <a:pt x="141336" y="2343587"/>
                    <a:pt x="139146" y="2342493"/>
                    <a:pt x="136956" y="2340303"/>
                  </a:cubicBezTo>
                  <a:cubicBezTo>
                    <a:pt x="131482" y="2335923"/>
                    <a:pt x="124911" y="2330448"/>
                    <a:pt x="119437" y="2326068"/>
                  </a:cubicBezTo>
                  <a:cubicBezTo>
                    <a:pt x="117247" y="2324973"/>
                    <a:pt x="116152" y="2322784"/>
                    <a:pt x="113962" y="2321689"/>
                  </a:cubicBezTo>
                  <a:cubicBezTo>
                    <a:pt x="107393" y="2316214"/>
                    <a:pt x="101918" y="2310739"/>
                    <a:pt x="95349" y="2305264"/>
                  </a:cubicBezTo>
                  <a:cubicBezTo>
                    <a:pt x="94254" y="2304171"/>
                    <a:pt x="92063" y="2301980"/>
                    <a:pt x="90968" y="2300885"/>
                  </a:cubicBezTo>
                  <a:cubicBezTo>
                    <a:pt x="85494" y="2295410"/>
                    <a:pt x="78924" y="2288841"/>
                    <a:pt x="73450" y="2283366"/>
                  </a:cubicBezTo>
                  <a:cubicBezTo>
                    <a:pt x="71260" y="2281176"/>
                    <a:pt x="70165" y="2280082"/>
                    <a:pt x="67975" y="2277891"/>
                  </a:cubicBezTo>
                  <a:cubicBezTo>
                    <a:pt x="63594" y="2272416"/>
                    <a:pt x="58120" y="2265846"/>
                    <a:pt x="52645" y="2260373"/>
                  </a:cubicBezTo>
                  <a:cubicBezTo>
                    <a:pt x="51551" y="2259278"/>
                    <a:pt x="51551" y="2259278"/>
                    <a:pt x="50455" y="2258182"/>
                  </a:cubicBezTo>
                  <a:cubicBezTo>
                    <a:pt x="48265" y="2255993"/>
                    <a:pt x="47172" y="2253802"/>
                    <a:pt x="44981" y="2251612"/>
                  </a:cubicBezTo>
                  <a:cubicBezTo>
                    <a:pt x="40601" y="2247232"/>
                    <a:pt x="37317" y="2242853"/>
                    <a:pt x="32936" y="2237379"/>
                  </a:cubicBezTo>
                  <a:cubicBezTo>
                    <a:pt x="28556" y="2231904"/>
                    <a:pt x="25272" y="2227523"/>
                    <a:pt x="21988" y="2223144"/>
                  </a:cubicBezTo>
                  <a:cubicBezTo>
                    <a:pt x="19797" y="2219859"/>
                    <a:pt x="17608" y="2217669"/>
                    <a:pt x="15417" y="2214385"/>
                  </a:cubicBezTo>
                  <a:cubicBezTo>
                    <a:pt x="14322" y="2213289"/>
                    <a:pt x="14322" y="2212195"/>
                    <a:pt x="13229" y="2211100"/>
                  </a:cubicBezTo>
                  <a:cubicBezTo>
                    <a:pt x="11038" y="2207816"/>
                    <a:pt x="8847" y="2205625"/>
                    <a:pt x="6658" y="2202341"/>
                  </a:cubicBezTo>
                  <a:lnTo>
                    <a:pt x="0" y="2192724"/>
                  </a:lnTo>
                  <a:lnTo>
                    <a:pt x="338643" y="1247199"/>
                  </a:lnTo>
                  <a:lnTo>
                    <a:pt x="365799" y="1239888"/>
                  </a:lnTo>
                  <a:cubicBezTo>
                    <a:pt x="367988" y="1239887"/>
                    <a:pt x="370179" y="1238792"/>
                    <a:pt x="372368" y="1238793"/>
                  </a:cubicBezTo>
                  <a:cubicBezTo>
                    <a:pt x="381128" y="1236603"/>
                    <a:pt x="390983" y="1235508"/>
                    <a:pt x="399742" y="1233317"/>
                  </a:cubicBezTo>
                  <a:cubicBezTo>
                    <a:pt x="403026" y="1233317"/>
                    <a:pt x="405217" y="1232223"/>
                    <a:pt x="407406" y="1232223"/>
                  </a:cubicBezTo>
                  <a:cubicBezTo>
                    <a:pt x="415071" y="1231128"/>
                    <a:pt x="423830" y="1230033"/>
                    <a:pt x="431494" y="1228938"/>
                  </a:cubicBezTo>
                  <a:cubicBezTo>
                    <a:pt x="432590" y="1227844"/>
                    <a:pt x="434780" y="1227844"/>
                    <a:pt x="435875" y="1227844"/>
                  </a:cubicBezTo>
                  <a:cubicBezTo>
                    <a:pt x="463249" y="1224558"/>
                    <a:pt x="490621" y="1223464"/>
                    <a:pt x="517995" y="1223464"/>
                  </a:cubicBezTo>
                  <a:cubicBezTo>
                    <a:pt x="519090" y="1223464"/>
                    <a:pt x="519090" y="1223464"/>
                    <a:pt x="519090" y="1223464"/>
                  </a:cubicBezTo>
                  <a:cubicBezTo>
                    <a:pt x="525660" y="1224558"/>
                    <a:pt x="532229" y="1224558"/>
                    <a:pt x="538799" y="1224558"/>
                  </a:cubicBezTo>
                  <a:cubicBezTo>
                    <a:pt x="539895" y="1224558"/>
                    <a:pt x="542083" y="1224558"/>
                    <a:pt x="543179" y="1224558"/>
                  </a:cubicBezTo>
                  <a:cubicBezTo>
                    <a:pt x="547559" y="1224558"/>
                    <a:pt x="553033" y="1225653"/>
                    <a:pt x="558508" y="1225654"/>
                  </a:cubicBezTo>
                  <a:cubicBezTo>
                    <a:pt x="561793" y="1225654"/>
                    <a:pt x="563983" y="1226748"/>
                    <a:pt x="567267" y="1226748"/>
                  </a:cubicBezTo>
                  <a:cubicBezTo>
                    <a:pt x="570553" y="1226749"/>
                    <a:pt x="574933" y="1227844"/>
                    <a:pt x="578217" y="1227844"/>
                  </a:cubicBezTo>
                  <a:cubicBezTo>
                    <a:pt x="582597" y="1228938"/>
                    <a:pt x="586976" y="1228937"/>
                    <a:pt x="591356" y="1230033"/>
                  </a:cubicBezTo>
                  <a:cubicBezTo>
                    <a:pt x="593546" y="1231128"/>
                    <a:pt x="595736" y="1231128"/>
                    <a:pt x="597926" y="1231128"/>
                  </a:cubicBezTo>
                  <a:cubicBezTo>
                    <a:pt x="603401" y="1232224"/>
                    <a:pt x="609971" y="1233318"/>
                    <a:pt x="615444" y="1234412"/>
                  </a:cubicBezTo>
                  <a:cubicBezTo>
                    <a:pt x="616539" y="1234413"/>
                    <a:pt x="616539" y="1234413"/>
                    <a:pt x="617635" y="1234413"/>
                  </a:cubicBezTo>
                  <a:cubicBezTo>
                    <a:pt x="651578" y="1240982"/>
                    <a:pt x="684426" y="1249742"/>
                    <a:pt x="717275" y="1260692"/>
                  </a:cubicBezTo>
                  <a:cubicBezTo>
                    <a:pt x="718370" y="1260692"/>
                    <a:pt x="720560" y="1261787"/>
                    <a:pt x="721654" y="1261787"/>
                  </a:cubicBezTo>
                  <a:cubicBezTo>
                    <a:pt x="729319" y="1265071"/>
                    <a:pt x="736983" y="1267260"/>
                    <a:pt x="744649" y="1270547"/>
                  </a:cubicBezTo>
                  <a:cubicBezTo>
                    <a:pt x="746838" y="1271642"/>
                    <a:pt x="749028" y="1272735"/>
                    <a:pt x="751217" y="1273830"/>
                  </a:cubicBezTo>
                  <a:cubicBezTo>
                    <a:pt x="759978" y="1277115"/>
                    <a:pt x="767642" y="1280401"/>
                    <a:pt x="776401" y="1284780"/>
                  </a:cubicBezTo>
                  <a:cubicBezTo>
                    <a:pt x="778592" y="1285876"/>
                    <a:pt x="780781" y="1286970"/>
                    <a:pt x="782971" y="1288065"/>
                  </a:cubicBezTo>
                  <a:cubicBezTo>
                    <a:pt x="791730" y="1292444"/>
                    <a:pt x="800490" y="1296824"/>
                    <a:pt x="809249" y="1301204"/>
                  </a:cubicBezTo>
                  <a:cubicBezTo>
                    <a:pt x="809249" y="1302299"/>
                    <a:pt x="810345" y="1302299"/>
                    <a:pt x="810345" y="1302299"/>
                  </a:cubicBezTo>
                  <a:cubicBezTo>
                    <a:pt x="819104" y="1306679"/>
                    <a:pt x="827864" y="1312153"/>
                    <a:pt x="836624" y="1317628"/>
                  </a:cubicBezTo>
                  <a:cubicBezTo>
                    <a:pt x="837719" y="1317628"/>
                    <a:pt x="837719" y="1318723"/>
                    <a:pt x="838813" y="1318723"/>
                  </a:cubicBezTo>
                  <a:cubicBezTo>
                    <a:pt x="839908" y="1318723"/>
                    <a:pt x="839908" y="1319818"/>
                    <a:pt x="841003" y="1319819"/>
                  </a:cubicBezTo>
                  <a:cubicBezTo>
                    <a:pt x="842098" y="1320913"/>
                    <a:pt x="844288" y="1322008"/>
                    <a:pt x="845383" y="1323103"/>
                  </a:cubicBezTo>
                  <a:cubicBezTo>
                    <a:pt x="845383" y="1323103"/>
                    <a:pt x="846478" y="1324198"/>
                    <a:pt x="847573" y="1324198"/>
                  </a:cubicBezTo>
                  <a:cubicBezTo>
                    <a:pt x="903415" y="1357046"/>
                    <a:pt x="976776" y="1351572"/>
                    <a:pt x="1028238" y="1306679"/>
                  </a:cubicBezTo>
                  <a:lnTo>
                    <a:pt x="1030428" y="1304489"/>
                  </a:lnTo>
                  <a:cubicBezTo>
                    <a:pt x="1110358" y="1234413"/>
                    <a:pt x="1130067" y="1121633"/>
                    <a:pt x="1087364" y="1030754"/>
                  </a:cubicBezTo>
                  <a:cubicBezTo>
                    <a:pt x="1068750" y="994621"/>
                    <a:pt x="1053421" y="957393"/>
                    <a:pt x="1039187" y="917975"/>
                  </a:cubicBezTo>
                  <a:cubicBezTo>
                    <a:pt x="1038092" y="916880"/>
                    <a:pt x="1038092" y="916880"/>
                    <a:pt x="1038092" y="915786"/>
                  </a:cubicBezTo>
                  <a:cubicBezTo>
                    <a:pt x="1033712" y="904836"/>
                    <a:pt x="1030427" y="893886"/>
                    <a:pt x="1027142" y="882937"/>
                  </a:cubicBezTo>
                  <a:cubicBezTo>
                    <a:pt x="1027143" y="881842"/>
                    <a:pt x="1026048" y="880747"/>
                    <a:pt x="1026048" y="879652"/>
                  </a:cubicBezTo>
                  <a:cubicBezTo>
                    <a:pt x="1019478" y="858849"/>
                    <a:pt x="1014003" y="836949"/>
                    <a:pt x="1008528" y="815051"/>
                  </a:cubicBezTo>
                  <a:cubicBezTo>
                    <a:pt x="966921" y="633290"/>
                    <a:pt x="982250" y="452625"/>
                    <a:pt x="1041377" y="289479"/>
                  </a:cubicBezTo>
                  <a:cubicBezTo>
                    <a:pt x="1041377" y="288384"/>
                    <a:pt x="1042471" y="288384"/>
                    <a:pt x="1042471" y="287290"/>
                  </a:cubicBezTo>
                  <a:cubicBezTo>
                    <a:pt x="1044662" y="280720"/>
                    <a:pt x="1047946" y="274150"/>
                    <a:pt x="1050137" y="267581"/>
                  </a:cubicBezTo>
                  <a:cubicBezTo>
                    <a:pt x="1051232" y="263200"/>
                    <a:pt x="1053422" y="259915"/>
                    <a:pt x="1054516" y="255536"/>
                  </a:cubicBezTo>
                  <a:cubicBezTo>
                    <a:pt x="1055612" y="252252"/>
                    <a:pt x="1056706" y="248966"/>
                    <a:pt x="1057801" y="246778"/>
                  </a:cubicBezTo>
                  <a:cubicBezTo>
                    <a:pt x="1093934" y="160276"/>
                    <a:pt x="1143207" y="79250"/>
                    <a:pt x="1205618" y="5890"/>
                  </a:cubicBezTo>
                  <a:cubicBezTo>
                    <a:pt x="1206713" y="4795"/>
                    <a:pt x="1208903" y="2604"/>
                    <a:pt x="1209998" y="1509"/>
                  </a:cubicBezTo>
                  <a:close/>
                </a:path>
              </a:pathLst>
            </a:custGeom>
            <a:solidFill>
              <a:srgbClr val="29B8CE"/>
            </a:solidFill>
            <a:ln w="92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Grafik 29">
              <a:extLst>
                <a:ext uri="{FF2B5EF4-FFF2-40B4-BE49-F238E27FC236}">
                  <a16:creationId xmlns:a16="http://schemas.microsoft.com/office/drawing/2014/main" id="{90A82830-8DBF-40CE-86F9-56296AD0791A}"/>
                </a:ext>
              </a:extLst>
            </p:cNvPr>
            <p:cNvSpPr/>
            <p:nvPr/>
          </p:nvSpPr>
          <p:spPr>
            <a:xfrm rot="12078484" flipH="1">
              <a:off x="3793710" y="2591968"/>
              <a:ext cx="2215394" cy="1433935"/>
            </a:xfrm>
            <a:custGeom>
              <a:avLst/>
              <a:gdLst>
                <a:gd name="connsiteX0" fmla="*/ 3093720 w 3333429"/>
                <a:gd name="connsiteY0" fmla="*/ 963930 h 2157594"/>
                <a:gd name="connsiteX1" fmla="*/ 2475548 w 3333429"/>
                <a:gd name="connsiteY1" fmla="*/ 831533 h 2157594"/>
                <a:gd name="connsiteX2" fmla="*/ 2279333 w 3333429"/>
                <a:gd name="connsiteY2" fmla="*/ 923925 h 2157594"/>
                <a:gd name="connsiteX3" fmla="*/ 2274570 w 3333429"/>
                <a:gd name="connsiteY3" fmla="*/ 926783 h 2157594"/>
                <a:gd name="connsiteX4" fmla="*/ 2071688 w 3333429"/>
                <a:gd name="connsiteY4" fmla="*/ 916305 h 2157594"/>
                <a:gd name="connsiteX5" fmla="*/ 2070735 w 3333429"/>
                <a:gd name="connsiteY5" fmla="*/ 915353 h 2157594"/>
                <a:gd name="connsiteX6" fmla="*/ 2031683 w 3333429"/>
                <a:gd name="connsiteY6" fmla="*/ 762000 h 2157594"/>
                <a:gd name="connsiteX7" fmla="*/ 2035493 w 3333429"/>
                <a:gd name="connsiteY7" fmla="*/ 752475 h 2157594"/>
                <a:gd name="connsiteX8" fmla="*/ 2035493 w 3333429"/>
                <a:gd name="connsiteY8" fmla="*/ 751523 h 2157594"/>
                <a:gd name="connsiteX9" fmla="*/ 2055495 w 3333429"/>
                <a:gd name="connsiteY9" fmla="*/ 698183 h 2157594"/>
                <a:gd name="connsiteX10" fmla="*/ 2057400 w 3333429"/>
                <a:gd name="connsiteY10" fmla="*/ 692468 h 2157594"/>
                <a:gd name="connsiteX11" fmla="*/ 2063115 w 3333429"/>
                <a:gd name="connsiteY11" fmla="*/ 671513 h 2157594"/>
                <a:gd name="connsiteX12" fmla="*/ 2065020 w 3333429"/>
                <a:gd name="connsiteY12" fmla="*/ 662940 h 2157594"/>
                <a:gd name="connsiteX13" fmla="*/ 2068830 w 3333429"/>
                <a:gd name="connsiteY13" fmla="*/ 643890 h 2157594"/>
                <a:gd name="connsiteX14" fmla="*/ 2069783 w 3333429"/>
                <a:gd name="connsiteY14" fmla="*/ 641033 h 2157594"/>
                <a:gd name="connsiteX15" fmla="*/ 2072640 w 3333429"/>
                <a:gd name="connsiteY15" fmla="*/ 623888 h 2157594"/>
                <a:gd name="connsiteX16" fmla="*/ 2073593 w 3333429"/>
                <a:gd name="connsiteY16" fmla="*/ 620078 h 2157594"/>
                <a:gd name="connsiteX17" fmla="*/ 2076450 w 3333429"/>
                <a:gd name="connsiteY17" fmla="*/ 600075 h 2157594"/>
                <a:gd name="connsiteX18" fmla="*/ 2077403 w 3333429"/>
                <a:gd name="connsiteY18" fmla="*/ 593408 h 2157594"/>
                <a:gd name="connsiteX19" fmla="*/ 2079308 w 3333429"/>
                <a:gd name="connsiteY19" fmla="*/ 569595 h 2157594"/>
                <a:gd name="connsiteX20" fmla="*/ 2079308 w 3333429"/>
                <a:gd name="connsiteY20" fmla="*/ 564833 h 2157594"/>
                <a:gd name="connsiteX21" fmla="*/ 2080260 w 3333429"/>
                <a:gd name="connsiteY21" fmla="*/ 543878 h 2157594"/>
                <a:gd name="connsiteX22" fmla="*/ 2080260 w 3333429"/>
                <a:gd name="connsiteY22" fmla="*/ 540068 h 2157594"/>
                <a:gd name="connsiteX23" fmla="*/ 2080260 w 3333429"/>
                <a:gd name="connsiteY23" fmla="*/ 538163 h 2157594"/>
                <a:gd name="connsiteX24" fmla="*/ 2079308 w 3333429"/>
                <a:gd name="connsiteY24" fmla="*/ 515303 h 2157594"/>
                <a:gd name="connsiteX25" fmla="*/ 2079308 w 3333429"/>
                <a:gd name="connsiteY25" fmla="*/ 507683 h 2157594"/>
                <a:gd name="connsiteX26" fmla="*/ 2078355 w 3333429"/>
                <a:gd name="connsiteY26" fmla="*/ 491490 h 2157594"/>
                <a:gd name="connsiteX27" fmla="*/ 2077403 w 3333429"/>
                <a:gd name="connsiteY27" fmla="*/ 479108 h 2157594"/>
                <a:gd name="connsiteX28" fmla="*/ 2075498 w 3333429"/>
                <a:gd name="connsiteY28" fmla="*/ 462915 h 2157594"/>
                <a:gd name="connsiteX29" fmla="*/ 2073593 w 3333429"/>
                <a:gd name="connsiteY29" fmla="*/ 450533 h 2157594"/>
                <a:gd name="connsiteX30" fmla="*/ 2071688 w 3333429"/>
                <a:gd name="connsiteY30" fmla="*/ 441008 h 2157594"/>
                <a:gd name="connsiteX31" fmla="*/ 2066925 w 3333429"/>
                <a:gd name="connsiteY31" fmla="*/ 418148 h 2157594"/>
                <a:gd name="connsiteX32" fmla="*/ 2065020 w 3333429"/>
                <a:gd name="connsiteY32" fmla="*/ 410528 h 2157594"/>
                <a:gd name="connsiteX33" fmla="*/ 2061210 w 3333429"/>
                <a:gd name="connsiteY33" fmla="*/ 397193 h 2157594"/>
                <a:gd name="connsiteX34" fmla="*/ 2059305 w 3333429"/>
                <a:gd name="connsiteY34" fmla="*/ 389573 h 2157594"/>
                <a:gd name="connsiteX35" fmla="*/ 2052638 w 3333429"/>
                <a:gd name="connsiteY35" fmla="*/ 369570 h 2157594"/>
                <a:gd name="connsiteX36" fmla="*/ 2048828 w 3333429"/>
                <a:gd name="connsiteY36" fmla="*/ 359093 h 2157594"/>
                <a:gd name="connsiteX37" fmla="*/ 2045018 w 3333429"/>
                <a:gd name="connsiteY37" fmla="*/ 348615 h 2157594"/>
                <a:gd name="connsiteX38" fmla="*/ 2039303 w 3333429"/>
                <a:gd name="connsiteY38" fmla="*/ 333375 h 2157594"/>
                <a:gd name="connsiteX39" fmla="*/ 2036445 w 3333429"/>
                <a:gd name="connsiteY39" fmla="*/ 325755 h 2157594"/>
                <a:gd name="connsiteX40" fmla="*/ 2027873 w 3333429"/>
                <a:gd name="connsiteY40" fmla="*/ 307658 h 2157594"/>
                <a:gd name="connsiteX41" fmla="*/ 2025015 w 3333429"/>
                <a:gd name="connsiteY41" fmla="*/ 302895 h 2157594"/>
                <a:gd name="connsiteX42" fmla="*/ 2001203 w 3333429"/>
                <a:gd name="connsiteY42" fmla="*/ 260033 h 2157594"/>
                <a:gd name="connsiteX43" fmla="*/ 2001203 w 3333429"/>
                <a:gd name="connsiteY43" fmla="*/ 260033 h 2157594"/>
                <a:gd name="connsiteX44" fmla="*/ 1923098 w 3333429"/>
                <a:gd name="connsiteY44" fmla="*/ 160020 h 2157594"/>
                <a:gd name="connsiteX45" fmla="*/ 1920240 w 3333429"/>
                <a:gd name="connsiteY45" fmla="*/ 157163 h 2157594"/>
                <a:gd name="connsiteX46" fmla="*/ 1905000 w 3333429"/>
                <a:gd name="connsiteY46" fmla="*/ 142875 h 2157594"/>
                <a:gd name="connsiteX47" fmla="*/ 1902143 w 3333429"/>
                <a:gd name="connsiteY47" fmla="*/ 140970 h 2157594"/>
                <a:gd name="connsiteX48" fmla="*/ 1886903 w 3333429"/>
                <a:gd name="connsiteY48" fmla="*/ 127635 h 2157594"/>
                <a:gd name="connsiteX49" fmla="*/ 1884998 w 3333429"/>
                <a:gd name="connsiteY49" fmla="*/ 126683 h 2157594"/>
                <a:gd name="connsiteX50" fmla="*/ 1869758 w 3333429"/>
                <a:gd name="connsiteY50" fmla="*/ 114300 h 2157594"/>
                <a:gd name="connsiteX51" fmla="*/ 1864043 w 3333429"/>
                <a:gd name="connsiteY51" fmla="*/ 109538 h 2157594"/>
                <a:gd name="connsiteX52" fmla="*/ 1845945 w 3333429"/>
                <a:gd name="connsiteY52" fmla="*/ 96203 h 2157594"/>
                <a:gd name="connsiteX53" fmla="*/ 1842135 w 3333429"/>
                <a:gd name="connsiteY53" fmla="*/ 93345 h 2157594"/>
                <a:gd name="connsiteX54" fmla="*/ 1796415 w 3333429"/>
                <a:gd name="connsiteY54" fmla="*/ 65723 h 2157594"/>
                <a:gd name="connsiteX55" fmla="*/ 1788795 w 3333429"/>
                <a:gd name="connsiteY55" fmla="*/ 61913 h 2157594"/>
                <a:gd name="connsiteX56" fmla="*/ 1772603 w 3333429"/>
                <a:gd name="connsiteY56" fmla="*/ 53340 h 2157594"/>
                <a:gd name="connsiteX57" fmla="*/ 1763078 w 3333429"/>
                <a:gd name="connsiteY57" fmla="*/ 48578 h 2157594"/>
                <a:gd name="connsiteX58" fmla="*/ 1748790 w 3333429"/>
                <a:gd name="connsiteY58" fmla="*/ 41910 h 2157594"/>
                <a:gd name="connsiteX59" fmla="*/ 1738313 w 3333429"/>
                <a:gd name="connsiteY59" fmla="*/ 38100 h 2157594"/>
                <a:gd name="connsiteX60" fmla="*/ 1724025 w 3333429"/>
                <a:gd name="connsiteY60" fmla="*/ 32385 h 2157594"/>
                <a:gd name="connsiteX61" fmla="*/ 1713548 w 3333429"/>
                <a:gd name="connsiteY61" fmla="*/ 28575 h 2157594"/>
                <a:gd name="connsiteX62" fmla="*/ 1698308 w 3333429"/>
                <a:gd name="connsiteY62" fmla="*/ 23813 h 2157594"/>
                <a:gd name="connsiteX63" fmla="*/ 1688783 w 3333429"/>
                <a:gd name="connsiteY63" fmla="*/ 20955 h 2157594"/>
                <a:gd name="connsiteX64" fmla="*/ 1672590 w 3333429"/>
                <a:gd name="connsiteY64" fmla="*/ 16193 h 2157594"/>
                <a:gd name="connsiteX65" fmla="*/ 1663065 w 3333429"/>
                <a:gd name="connsiteY65" fmla="*/ 14288 h 2157594"/>
                <a:gd name="connsiteX66" fmla="*/ 1646873 w 3333429"/>
                <a:gd name="connsiteY66" fmla="*/ 10478 h 2157594"/>
                <a:gd name="connsiteX67" fmla="*/ 1629728 w 3333429"/>
                <a:gd name="connsiteY67" fmla="*/ 7620 h 2157594"/>
                <a:gd name="connsiteX68" fmla="*/ 1614488 w 3333429"/>
                <a:gd name="connsiteY68" fmla="*/ 4763 h 2157594"/>
                <a:gd name="connsiteX69" fmla="*/ 1595438 w 3333429"/>
                <a:gd name="connsiteY69" fmla="*/ 1905 h 2157594"/>
                <a:gd name="connsiteX70" fmla="*/ 1586865 w 3333429"/>
                <a:gd name="connsiteY70" fmla="*/ 953 h 2157594"/>
                <a:gd name="connsiteX71" fmla="*/ 1567815 w 3333429"/>
                <a:gd name="connsiteY71" fmla="*/ 0 h 2157594"/>
                <a:gd name="connsiteX72" fmla="*/ 1558290 w 3333429"/>
                <a:gd name="connsiteY72" fmla="*/ 0 h 2157594"/>
                <a:gd name="connsiteX73" fmla="*/ 1541145 w 3333429"/>
                <a:gd name="connsiteY73" fmla="*/ 0 h 2157594"/>
                <a:gd name="connsiteX74" fmla="*/ 1539240 w 3333429"/>
                <a:gd name="connsiteY74" fmla="*/ 0 h 2157594"/>
                <a:gd name="connsiteX75" fmla="*/ 1518285 w 3333429"/>
                <a:gd name="connsiteY75" fmla="*/ 0 h 2157594"/>
                <a:gd name="connsiteX76" fmla="*/ 1516380 w 3333429"/>
                <a:gd name="connsiteY76" fmla="*/ 0 h 2157594"/>
                <a:gd name="connsiteX77" fmla="*/ 1493520 w 3333429"/>
                <a:gd name="connsiteY77" fmla="*/ 1905 h 2157594"/>
                <a:gd name="connsiteX78" fmla="*/ 1490663 w 3333429"/>
                <a:gd name="connsiteY78" fmla="*/ 1905 h 2157594"/>
                <a:gd name="connsiteX79" fmla="*/ 1319213 w 3333429"/>
                <a:gd name="connsiteY79" fmla="*/ 46673 h 2157594"/>
                <a:gd name="connsiteX80" fmla="*/ 1314450 w 3333429"/>
                <a:gd name="connsiteY80" fmla="*/ 48578 h 2157594"/>
                <a:gd name="connsiteX81" fmla="*/ 1295400 w 3333429"/>
                <a:gd name="connsiteY81" fmla="*/ 58103 h 2157594"/>
                <a:gd name="connsiteX82" fmla="*/ 1290638 w 3333429"/>
                <a:gd name="connsiteY82" fmla="*/ 60960 h 2157594"/>
                <a:gd name="connsiteX83" fmla="*/ 1274445 w 3333429"/>
                <a:gd name="connsiteY83" fmla="*/ 69533 h 2157594"/>
                <a:gd name="connsiteX84" fmla="*/ 1265873 w 3333429"/>
                <a:gd name="connsiteY84" fmla="*/ 74295 h 2157594"/>
                <a:gd name="connsiteX85" fmla="*/ 1255395 w 3333429"/>
                <a:gd name="connsiteY85" fmla="*/ 80963 h 2157594"/>
                <a:gd name="connsiteX86" fmla="*/ 1239203 w 3333429"/>
                <a:gd name="connsiteY86" fmla="*/ 91440 h 2157594"/>
                <a:gd name="connsiteX87" fmla="*/ 1231583 w 3333429"/>
                <a:gd name="connsiteY87" fmla="*/ 97155 h 2157594"/>
                <a:gd name="connsiteX88" fmla="*/ 1221105 w 3333429"/>
                <a:gd name="connsiteY88" fmla="*/ 104775 h 2157594"/>
                <a:gd name="connsiteX89" fmla="*/ 1213485 w 3333429"/>
                <a:gd name="connsiteY89" fmla="*/ 110490 h 2157594"/>
                <a:gd name="connsiteX90" fmla="*/ 1197293 w 3333429"/>
                <a:gd name="connsiteY90" fmla="*/ 123825 h 2157594"/>
                <a:gd name="connsiteX91" fmla="*/ 1189673 w 3333429"/>
                <a:gd name="connsiteY91" fmla="*/ 130493 h 2157594"/>
                <a:gd name="connsiteX92" fmla="*/ 1181100 w 3333429"/>
                <a:gd name="connsiteY92" fmla="*/ 138113 h 2157594"/>
                <a:gd name="connsiteX93" fmla="*/ 1167765 w 3333429"/>
                <a:gd name="connsiteY93" fmla="*/ 150495 h 2157594"/>
                <a:gd name="connsiteX94" fmla="*/ 1160145 w 3333429"/>
                <a:gd name="connsiteY94" fmla="*/ 158115 h 2157594"/>
                <a:gd name="connsiteX95" fmla="*/ 1148715 w 3333429"/>
                <a:gd name="connsiteY95" fmla="*/ 170498 h 2157594"/>
                <a:gd name="connsiteX96" fmla="*/ 1143953 w 3333429"/>
                <a:gd name="connsiteY96" fmla="*/ 176213 h 2157594"/>
                <a:gd name="connsiteX97" fmla="*/ 1128713 w 3333429"/>
                <a:gd name="connsiteY97" fmla="*/ 193358 h 2157594"/>
                <a:gd name="connsiteX98" fmla="*/ 1127760 w 3333429"/>
                <a:gd name="connsiteY98" fmla="*/ 194310 h 2157594"/>
                <a:gd name="connsiteX99" fmla="*/ 1125855 w 3333429"/>
                <a:gd name="connsiteY99" fmla="*/ 197168 h 2157594"/>
                <a:gd name="connsiteX100" fmla="*/ 1112520 w 3333429"/>
                <a:gd name="connsiteY100" fmla="*/ 214313 h 2157594"/>
                <a:gd name="connsiteX101" fmla="*/ 1109663 w 3333429"/>
                <a:gd name="connsiteY101" fmla="*/ 217170 h 2157594"/>
                <a:gd name="connsiteX102" fmla="*/ 1095375 w 3333429"/>
                <a:gd name="connsiteY102" fmla="*/ 236220 h 2157594"/>
                <a:gd name="connsiteX103" fmla="*/ 1091565 w 3333429"/>
                <a:gd name="connsiteY103" fmla="*/ 240983 h 2157594"/>
                <a:gd name="connsiteX104" fmla="*/ 1080135 w 3333429"/>
                <a:gd name="connsiteY104" fmla="*/ 258128 h 2157594"/>
                <a:gd name="connsiteX105" fmla="*/ 1078230 w 3333429"/>
                <a:gd name="connsiteY105" fmla="*/ 260985 h 2157594"/>
                <a:gd name="connsiteX106" fmla="*/ 1069658 w 3333429"/>
                <a:gd name="connsiteY106" fmla="*/ 276225 h 2157594"/>
                <a:gd name="connsiteX107" fmla="*/ 1067753 w 3333429"/>
                <a:gd name="connsiteY107" fmla="*/ 279083 h 2157594"/>
                <a:gd name="connsiteX108" fmla="*/ 1059180 w 3333429"/>
                <a:gd name="connsiteY108" fmla="*/ 296228 h 2157594"/>
                <a:gd name="connsiteX109" fmla="*/ 1055370 w 3333429"/>
                <a:gd name="connsiteY109" fmla="*/ 303848 h 2157594"/>
                <a:gd name="connsiteX110" fmla="*/ 1045845 w 3333429"/>
                <a:gd name="connsiteY110" fmla="*/ 323850 h 2157594"/>
                <a:gd name="connsiteX111" fmla="*/ 1042988 w 3333429"/>
                <a:gd name="connsiteY111" fmla="*/ 329565 h 2157594"/>
                <a:gd name="connsiteX112" fmla="*/ 1023938 w 3333429"/>
                <a:gd name="connsiteY112" fmla="*/ 382905 h 2157594"/>
                <a:gd name="connsiteX113" fmla="*/ 1023938 w 3333429"/>
                <a:gd name="connsiteY113" fmla="*/ 383858 h 2157594"/>
                <a:gd name="connsiteX114" fmla="*/ 1021080 w 3333429"/>
                <a:gd name="connsiteY114" fmla="*/ 393383 h 2157594"/>
                <a:gd name="connsiteX115" fmla="*/ 890588 w 3333429"/>
                <a:gd name="connsiteY115" fmla="*/ 485775 h 2157594"/>
                <a:gd name="connsiteX116" fmla="*/ 886778 w 3333429"/>
                <a:gd name="connsiteY116" fmla="*/ 485775 h 2157594"/>
                <a:gd name="connsiteX117" fmla="*/ 791528 w 3333429"/>
                <a:gd name="connsiteY117" fmla="*/ 417195 h 2157594"/>
                <a:gd name="connsiteX118" fmla="*/ 790575 w 3333429"/>
                <a:gd name="connsiteY118" fmla="*/ 413385 h 2157594"/>
                <a:gd name="connsiteX119" fmla="*/ 681990 w 3333429"/>
                <a:gd name="connsiteY119" fmla="*/ 243840 h 2157594"/>
                <a:gd name="connsiteX120" fmla="*/ 405765 w 3333429"/>
                <a:gd name="connsiteY120" fmla="*/ 134303 h 2157594"/>
                <a:gd name="connsiteX121" fmla="*/ 0 w 3333429"/>
                <a:gd name="connsiteY121" fmla="*/ 540068 h 2157594"/>
                <a:gd name="connsiteX122" fmla="*/ 404813 w 3333429"/>
                <a:gd name="connsiteY122" fmla="*/ 944880 h 2157594"/>
                <a:gd name="connsiteX123" fmla="*/ 681038 w 3333429"/>
                <a:gd name="connsiteY123" fmla="*/ 835343 h 2157594"/>
                <a:gd name="connsiteX124" fmla="*/ 789623 w 3333429"/>
                <a:gd name="connsiteY124" fmla="*/ 665798 h 2157594"/>
                <a:gd name="connsiteX125" fmla="*/ 790575 w 3333429"/>
                <a:gd name="connsiteY125" fmla="*/ 661988 h 2157594"/>
                <a:gd name="connsiteX126" fmla="*/ 885825 w 3333429"/>
                <a:gd name="connsiteY126" fmla="*/ 593408 h 2157594"/>
                <a:gd name="connsiteX127" fmla="*/ 889635 w 3333429"/>
                <a:gd name="connsiteY127" fmla="*/ 593408 h 2157594"/>
                <a:gd name="connsiteX128" fmla="*/ 1017270 w 3333429"/>
                <a:gd name="connsiteY128" fmla="*/ 685800 h 2157594"/>
                <a:gd name="connsiteX129" fmla="*/ 1020128 w 3333429"/>
                <a:gd name="connsiteY129" fmla="*/ 695325 h 2157594"/>
                <a:gd name="connsiteX130" fmla="*/ 1022985 w 3333429"/>
                <a:gd name="connsiteY130" fmla="*/ 704850 h 2157594"/>
                <a:gd name="connsiteX131" fmla="*/ 1026795 w 3333429"/>
                <a:gd name="connsiteY131" fmla="*/ 718185 h 2157594"/>
                <a:gd name="connsiteX132" fmla="*/ 1031558 w 3333429"/>
                <a:gd name="connsiteY132" fmla="*/ 730568 h 2157594"/>
                <a:gd name="connsiteX133" fmla="*/ 1037273 w 3333429"/>
                <a:gd name="connsiteY133" fmla="*/ 744855 h 2157594"/>
                <a:gd name="connsiteX134" fmla="*/ 1042035 w 3333429"/>
                <a:gd name="connsiteY134" fmla="*/ 755333 h 2157594"/>
                <a:gd name="connsiteX135" fmla="*/ 1049655 w 3333429"/>
                <a:gd name="connsiteY135" fmla="*/ 772478 h 2157594"/>
                <a:gd name="connsiteX136" fmla="*/ 1053465 w 3333429"/>
                <a:gd name="connsiteY136" fmla="*/ 780098 h 2157594"/>
                <a:gd name="connsiteX137" fmla="*/ 1064895 w 3333429"/>
                <a:gd name="connsiteY137" fmla="*/ 802005 h 2157594"/>
                <a:gd name="connsiteX138" fmla="*/ 1065848 w 3333429"/>
                <a:gd name="connsiteY138" fmla="*/ 803910 h 2157594"/>
                <a:gd name="connsiteX139" fmla="*/ 1065848 w 3333429"/>
                <a:gd name="connsiteY139" fmla="*/ 804863 h 2157594"/>
                <a:gd name="connsiteX140" fmla="*/ 1072515 w 3333429"/>
                <a:gd name="connsiteY140" fmla="*/ 816293 h 2157594"/>
                <a:gd name="connsiteX141" fmla="*/ 1076325 w 3333429"/>
                <a:gd name="connsiteY141" fmla="*/ 822960 h 2157594"/>
                <a:gd name="connsiteX142" fmla="*/ 1102043 w 3333429"/>
                <a:gd name="connsiteY142" fmla="*/ 862013 h 2157594"/>
                <a:gd name="connsiteX143" fmla="*/ 1104900 w 3333429"/>
                <a:gd name="connsiteY143" fmla="*/ 865823 h 2157594"/>
                <a:gd name="connsiteX144" fmla="*/ 1122045 w 3333429"/>
                <a:gd name="connsiteY144" fmla="*/ 886778 h 2157594"/>
                <a:gd name="connsiteX145" fmla="*/ 1125855 w 3333429"/>
                <a:gd name="connsiteY145" fmla="*/ 890588 h 2157594"/>
                <a:gd name="connsiteX146" fmla="*/ 1134428 w 3333429"/>
                <a:gd name="connsiteY146" fmla="*/ 901065 h 2157594"/>
                <a:gd name="connsiteX147" fmla="*/ 1142048 w 3333429"/>
                <a:gd name="connsiteY147" fmla="*/ 908685 h 2157594"/>
                <a:gd name="connsiteX148" fmla="*/ 1153478 w 3333429"/>
                <a:gd name="connsiteY148" fmla="*/ 920115 h 2157594"/>
                <a:gd name="connsiteX149" fmla="*/ 1164908 w 3333429"/>
                <a:gd name="connsiteY149" fmla="*/ 931545 h 2157594"/>
                <a:gd name="connsiteX150" fmla="*/ 1171575 w 3333429"/>
                <a:gd name="connsiteY150" fmla="*/ 937260 h 2157594"/>
                <a:gd name="connsiteX151" fmla="*/ 1188720 w 3333429"/>
                <a:gd name="connsiteY151" fmla="*/ 952500 h 2157594"/>
                <a:gd name="connsiteX152" fmla="*/ 1189673 w 3333429"/>
                <a:gd name="connsiteY152" fmla="*/ 953453 h 2157594"/>
                <a:gd name="connsiteX153" fmla="*/ 1196340 w 3333429"/>
                <a:gd name="connsiteY153" fmla="*/ 959168 h 2157594"/>
                <a:gd name="connsiteX154" fmla="*/ 1203008 w 3333429"/>
                <a:gd name="connsiteY154" fmla="*/ 964883 h 2157594"/>
                <a:gd name="connsiteX155" fmla="*/ 1210628 w 3333429"/>
                <a:gd name="connsiteY155" fmla="*/ 970598 h 2157594"/>
                <a:gd name="connsiteX156" fmla="*/ 1217295 w 3333429"/>
                <a:gd name="connsiteY156" fmla="*/ 976313 h 2157594"/>
                <a:gd name="connsiteX157" fmla="*/ 1224915 w 3333429"/>
                <a:gd name="connsiteY157" fmla="*/ 982028 h 2157594"/>
                <a:gd name="connsiteX158" fmla="*/ 1231583 w 3333429"/>
                <a:gd name="connsiteY158" fmla="*/ 986790 h 2157594"/>
                <a:gd name="connsiteX159" fmla="*/ 1240155 w 3333429"/>
                <a:gd name="connsiteY159" fmla="*/ 992505 h 2157594"/>
                <a:gd name="connsiteX160" fmla="*/ 1246823 w 3333429"/>
                <a:gd name="connsiteY160" fmla="*/ 996315 h 2157594"/>
                <a:gd name="connsiteX161" fmla="*/ 1255395 w 3333429"/>
                <a:gd name="connsiteY161" fmla="*/ 1002030 h 2157594"/>
                <a:gd name="connsiteX162" fmla="*/ 1262063 w 3333429"/>
                <a:gd name="connsiteY162" fmla="*/ 1005840 h 2157594"/>
                <a:gd name="connsiteX163" fmla="*/ 1271588 w 3333429"/>
                <a:gd name="connsiteY163" fmla="*/ 1011555 h 2157594"/>
                <a:gd name="connsiteX164" fmla="*/ 1277303 w 3333429"/>
                <a:gd name="connsiteY164" fmla="*/ 1015365 h 2157594"/>
                <a:gd name="connsiteX165" fmla="*/ 1286828 w 3333429"/>
                <a:gd name="connsiteY165" fmla="*/ 1020128 h 2157594"/>
                <a:gd name="connsiteX166" fmla="*/ 1292543 w 3333429"/>
                <a:gd name="connsiteY166" fmla="*/ 1022985 h 2157594"/>
                <a:gd name="connsiteX167" fmla="*/ 1302068 w 3333429"/>
                <a:gd name="connsiteY167" fmla="*/ 1027748 h 2157594"/>
                <a:gd name="connsiteX168" fmla="*/ 1308735 w 3333429"/>
                <a:gd name="connsiteY168" fmla="*/ 1030605 h 2157594"/>
                <a:gd name="connsiteX169" fmla="*/ 1318260 w 3333429"/>
                <a:gd name="connsiteY169" fmla="*/ 1035368 h 2157594"/>
                <a:gd name="connsiteX170" fmla="*/ 1324928 w 3333429"/>
                <a:gd name="connsiteY170" fmla="*/ 1038225 h 2157594"/>
                <a:gd name="connsiteX171" fmla="*/ 1334453 w 3333429"/>
                <a:gd name="connsiteY171" fmla="*/ 1042035 h 2157594"/>
                <a:gd name="connsiteX172" fmla="*/ 1341120 w 3333429"/>
                <a:gd name="connsiteY172" fmla="*/ 1044893 h 2157594"/>
                <a:gd name="connsiteX173" fmla="*/ 1350645 w 3333429"/>
                <a:gd name="connsiteY173" fmla="*/ 1048703 h 2157594"/>
                <a:gd name="connsiteX174" fmla="*/ 1358265 w 3333429"/>
                <a:gd name="connsiteY174" fmla="*/ 1051560 h 2157594"/>
                <a:gd name="connsiteX175" fmla="*/ 1366838 w 3333429"/>
                <a:gd name="connsiteY175" fmla="*/ 1054418 h 2157594"/>
                <a:gd name="connsiteX176" fmla="*/ 1375410 w 3333429"/>
                <a:gd name="connsiteY176" fmla="*/ 1057275 h 2157594"/>
                <a:gd name="connsiteX177" fmla="*/ 1383983 w 3333429"/>
                <a:gd name="connsiteY177" fmla="*/ 1060133 h 2157594"/>
                <a:gd name="connsiteX178" fmla="*/ 1392555 w 3333429"/>
                <a:gd name="connsiteY178" fmla="*/ 1062990 h 2157594"/>
                <a:gd name="connsiteX179" fmla="*/ 1401128 w 3333429"/>
                <a:gd name="connsiteY179" fmla="*/ 1064895 h 2157594"/>
                <a:gd name="connsiteX180" fmla="*/ 1410653 w 3333429"/>
                <a:gd name="connsiteY180" fmla="*/ 1066800 h 2157594"/>
                <a:gd name="connsiteX181" fmla="*/ 1419225 w 3333429"/>
                <a:gd name="connsiteY181" fmla="*/ 1068705 h 2157594"/>
                <a:gd name="connsiteX182" fmla="*/ 1428750 w 3333429"/>
                <a:gd name="connsiteY182" fmla="*/ 1070610 h 2157594"/>
                <a:gd name="connsiteX183" fmla="*/ 1437323 w 3333429"/>
                <a:gd name="connsiteY183" fmla="*/ 1072515 h 2157594"/>
                <a:gd name="connsiteX184" fmla="*/ 1445895 w 3333429"/>
                <a:gd name="connsiteY184" fmla="*/ 1074420 h 2157594"/>
                <a:gd name="connsiteX185" fmla="*/ 1455420 w 3333429"/>
                <a:gd name="connsiteY185" fmla="*/ 1075373 h 2157594"/>
                <a:gd name="connsiteX186" fmla="*/ 1463993 w 3333429"/>
                <a:gd name="connsiteY186" fmla="*/ 1076325 h 2157594"/>
                <a:gd name="connsiteX187" fmla="*/ 1473518 w 3333429"/>
                <a:gd name="connsiteY187" fmla="*/ 1077278 h 2157594"/>
                <a:gd name="connsiteX188" fmla="*/ 1481138 w 3333429"/>
                <a:gd name="connsiteY188" fmla="*/ 1078230 h 2157594"/>
                <a:gd name="connsiteX189" fmla="*/ 1491615 w 3333429"/>
                <a:gd name="connsiteY189" fmla="*/ 1079183 h 2157594"/>
                <a:gd name="connsiteX190" fmla="*/ 1499235 w 3333429"/>
                <a:gd name="connsiteY190" fmla="*/ 1080135 h 2157594"/>
                <a:gd name="connsiteX191" fmla="*/ 1510665 w 3333429"/>
                <a:gd name="connsiteY191" fmla="*/ 1081088 h 2157594"/>
                <a:gd name="connsiteX192" fmla="*/ 1517333 w 3333429"/>
                <a:gd name="connsiteY192" fmla="*/ 1081088 h 2157594"/>
                <a:gd name="connsiteX193" fmla="*/ 1529715 w 3333429"/>
                <a:gd name="connsiteY193" fmla="*/ 1081088 h 2157594"/>
                <a:gd name="connsiteX194" fmla="*/ 1535430 w 3333429"/>
                <a:gd name="connsiteY194" fmla="*/ 1081088 h 2157594"/>
                <a:gd name="connsiteX195" fmla="*/ 1536383 w 3333429"/>
                <a:gd name="connsiteY195" fmla="*/ 1081088 h 2157594"/>
                <a:gd name="connsiteX196" fmla="*/ 1560195 w 3333429"/>
                <a:gd name="connsiteY196" fmla="*/ 1080135 h 2157594"/>
                <a:gd name="connsiteX197" fmla="*/ 1567815 w 3333429"/>
                <a:gd name="connsiteY197" fmla="*/ 1080135 h 2157594"/>
                <a:gd name="connsiteX198" fmla="*/ 1585913 w 3333429"/>
                <a:gd name="connsiteY198" fmla="*/ 1079183 h 2157594"/>
                <a:gd name="connsiteX199" fmla="*/ 1598295 w 3333429"/>
                <a:gd name="connsiteY199" fmla="*/ 1078230 h 2157594"/>
                <a:gd name="connsiteX200" fmla="*/ 1610678 w 3333429"/>
                <a:gd name="connsiteY200" fmla="*/ 1076325 h 2157594"/>
                <a:gd name="connsiteX201" fmla="*/ 1623060 w 3333429"/>
                <a:gd name="connsiteY201" fmla="*/ 1074420 h 2157594"/>
                <a:gd name="connsiteX202" fmla="*/ 1631633 w 3333429"/>
                <a:gd name="connsiteY202" fmla="*/ 1072515 h 2157594"/>
                <a:gd name="connsiteX203" fmla="*/ 1654493 w 3333429"/>
                <a:gd name="connsiteY203" fmla="*/ 1067753 h 2157594"/>
                <a:gd name="connsiteX204" fmla="*/ 1661160 w 3333429"/>
                <a:gd name="connsiteY204" fmla="*/ 1065848 h 2157594"/>
                <a:gd name="connsiteX205" fmla="*/ 1675448 w 3333429"/>
                <a:gd name="connsiteY205" fmla="*/ 1062038 h 2157594"/>
                <a:gd name="connsiteX206" fmla="*/ 1678305 w 3333429"/>
                <a:gd name="connsiteY206" fmla="*/ 1061085 h 2157594"/>
                <a:gd name="connsiteX207" fmla="*/ 1704975 w 3333429"/>
                <a:gd name="connsiteY207" fmla="*/ 1052513 h 2157594"/>
                <a:gd name="connsiteX208" fmla="*/ 1713548 w 3333429"/>
                <a:gd name="connsiteY208" fmla="*/ 1049655 h 2157594"/>
                <a:gd name="connsiteX209" fmla="*/ 1724978 w 3333429"/>
                <a:gd name="connsiteY209" fmla="*/ 1045845 h 2157594"/>
                <a:gd name="connsiteX210" fmla="*/ 1725930 w 3333429"/>
                <a:gd name="connsiteY210" fmla="*/ 1045845 h 2157594"/>
                <a:gd name="connsiteX211" fmla="*/ 1728788 w 3333429"/>
                <a:gd name="connsiteY211" fmla="*/ 1044893 h 2157594"/>
                <a:gd name="connsiteX212" fmla="*/ 1749743 w 3333429"/>
                <a:gd name="connsiteY212" fmla="*/ 1036320 h 2157594"/>
                <a:gd name="connsiteX213" fmla="*/ 1757363 w 3333429"/>
                <a:gd name="connsiteY213" fmla="*/ 1032510 h 2157594"/>
                <a:gd name="connsiteX214" fmla="*/ 1773555 w 3333429"/>
                <a:gd name="connsiteY214" fmla="*/ 1024890 h 2157594"/>
                <a:gd name="connsiteX215" fmla="*/ 1784033 w 3333429"/>
                <a:gd name="connsiteY215" fmla="*/ 1019175 h 2157594"/>
                <a:gd name="connsiteX216" fmla="*/ 1797368 w 3333429"/>
                <a:gd name="connsiteY216" fmla="*/ 1012508 h 2157594"/>
                <a:gd name="connsiteX217" fmla="*/ 1809750 w 3333429"/>
                <a:gd name="connsiteY217" fmla="*/ 1005840 h 2157594"/>
                <a:gd name="connsiteX218" fmla="*/ 1820228 w 3333429"/>
                <a:gd name="connsiteY218" fmla="*/ 999173 h 2157594"/>
                <a:gd name="connsiteX219" fmla="*/ 1828800 w 3333429"/>
                <a:gd name="connsiteY219" fmla="*/ 993458 h 2157594"/>
                <a:gd name="connsiteX220" fmla="*/ 1837373 w 3333429"/>
                <a:gd name="connsiteY220" fmla="*/ 987743 h 2157594"/>
                <a:gd name="connsiteX221" fmla="*/ 1994535 w 3333429"/>
                <a:gd name="connsiteY221" fmla="*/ 999173 h 2157594"/>
                <a:gd name="connsiteX222" fmla="*/ 1995488 w 3333429"/>
                <a:gd name="connsiteY222" fmla="*/ 1000125 h 2157594"/>
                <a:gd name="connsiteX223" fmla="*/ 2041208 w 3333429"/>
                <a:gd name="connsiteY223" fmla="*/ 1198245 h 2157594"/>
                <a:gd name="connsiteX224" fmla="*/ 2038350 w 3333429"/>
                <a:gd name="connsiteY224" fmla="*/ 1203960 h 2157594"/>
                <a:gd name="connsiteX225" fmla="*/ 1982153 w 3333429"/>
                <a:gd name="connsiteY225" fmla="*/ 1413510 h 2157594"/>
                <a:gd name="connsiteX226" fmla="*/ 2219325 w 3333429"/>
                <a:gd name="connsiteY226" fmla="*/ 1999298 h 2157594"/>
                <a:gd name="connsiteX227" fmla="*/ 3169920 w 3333429"/>
                <a:gd name="connsiteY227" fmla="*/ 1916430 h 2157594"/>
                <a:gd name="connsiteX228" fmla="*/ 3093720 w 3333429"/>
                <a:gd name="connsiteY228" fmla="*/ 963930 h 2157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</a:cxnLst>
              <a:rect l="l" t="t" r="r" b="b"/>
              <a:pathLst>
                <a:path w="3333429" h="2157594">
                  <a:moveTo>
                    <a:pt x="3093720" y="963930"/>
                  </a:moveTo>
                  <a:cubicBezTo>
                    <a:pt x="2915603" y="814388"/>
                    <a:pt x="2683193" y="772478"/>
                    <a:pt x="2475548" y="831533"/>
                  </a:cubicBezTo>
                  <a:cubicBezTo>
                    <a:pt x="2406015" y="851535"/>
                    <a:pt x="2340293" y="882015"/>
                    <a:pt x="2279333" y="923925"/>
                  </a:cubicBezTo>
                  <a:cubicBezTo>
                    <a:pt x="2277428" y="924878"/>
                    <a:pt x="2276475" y="925830"/>
                    <a:pt x="2274570" y="926783"/>
                  </a:cubicBezTo>
                  <a:cubicBezTo>
                    <a:pt x="2213610" y="967740"/>
                    <a:pt x="2130743" y="965835"/>
                    <a:pt x="2071688" y="916305"/>
                  </a:cubicBezTo>
                  <a:lnTo>
                    <a:pt x="2070735" y="915353"/>
                  </a:lnTo>
                  <a:cubicBezTo>
                    <a:pt x="2025015" y="877253"/>
                    <a:pt x="2010728" y="814388"/>
                    <a:pt x="2031683" y="762000"/>
                  </a:cubicBezTo>
                  <a:cubicBezTo>
                    <a:pt x="2032635" y="759143"/>
                    <a:pt x="2034540" y="755333"/>
                    <a:pt x="2035493" y="752475"/>
                  </a:cubicBezTo>
                  <a:cubicBezTo>
                    <a:pt x="2035493" y="752475"/>
                    <a:pt x="2035493" y="751523"/>
                    <a:pt x="2035493" y="751523"/>
                  </a:cubicBezTo>
                  <a:cubicBezTo>
                    <a:pt x="2043113" y="734378"/>
                    <a:pt x="2049780" y="716280"/>
                    <a:pt x="2055495" y="698183"/>
                  </a:cubicBezTo>
                  <a:cubicBezTo>
                    <a:pt x="2056448" y="696278"/>
                    <a:pt x="2056448" y="694373"/>
                    <a:pt x="2057400" y="692468"/>
                  </a:cubicBezTo>
                  <a:cubicBezTo>
                    <a:pt x="2059305" y="685800"/>
                    <a:pt x="2061210" y="678180"/>
                    <a:pt x="2063115" y="671513"/>
                  </a:cubicBezTo>
                  <a:cubicBezTo>
                    <a:pt x="2064068" y="668655"/>
                    <a:pt x="2064068" y="665798"/>
                    <a:pt x="2065020" y="662940"/>
                  </a:cubicBezTo>
                  <a:cubicBezTo>
                    <a:pt x="2066925" y="656273"/>
                    <a:pt x="2067878" y="650558"/>
                    <a:pt x="2068830" y="643890"/>
                  </a:cubicBezTo>
                  <a:cubicBezTo>
                    <a:pt x="2068830" y="642938"/>
                    <a:pt x="2069783" y="641985"/>
                    <a:pt x="2069783" y="641033"/>
                  </a:cubicBezTo>
                  <a:cubicBezTo>
                    <a:pt x="2070735" y="635318"/>
                    <a:pt x="2071688" y="629603"/>
                    <a:pt x="2072640" y="623888"/>
                  </a:cubicBezTo>
                  <a:cubicBezTo>
                    <a:pt x="2072640" y="622935"/>
                    <a:pt x="2072640" y="621030"/>
                    <a:pt x="2073593" y="620078"/>
                  </a:cubicBezTo>
                  <a:cubicBezTo>
                    <a:pt x="2074545" y="613410"/>
                    <a:pt x="2075498" y="606743"/>
                    <a:pt x="2076450" y="600075"/>
                  </a:cubicBezTo>
                  <a:cubicBezTo>
                    <a:pt x="2076450" y="598170"/>
                    <a:pt x="2077403" y="595313"/>
                    <a:pt x="2077403" y="593408"/>
                  </a:cubicBezTo>
                  <a:cubicBezTo>
                    <a:pt x="2078355" y="585788"/>
                    <a:pt x="2078355" y="578168"/>
                    <a:pt x="2079308" y="569595"/>
                  </a:cubicBezTo>
                  <a:cubicBezTo>
                    <a:pt x="2079308" y="567690"/>
                    <a:pt x="2079308" y="566738"/>
                    <a:pt x="2079308" y="564833"/>
                  </a:cubicBezTo>
                  <a:cubicBezTo>
                    <a:pt x="2079308" y="558165"/>
                    <a:pt x="2080260" y="550545"/>
                    <a:pt x="2080260" y="543878"/>
                  </a:cubicBezTo>
                  <a:cubicBezTo>
                    <a:pt x="2080260" y="542925"/>
                    <a:pt x="2080260" y="541020"/>
                    <a:pt x="2080260" y="540068"/>
                  </a:cubicBezTo>
                  <a:cubicBezTo>
                    <a:pt x="2080260" y="539115"/>
                    <a:pt x="2080260" y="539115"/>
                    <a:pt x="2080260" y="538163"/>
                  </a:cubicBezTo>
                  <a:cubicBezTo>
                    <a:pt x="2080260" y="530543"/>
                    <a:pt x="2080260" y="522923"/>
                    <a:pt x="2079308" y="515303"/>
                  </a:cubicBezTo>
                  <a:cubicBezTo>
                    <a:pt x="2079308" y="512445"/>
                    <a:pt x="2079308" y="509588"/>
                    <a:pt x="2079308" y="507683"/>
                  </a:cubicBezTo>
                  <a:cubicBezTo>
                    <a:pt x="2079308" y="501968"/>
                    <a:pt x="2078355" y="497205"/>
                    <a:pt x="2078355" y="491490"/>
                  </a:cubicBezTo>
                  <a:cubicBezTo>
                    <a:pt x="2078355" y="487680"/>
                    <a:pt x="2077403" y="482918"/>
                    <a:pt x="2077403" y="479108"/>
                  </a:cubicBezTo>
                  <a:cubicBezTo>
                    <a:pt x="2076450" y="473393"/>
                    <a:pt x="2076450" y="468630"/>
                    <a:pt x="2075498" y="462915"/>
                  </a:cubicBezTo>
                  <a:cubicBezTo>
                    <a:pt x="2074545" y="459105"/>
                    <a:pt x="2074545" y="454343"/>
                    <a:pt x="2073593" y="450533"/>
                  </a:cubicBezTo>
                  <a:cubicBezTo>
                    <a:pt x="2072640" y="447675"/>
                    <a:pt x="2072640" y="444818"/>
                    <a:pt x="2071688" y="441008"/>
                  </a:cubicBezTo>
                  <a:cubicBezTo>
                    <a:pt x="2070735" y="433388"/>
                    <a:pt x="2068830" y="425768"/>
                    <a:pt x="2066925" y="418148"/>
                  </a:cubicBezTo>
                  <a:cubicBezTo>
                    <a:pt x="2065973" y="415290"/>
                    <a:pt x="2065973" y="413385"/>
                    <a:pt x="2065020" y="410528"/>
                  </a:cubicBezTo>
                  <a:cubicBezTo>
                    <a:pt x="2064068" y="405765"/>
                    <a:pt x="2063115" y="401955"/>
                    <a:pt x="2061210" y="397193"/>
                  </a:cubicBezTo>
                  <a:cubicBezTo>
                    <a:pt x="2060258" y="394335"/>
                    <a:pt x="2059305" y="391478"/>
                    <a:pt x="2059305" y="389573"/>
                  </a:cubicBezTo>
                  <a:cubicBezTo>
                    <a:pt x="2057400" y="382905"/>
                    <a:pt x="2055495" y="376238"/>
                    <a:pt x="2052638" y="369570"/>
                  </a:cubicBezTo>
                  <a:cubicBezTo>
                    <a:pt x="2051685" y="365760"/>
                    <a:pt x="2050733" y="362903"/>
                    <a:pt x="2048828" y="359093"/>
                  </a:cubicBezTo>
                  <a:cubicBezTo>
                    <a:pt x="2047875" y="355283"/>
                    <a:pt x="2045970" y="352425"/>
                    <a:pt x="2045018" y="348615"/>
                  </a:cubicBezTo>
                  <a:cubicBezTo>
                    <a:pt x="2043113" y="343853"/>
                    <a:pt x="2041208" y="339090"/>
                    <a:pt x="2039303" y="333375"/>
                  </a:cubicBezTo>
                  <a:cubicBezTo>
                    <a:pt x="2038350" y="330518"/>
                    <a:pt x="2037398" y="328613"/>
                    <a:pt x="2036445" y="325755"/>
                  </a:cubicBezTo>
                  <a:cubicBezTo>
                    <a:pt x="2033588" y="320040"/>
                    <a:pt x="2030730" y="313373"/>
                    <a:pt x="2027873" y="307658"/>
                  </a:cubicBezTo>
                  <a:cubicBezTo>
                    <a:pt x="2026920" y="305753"/>
                    <a:pt x="2025968" y="303848"/>
                    <a:pt x="2025015" y="302895"/>
                  </a:cubicBezTo>
                  <a:cubicBezTo>
                    <a:pt x="2018348" y="288608"/>
                    <a:pt x="2009775" y="273368"/>
                    <a:pt x="2001203" y="260033"/>
                  </a:cubicBezTo>
                  <a:cubicBezTo>
                    <a:pt x="2001203" y="260033"/>
                    <a:pt x="2001203" y="260033"/>
                    <a:pt x="2001203" y="260033"/>
                  </a:cubicBezTo>
                  <a:cubicBezTo>
                    <a:pt x="1979295" y="223838"/>
                    <a:pt x="1953578" y="190500"/>
                    <a:pt x="1923098" y="160020"/>
                  </a:cubicBezTo>
                  <a:cubicBezTo>
                    <a:pt x="1922145" y="159068"/>
                    <a:pt x="1921193" y="158115"/>
                    <a:pt x="1920240" y="157163"/>
                  </a:cubicBezTo>
                  <a:cubicBezTo>
                    <a:pt x="1915478" y="152400"/>
                    <a:pt x="1909763" y="147638"/>
                    <a:pt x="1905000" y="142875"/>
                  </a:cubicBezTo>
                  <a:cubicBezTo>
                    <a:pt x="1904048" y="141923"/>
                    <a:pt x="1903095" y="140970"/>
                    <a:pt x="1902143" y="140970"/>
                  </a:cubicBezTo>
                  <a:cubicBezTo>
                    <a:pt x="1897380" y="136208"/>
                    <a:pt x="1891665" y="132398"/>
                    <a:pt x="1886903" y="127635"/>
                  </a:cubicBezTo>
                  <a:cubicBezTo>
                    <a:pt x="1885950" y="127635"/>
                    <a:pt x="1885950" y="126683"/>
                    <a:pt x="1884998" y="126683"/>
                  </a:cubicBezTo>
                  <a:cubicBezTo>
                    <a:pt x="1880235" y="122873"/>
                    <a:pt x="1874520" y="118110"/>
                    <a:pt x="1869758" y="114300"/>
                  </a:cubicBezTo>
                  <a:cubicBezTo>
                    <a:pt x="1867853" y="112395"/>
                    <a:pt x="1865948" y="111443"/>
                    <a:pt x="1864043" y="109538"/>
                  </a:cubicBezTo>
                  <a:cubicBezTo>
                    <a:pt x="1858328" y="104775"/>
                    <a:pt x="1851660" y="100965"/>
                    <a:pt x="1845945" y="96203"/>
                  </a:cubicBezTo>
                  <a:cubicBezTo>
                    <a:pt x="1844993" y="95250"/>
                    <a:pt x="1843088" y="94298"/>
                    <a:pt x="1842135" y="93345"/>
                  </a:cubicBezTo>
                  <a:cubicBezTo>
                    <a:pt x="1827848" y="82868"/>
                    <a:pt x="1811655" y="74295"/>
                    <a:pt x="1796415" y="65723"/>
                  </a:cubicBezTo>
                  <a:cubicBezTo>
                    <a:pt x="1793558" y="64770"/>
                    <a:pt x="1791653" y="62865"/>
                    <a:pt x="1788795" y="61913"/>
                  </a:cubicBezTo>
                  <a:cubicBezTo>
                    <a:pt x="1783080" y="59055"/>
                    <a:pt x="1778318" y="56198"/>
                    <a:pt x="1772603" y="53340"/>
                  </a:cubicBezTo>
                  <a:cubicBezTo>
                    <a:pt x="1769745" y="51435"/>
                    <a:pt x="1765935" y="50483"/>
                    <a:pt x="1763078" y="48578"/>
                  </a:cubicBezTo>
                  <a:cubicBezTo>
                    <a:pt x="1758315" y="46673"/>
                    <a:pt x="1753553" y="43815"/>
                    <a:pt x="1748790" y="41910"/>
                  </a:cubicBezTo>
                  <a:cubicBezTo>
                    <a:pt x="1744980" y="40005"/>
                    <a:pt x="1742123" y="39053"/>
                    <a:pt x="1738313" y="38100"/>
                  </a:cubicBezTo>
                  <a:cubicBezTo>
                    <a:pt x="1733550" y="36195"/>
                    <a:pt x="1728788" y="34290"/>
                    <a:pt x="1724025" y="32385"/>
                  </a:cubicBezTo>
                  <a:cubicBezTo>
                    <a:pt x="1720215" y="31433"/>
                    <a:pt x="1717358" y="30480"/>
                    <a:pt x="1713548" y="28575"/>
                  </a:cubicBezTo>
                  <a:cubicBezTo>
                    <a:pt x="1708785" y="26670"/>
                    <a:pt x="1704023" y="24765"/>
                    <a:pt x="1698308" y="23813"/>
                  </a:cubicBezTo>
                  <a:cubicBezTo>
                    <a:pt x="1695450" y="22860"/>
                    <a:pt x="1691640" y="21908"/>
                    <a:pt x="1688783" y="20955"/>
                  </a:cubicBezTo>
                  <a:cubicBezTo>
                    <a:pt x="1684020" y="19050"/>
                    <a:pt x="1678305" y="18098"/>
                    <a:pt x="1672590" y="16193"/>
                  </a:cubicBezTo>
                  <a:cubicBezTo>
                    <a:pt x="1669733" y="15240"/>
                    <a:pt x="1665923" y="14288"/>
                    <a:pt x="1663065" y="14288"/>
                  </a:cubicBezTo>
                  <a:cubicBezTo>
                    <a:pt x="1657350" y="13335"/>
                    <a:pt x="1652588" y="11430"/>
                    <a:pt x="1646873" y="10478"/>
                  </a:cubicBezTo>
                  <a:cubicBezTo>
                    <a:pt x="1641158" y="9525"/>
                    <a:pt x="1635443" y="8573"/>
                    <a:pt x="1629728" y="7620"/>
                  </a:cubicBezTo>
                  <a:cubicBezTo>
                    <a:pt x="1624965" y="6668"/>
                    <a:pt x="1619250" y="5715"/>
                    <a:pt x="1614488" y="4763"/>
                  </a:cubicBezTo>
                  <a:cubicBezTo>
                    <a:pt x="1607820" y="3810"/>
                    <a:pt x="1601153" y="2858"/>
                    <a:pt x="1595438" y="1905"/>
                  </a:cubicBezTo>
                  <a:cubicBezTo>
                    <a:pt x="1592580" y="1905"/>
                    <a:pt x="1589723" y="1905"/>
                    <a:pt x="1586865" y="953"/>
                  </a:cubicBezTo>
                  <a:cubicBezTo>
                    <a:pt x="1580198" y="0"/>
                    <a:pt x="1574483" y="0"/>
                    <a:pt x="1567815" y="0"/>
                  </a:cubicBezTo>
                  <a:cubicBezTo>
                    <a:pt x="1564958" y="0"/>
                    <a:pt x="1561148" y="0"/>
                    <a:pt x="1558290" y="0"/>
                  </a:cubicBezTo>
                  <a:cubicBezTo>
                    <a:pt x="1552575" y="0"/>
                    <a:pt x="1546860" y="0"/>
                    <a:pt x="1541145" y="0"/>
                  </a:cubicBezTo>
                  <a:cubicBezTo>
                    <a:pt x="1540193" y="0"/>
                    <a:pt x="1539240" y="0"/>
                    <a:pt x="1539240" y="0"/>
                  </a:cubicBezTo>
                  <a:cubicBezTo>
                    <a:pt x="1532573" y="0"/>
                    <a:pt x="1525905" y="0"/>
                    <a:pt x="1518285" y="0"/>
                  </a:cubicBezTo>
                  <a:cubicBezTo>
                    <a:pt x="1517333" y="0"/>
                    <a:pt x="1517333" y="0"/>
                    <a:pt x="1516380" y="0"/>
                  </a:cubicBezTo>
                  <a:cubicBezTo>
                    <a:pt x="1508760" y="0"/>
                    <a:pt x="1501140" y="953"/>
                    <a:pt x="1493520" y="1905"/>
                  </a:cubicBezTo>
                  <a:cubicBezTo>
                    <a:pt x="1492568" y="1905"/>
                    <a:pt x="1491615" y="1905"/>
                    <a:pt x="1490663" y="1905"/>
                  </a:cubicBezTo>
                  <a:cubicBezTo>
                    <a:pt x="1429703" y="7620"/>
                    <a:pt x="1372553" y="22860"/>
                    <a:pt x="1319213" y="46673"/>
                  </a:cubicBezTo>
                  <a:cubicBezTo>
                    <a:pt x="1317308" y="47625"/>
                    <a:pt x="1316355" y="47625"/>
                    <a:pt x="1314450" y="48578"/>
                  </a:cubicBezTo>
                  <a:cubicBezTo>
                    <a:pt x="1307783" y="51435"/>
                    <a:pt x="1301115" y="54293"/>
                    <a:pt x="1295400" y="58103"/>
                  </a:cubicBezTo>
                  <a:cubicBezTo>
                    <a:pt x="1293495" y="59055"/>
                    <a:pt x="1291590" y="60008"/>
                    <a:pt x="1290638" y="60960"/>
                  </a:cubicBezTo>
                  <a:cubicBezTo>
                    <a:pt x="1284923" y="63818"/>
                    <a:pt x="1280160" y="66675"/>
                    <a:pt x="1274445" y="69533"/>
                  </a:cubicBezTo>
                  <a:cubicBezTo>
                    <a:pt x="1271588" y="71438"/>
                    <a:pt x="1268730" y="73343"/>
                    <a:pt x="1265873" y="74295"/>
                  </a:cubicBezTo>
                  <a:cubicBezTo>
                    <a:pt x="1262063" y="76200"/>
                    <a:pt x="1259205" y="78105"/>
                    <a:pt x="1255395" y="80963"/>
                  </a:cubicBezTo>
                  <a:cubicBezTo>
                    <a:pt x="1249680" y="83820"/>
                    <a:pt x="1244918" y="87630"/>
                    <a:pt x="1239203" y="91440"/>
                  </a:cubicBezTo>
                  <a:cubicBezTo>
                    <a:pt x="1236345" y="93345"/>
                    <a:pt x="1233488" y="95250"/>
                    <a:pt x="1231583" y="97155"/>
                  </a:cubicBezTo>
                  <a:cubicBezTo>
                    <a:pt x="1227773" y="100013"/>
                    <a:pt x="1223963" y="101918"/>
                    <a:pt x="1221105" y="104775"/>
                  </a:cubicBezTo>
                  <a:cubicBezTo>
                    <a:pt x="1218248" y="106680"/>
                    <a:pt x="1216343" y="108585"/>
                    <a:pt x="1213485" y="110490"/>
                  </a:cubicBezTo>
                  <a:cubicBezTo>
                    <a:pt x="1207770" y="114300"/>
                    <a:pt x="1202055" y="119063"/>
                    <a:pt x="1197293" y="123825"/>
                  </a:cubicBezTo>
                  <a:cubicBezTo>
                    <a:pt x="1194435" y="125730"/>
                    <a:pt x="1191578" y="128588"/>
                    <a:pt x="1189673" y="130493"/>
                  </a:cubicBezTo>
                  <a:cubicBezTo>
                    <a:pt x="1186815" y="133350"/>
                    <a:pt x="1183958" y="135255"/>
                    <a:pt x="1181100" y="138113"/>
                  </a:cubicBezTo>
                  <a:cubicBezTo>
                    <a:pt x="1176338" y="141923"/>
                    <a:pt x="1172528" y="145733"/>
                    <a:pt x="1167765" y="150495"/>
                  </a:cubicBezTo>
                  <a:cubicBezTo>
                    <a:pt x="1164908" y="152400"/>
                    <a:pt x="1163003" y="155258"/>
                    <a:pt x="1160145" y="158115"/>
                  </a:cubicBezTo>
                  <a:cubicBezTo>
                    <a:pt x="1156335" y="161925"/>
                    <a:pt x="1152525" y="165735"/>
                    <a:pt x="1148715" y="170498"/>
                  </a:cubicBezTo>
                  <a:cubicBezTo>
                    <a:pt x="1146810" y="172403"/>
                    <a:pt x="1144905" y="174308"/>
                    <a:pt x="1143953" y="176213"/>
                  </a:cubicBezTo>
                  <a:cubicBezTo>
                    <a:pt x="1138238" y="181928"/>
                    <a:pt x="1133475" y="187643"/>
                    <a:pt x="1128713" y="193358"/>
                  </a:cubicBezTo>
                  <a:cubicBezTo>
                    <a:pt x="1128713" y="193358"/>
                    <a:pt x="1127760" y="194310"/>
                    <a:pt x="1127760" y="194310"/>
                  </a:cubicBezTo>
                  <a:cubicBezTo>
                    <a:pt x="1126808" y="195263"/>
                    <a:pt x="1126808" y="196215"/>
                    <a:pt x="1125855" y="197168"/>
                  </a:cubicBezTo>
                  <a:cubicBezTo>
                    <a:pt x="1121093" y="202883"/>
                    <a:pt x="1116330" y="208598"/>
                    <a:pt x="1112520" y="214313"/>
                  </a:cubicBezTo>
                  <a:cubicBezTo>
                    <a:pt x="1111568" y="215265"/>
                    <a:pt x="1110615" y="216218"/>
                    <a:pt x="1109663" y="217170"/>
                  </a:cubicBezTo>
                  <a:cubicBezTo>
                    <a:pt x="1104900" y="223838"/>
                    <a:pt x="1100138" y="229553"/>
                    <a:pt x="1095375" y="236220"/>
                  </a:cubicBezTo>
                  <a:cubicBezTo>
                    <a:pt x="1094423" y="238125"/>
                    <a:pt x="1093470" y="240030"/>
                    <a:pt x="1091565" y="240983"/>
                  </a:cubicBezTo>
                  <a:cubicBezTo>
                    <a:pt x="1087755" y="246698"/>
                    <a:pt x="1083945" y="252413"/>
                    <a:pt x="1080135" y="258128"/>
                  </a:cubicBezTo>
                  <a:cubicBezTo>
                    <a:pt x="1079183" y="259080"/>
                    <a:pt x="1079183" y="260033"/>
                    <a:pt x="1078230" y="260985"/>
                  </a:cubicBezTo>
                  <a:cubicBezTo>
                    <a:pt x="1075373" y="265748"/>
                    <a:pt x="1072515" y="271463"/>
                    <a:pt x="1069658" y="276225"/>
                  </a:cubicBezTo>
                  <a:cubicBezTo>
                    <a:pt x="1068705" y="277178"/>
                    <a:pt x="1068705" y="278130"/>
                    <a:pt x="1067753" y="279083"/>
                  </a:cubicBezTo>
                  <a:cubicBezTo>
                    <a:pt x="1064895" y="284798"/>
                    <a:pt x="1062038" y="290513"/>
                    <a:pt x="1059180" y="296228"/>
                  </a:cubicBezTo>
                  <a:cubicBezTo>
                    <a:pt x="1058228" y="299085"/>
                    <a:pt x="1056323" y="301943"/>
                    <a:pt x="1055370" y="303848"/>
                  </a:cubicBezTo>
                  <a:cubicBezTo>
                    <a:pt x="1052513" y="310515"/>
                    <a:pt x="1048703" y="317183"/>
                    <a:pt x="1045845" y="323850"/>
                  </a:cubicBezTo>
                  <a:cubicBezTo>
                    <a:pt x="1044893" y="325755"/>
                    <a:pt x="1043940" y="327660"/>
                    <a:pt x="1042988" y="329565"/>
                  </a:cubicBezTo>
                  <a:cubicBezTo>
                    <a:pt x="1035368" y="346710"/>
                    <a:pt x="1028700" y="364808"/>
                    <a:pt x="1023938" y="382905"/>
                  </a:cubicBezTo>
                  <a:cubicBezTo>
                    <a:pt x="1023938" y="382905"/>
                    <a:pt x="1023938" y="383858"/>
                    <a:pt x="1023938" y="383858"/>
                  </a:cubicBezTo>
                  <a:cubicBezTo>
                    <a:pt x="1022985" y="386715"/>
                    <a:pt x="1022033" y="390525"/>
                    <a:pt x="1021080" y="393383"/>
                  </a:cubicBezTo>
                  <a:cubicBezTo>
                    <a:pt x="1001078" y="447675"/>
                    <a:pt x="950595" y="485775"/>
                    <a:pt x="890588" y="485775"/>
                  </a:cubicBezTo>
                  <a:lnTo>
                    <a:pt x="886778" y="485775"/>
                  </a:lnTo>
                  <a:cubicBezTo>
                    <a:pt x="842010" y="485775"/>
                    <a:pt x="804863" y="457200"/>
                    <a:pt x="791528" y="417195"/>
                  </a:cubicBezTo>
                  <a:cubicBezTo>
                    <a:pt x="791528" y="416243"/>
                    <a:pt x="790575" y="414338"/>
                    <a:pt x="790575" y="413385"/>
                  </a:cubicBezTo>
                  <a:cubicBezTo>
                    <a:pt x="768668" y="347663"/>
                    <a:pt x="731520" y="289560"/>
                    <a:pt x="681990" y="243840"/>
                  </a:cubicBezTo>
                  <a:cubicBezTo>
                    <a:pt x="609600" y="176213"/>
                    <a:pt x="512445" y="134303"/>
                    <a:pt x="405765" y="134303"/>
                  </a:cubicBezTo>
                  <a:cubicBezTo>
                    <a:pt x="180975" y="135255"/>
                    <a:pt x="0" y="316230"/>
                    <a:pt x="0" y="540068"/>
                  </a:cubicBezTo>
                  <a:cubicBezTo>
                    <a:pt x="0" y="763905"/>
                    <a:pt x="180975" y="944880"/>
                    <a:pt x="404813" y="944880"/>
                  </a:cubicBezTo>
                  <a:cubicBezTo>
                    <a:pt x="511493" y="944880"/>
                    <a:pt x="608648" y="902970"/>
                    <a:pt x="681038" y="835343"/>
                  </a:cubicBezTo>
                  <a:cubicBezTo>
                    <a:pt x="730568" y="789623"/>
                    <a:pt x="767715" y="731520"/>
                    <a:pt x="789623" y="665798"/>
                  </a:cubicBezTo>
                  <a:cubicBezTo>
                    <a:pt x="789623" y="664845"/>
                    <a:pt x="790575" y="662940"/>
                    <a:pt x="790575" y="661988"/>
                  </a:cubicBezTo>
                  <a:cubicBezTo>
                    <a:pt x="803910" y="621983"/>
                    <a:pt x="842010" y="593408"/>
                    <a:pt x="885825" y="593408"/>
                  </a:cubicBezTo>
                  <a:lnTo>
                    <a:pt x="889635" y="593408"/>
                  </a:lnTo>
                  <a:cubicBezTo>
                    <a:pt x="949643" y="593408"/>
                    <a:pt x="1000125" y="632460"/>
                    <a:pt x="1017270" y="685800"/>
                  </a:cubicBezTo>
                  <a:cubicBezTo>
                    <a:pt x="1018223" y="688658"/>
                    <a:pt x="1019175" y="692468"/>
                    <a:pt x="1020128" y="695325"/>
                  </a:cubicBezTo>
                  <a:cubicBezTo>
                    <a:pt x="1021080" y="698183"/>
                    <a:pt x="1022033" y="701993"/>
                    <a:pt x="1022985" y="704850"/>
                  </a:cubicBezTo>
                  <a:cubicBezTo>
                    <a:pt x="1023938" y="709613"/>
                    <a:pt x="1025843" y="713423"/>
                    <a:pt x="1026795" y="718185"/>
                  </a:cubicBezTo>
                  <a:cubicBezTo>
                    <a:pt x="1028700" y="721995"/>
                    <a:pt x="1029653" y="726758"/>
                    <a:pt x="1031558" y="730568"/>
                  </a:cubicBezTo>
                  <a:cubicBezTo>
                    <a:pt x="1033463" y="735330"/>
                    <a:pt x="1035368" y="740093"/>
                    <a:pt x="1037273" y="744855"/>
                  </a:cubicBezTo>
                  <a:cubicBezTo>
                    <a:pt x="1038225" y="748665"/>
                    <a:pt x="1040130" y="751523"/>
                    <a:pt x="1042035" y="755333"/>
                  </a:cubicBezTo>
                  <a:cubicBezTo>
                    <a:pt x="1044893" y="761048"/>
                    <a:pt x="1046798" y="766763"/>
                    <a:pt x="1049655" y="772478"/>
                  </a:cubicBezTo>
                  <a:cubicBezTo>
                    <a:pt x="1050608" y="775335"/>
                    <a:pt x="1051560" y="777240"/>
                    <a:pt x="1053465" y="780098"/>
                  </a:cubicBezTo>
                  <a:cubicBezTo>
                    <a:pt x="1057275" y="787718"/>
                    <a:pt x="1061085" y="794385"/>
                    <a:pt x="1064895" y="802005"/>
                  </a:cubicBezTo>
                  <a:cubicBezTo>
                    <a:pt x="1064895" y="802958"/>
                    <a:pt x="1065848" y="802958"/>
                    <a:pt x="1065848" y="803910"/>
                  </a:cubicBezTo>
                  <a:cubicBezTo>
                    <a:pt x="1065848" y="803910"/>
                    <a:pt x="1065848" y="804863"/>
                    <a:pt x="1065848" y="804863"/>
                  </a:cubicBezTo>
                  <a:cubicBezTo>
                    <a:pt x="1067753" y="808673"/>
                    <a:pt x="1070610" y="812483"/>
                    <a:pt x="1072515" y="816293"/>
                  </a:cubicBezTo>
                  <a:cubicBezTo>
                    <a:pt x="1073468" y="818198"/>
                    <a:pt x="1075373" y="820103"/>
                    <a:pt x="1076325" y="822960"/>
                  </a:cubicBezTo>
                  <a:cubicBezTo>
                    <a:pt x="1084898" y="836295"/>
                    <a:pt x="1093470" y="848678"/>
                    <a:pt x="1102043" y="862013"/>
                  </a:cubicBezTo>
                  <a:cubicBezTo>
                    <a:pt x="1102995" y="862965"/>
                    <a:pt x="1103948" y="864870"/>
                    <a:pt x="1104900" y="865823"/>
                  </a:cubicBezTo>
                  <a:cubicBezTo>
                    <a:pt x="1110615" y="873443"/>
                    <a:pt x="1116330" y="880110"/>
                    <a:pt x="1122045" y="886778"/>
                  </a:cubicBezTo>
                  <a:cubicBezTo>
                    <a:pt x="1122998" y="887730"/>
                    <a:pt x="1123950" y="889635"/>
                    <a:pt x="1125855" y="890588"/>
                  </a:cubicBezTo>
                  <a:cubicBezTo>
                    <a:pt x="1128713" y="894398"/>
                    <a:pt x="1131570" y="897255"/>
                    <a:pt x="1134428" y="901065"/>
                  </a:cubicBezTo>
                  <a:cubicBezTo>
                    <a:pt x="1136333" y="903923"/>
                    <a:pt x="1139190" y="905828"/>
                    <a:pt x="1142048" y="908685"/>
                  </a:cubicBezTo>
                  <a:cubicBezTo>
                    <a:pt x="1145858" y="912495"/>
                    <a:pt x="1149668" y="916305"/>
                    <a:pt x="1153478" y="920115"/>
                  </a:cubicBezTo>
                  <a:cubicBezTo>
                    <a:pt x="1157288" y="923925"/>
                    <a:pt x="1161098" y="927735"/>
                    <a:pt x="1164908" y="931545"/>
                  </a:cubicBezTo>
                  <a:cubicBezTo>
                    <a:pt x="1166813" y="933450"/>
                    <a:pt x="1169670" y="935355"/>
                    <a:pt x="1171575" y="937260"/>
                  </a:cubicBezTo>
                  <a:cubicBezTo>
                    <a:pt x="1177290" y="942023"/>
                    <a:pt x="1183005" y="947738"/>
                    <a:pt x="1188720" y="952500"/>
                  </a:cubicBezTo>
                  <a:cubicBezTo>
                    <a:pt x="1188720" y="952500"/>
                    <a:pt x="1189673" y="952500"/>
                    <a:pt x="1189673" y="953453"/>
                  </a:cubicBezTo>
                  <a:cubicBezTo>
                    <a:pt x="1191578" y="955358"/>
                    <a:pt x="1194435" y="957263"/>
                    <a:pt x="1196340" y="959168"/>
                  </a:cubicBezTo>
                  <a:cubicBezTo>
                    <a:pt x="1198245" y="961073"/>
                    <a:pt x="1201103" y="962978"/>
                    <a:pt x="1203008" y="964883"/>
                  </a:cubicBezTo>
                  <a:cubicBezTo>
                    <a:pt x="1205865" y="966788"/>
                    <a:pt x="1207770" y="968693"/>
                    <a:pt x="1210628" y="970598"/>
                  </a:cubicBezTo>
                  <a:cubicBezTo>
                    <a:pt x="1212533" y="972503"/>
                    <a:pt x="1215390" y="974408"/>
                    <a:pt x="1217295" y="976313"/>
                  </a:cubicBezTo>
                  <a:cubicBezTo>
                    <a:pt x="1220153" y="978218"/>
                    <a:pt x="1222058" y="980123"/>
                    <a:pt x="1224915" y="982028"/>
                  </a:cubicBezTo>
                  <a:cubicBezTo>
                    <a:pt x="1226820" y="983933"/>
                    <a:pt x="1229678" y="984885"/>
                    <a:pt x="1231583" y="986790"/>
                  </a:cubicBezTo>
                  <a:cubicBezTo>
                    <a:pt x="1234440" y="988695"/>
                    <a:pt x="1237298" y="990600"/>
                    <a:pt x="1240155" y="992505"/>
                  </a:cubicBezTo>
                  <a:cubicBezTo>
                    <a:pt x="1242060" y="994410"/>
                    <a:pt x="1244918" y="995363"/>
                    <a:pt x="1246823" y="996315"/>
                  </a:cubicBezTo>
                  <a:cubicBezTo>
                    <a:pt x="1249680" y="998220"/>
                    <a:pt x="1252538" y="1000125"/>
                    <a:pt x="1255395" y="1002030"/>
                  </a:cubicBezTo>
                  <a:cubicBezTo>
                    <a:pt x="1257300" y="1002983"/>
                    <a:pt x="1259205" y="1004888"/>
                    <a:pt x="1262063" y="1005840"/>
                  </a:cubicBezTo>
                  <a:cubicBezTo>
                    <a:pt x="1264920" y="1007745"/>
                    <a:pt x="1268730" y="1009650"/>
                    <a:pt x="1271588" y="1011555"/>
                  </a:cubicBezTo>
                  <a:cubicBezTo>
                    <a:pt x="1273493" y="1012508"/>
                    <a:pt x="1275398" y="1013460"/>
                    <a:pt x="1277303" y="1015365"/>
                  </a:cubicBezTo>
                  <a:cubicBezTo>
                    <a:pt x="1280160" y="1017270"/>
                    <a:pt x="1283970" y="1019175"/>
                    <a:pt x="1286828" y="1020128"/>
                  </a:cubicBezTo>
                  <a:cubicBezTo>
                    <a:pt x="1288733" y="1021080"/>
                    <a:pt x="1290638" y="1022033"/>
                    <a:pt x="1292543" y="1022985"/>
                  </a:cubicBezTo>
                  <a:cubicBezTo>
                    <a:pt x="1295400" y="1024890"/>
                    <a:pt x="1299210" y="1025843"/>
                    <a:pt x="1302068" y="1027748"/>
                  </a:cubicBezTo>
                  <a:cubicBezTo>
                    <a:pt x="1303973" y="1028700"/>
                    <a:pt x="1305878" y="1029653"/>
                    <a:pt x="1308735" y="1030605"/>
                  </a:cubicBezTo>
                  <a:cubicBezTo>
                    <a:pt x="1311593" y="1032510"/>
                    <a:pt x="1315403" y="1033463"/>
                    <a:pt x="1318260" y="1035368"/>
                  </a:cubicBezTo>
                  <a:cubicBezTo>
                    <a:pt x="1320165" y="1036320"/>
                    <a:pt x="1323023" y="1037273"/>
                    <a:pt x="1324928" y="1038225"/>
                  </a:cubicBezTo>
                  <a:cubicBezTo>
                    <a:pt x="1327785" y="1039178"/>
                    <a:pt x="1331595" y="1041083"/>
                    <a:pt x="1334453" y="1042035"/>
                  </a:cubicBezTo>
                  <a:cubicBezTo>
                    <a:pt x="1336358" y="1042988"/>
                    <a:pt x="1339215" y="1043940"/>
                    <a:pt x="1341120" y="1044893"/>
                  </a:cubicBezTo>
                  <a:cubicBezTo>
                    <a:pt x="1343978" y="1045845"/>
                    <a:pt x="1347788" y="1046798"/>
                    <a:pt x="1350645" y="1048703"/>
                  </a:cubicBezTo>
                  <a:cubicBezTo>
                    <a:pt x="1353503" y="1049655"/>
                    <a:pt x="1355408" y="1050608"/>
                    <a:pt x="1358265" y="1051560"/>
                  </a:cubicBezTo>
                  <a:cubicBezTo>
                    <a:pt x="1361123" y="1052513"/>
                    <a:pt x="1363980" y="1053465"/>
                    <a:pt x="1366838" y="1054418"/>
                  </a:cubicBezTo>
                  <a:cubicBezTo>
                    <a:pt x="1369695" y="1055370"/>
                    <a:pt x="1372553" y="1056323"/>
                    <a:pt x="1375410" y="1057275"/>
                  </a:cubicBezTo>
                  <a:cubicBezTo>
                    <a:pt x="1378268" y="1058228"/>
                    <a:pt x="1381125" y="1059180"/>
                    <a:pt x="1383983" y="1060133"/>
                  </a:cubicBezTo>
                  <a:cubicBezTo>
                    <a:pt x="1386840" y="1061085"/>
                    <a:pt x="1389698" y="1062038"/>
                    <a:pt x="1392555" y="1062990"/>
                  </a:cubicBezTo>
                  <a:cubicBezTo>
                    <a:pt x="1395413" y="1063943"/>
                    <a:pt x="1398270" y="1064895"/>
                    <a:pt x="1401128" y="1064895"/>
                  </a:cubicBezTo>
                  <a:cubicBezTo>
                    <a:pt x="1403985" y="1065848"/>
                    <a:pt x="1406843" y="1066800"/>
                    <a:pt x="1410653" y="1066800"/>
                  </a:cubicBezTo>
                  <a:cubicBezTo>
                    <a:pt x="1413510" y="1067753"/>
                    <a:pt x="1416368" y="1067753"/>
                    <a:pt x="1419225" y="1068705"/>
                  </a:cubicBezTo>
                  <a:cubicBezTo>
                    <a:pt x="1422083" y="1069658"/>
                    <a:pt x="1424940" y="1069658"/>
                    <a:pt x="1428750" y="1070610"/>
                  </a:cubicBezTo>
                  <a:cubicBezTo>
                    <a:pt x="1431608" y="1071563"/>
                    <a:pt x="1434465" y="1071563"/>
                    <a:pt x="1437323" y="1072515"/>
                  </a:cubicBezTo>
                  <a:cubicBezTo>
                    <a:pt x="1440180" y="1073468"/>
                    <a:pt x="1443038" y="1073468"/>
                    <a:pt x="1445895" y="1074420"/>
                  </a:cubicBezTo>
                  <a:cubicBezTo>
                    <a:pt x="1448753" y="1075373"/>
                    <a:pt x="1451610" y="1075373"/>
                    <a:pt x="1455420" y="1075373"/>
                  </a:cubicBezTo>
                  <a:cubicBezTo>
                    <a:pt x="1458278" y="1075373"/>
                    <a:pt x="1461135" y="1076325"/>
                    <a:pt x="1463993" y="1076325"/>
                  </a:cubicBezTo>
                  <a:cubicBezTo>
                    <a:pt x="1466850" y="1076325"/>
                    <a:pt x="1470660" y="1077278"/>
                    <a:pt x="1473518" y="1077278"/>
                  </a:cubicBezTo>
                  <a:cubicBezTo>
                    <a:pt x="1476375" y="1077278"/>
                    <a:pt x="1479233" y="1078230"/>
                    <a:pt x="1481138" y="1078230"/>
                  </a:cubicBezTo>
                  <a:cubicBezTo>
                    <a:pt x="1484948" y="1078230"/>
                    <a:pt x="1487805" y="1079183"/>
                    <a:pt x="1491615" y="1079183"/>
                  </a:cubicBezTo>
                  <a:cubicBezTo>
                    <a:pt x="1494473" y="1079183"/>
                    <a:pt x="1496378" y="1079183"/>
                    <a:pt x="1499235" y="1080135"/>
                  </a:cubicBezTo>
                  <a:cubicBezTo>
                    <a:pt x="1503045" y="1080135"/>
                    <a:pt x="1506855" y="1080135"/>
                    <a:pt x="1510665" y="1081088"/>
                  </a:cubicBezTo>
                  <a:cubicBezTo>
                    <a:pt x="1512570" y="1081088"/>
                    <a:pt x="1515428" y="1081088"/>
                    <a:pt x="1517333" y="1081088"/>
                  </a:cubicBezTo>
                  <a:cubicBezTo>
                    <a:pt x="1521143" y="1081088"/>
                    <a:pt x="1524953" y="1081088"/>
                    <a:pt x="1529715" y="1081088"/>
                  </a:cubicBezTo>
                  <a:cubicBezTo>
                    <a:pt x="1531620" y="1081088"/>
                    <a:pt x="1533525" y="1081088"/>
                    <a:pt x="1535430" y="1081088"/>
                  </a:cubicBezTo>
                  <a:cubicBezTo>
                    <a:pt x="1535430" y="1081088"/>
                    <a:pt x="1535430" y="1081088"/>
                    <a:pt x="1536383" y="1081088"/>
                  </a:cubicBezTo>
                  <a:cubicBezTo>
                    <a:pt x="1544003" y="1081088"/>
                    <a:pt x="1551623" y="1081088"/>
                    <a:pt x="1560195" y="1080135"/>
                  </a:cubicBezTo>
                  <a:cubicBezTo>
                    <a:pt x="1563053" y="1080135"/>
                    <a:pt x="1564958" y="1080135"/>
                    <a:pt x="1567815" y="1080135"/>
                  </a:cubicBezTo>
                  <a:cubicBezTo>
                    <a:pt x="1573530" y="1080135"/>
                    <a:pt x="1580198" y="1079183"/>
                    <a:pt x="1585913" y="1079183"/>
                  </a:cubicBezTo>
                  <a:cubicBezTo>
                    <a:pt x="1589723" y="1079183"/>
                    <a:pt x="1594485" y="1078230"/>
                    <a:pt x="1598295" y="1078230"/>
                  </a:cubicBezTo>
                  <a:cubicBezTo>
                    <a:pt x="1602105" y="1077278"/>
                    <a:pt x="1606868" y="1077278"/>
                    <a:pt x="1610678" y="1076325"/>
                  </a:cubicBezTo>
                  <a:cubicBezTo>
                    <a:pt x="1614488" y="1075373"/>
                    <a:pt x="1619250" y="1075373"/>
                    <a:pt x="1623060" y="1074420"/>
                  </a:cubicBezTo>
                  <a:cubicBezTo>
                    <a:pt x="1625918" y="1074420"/>
                    <a:pt x="1628775" y="1073468"/>
                    <a:pt x="1631633" y="1072515"/>
                  </a:cubicBezTo>
                  <a:cubicBezTo>
                    <a:pt x="1639253" y="1071563"/>
                    <a:pt x="1646873" y="1069658"/>
                    <a:pt x="1654493" y="1067753"/>
                  </a:cubicBezTo>
                  <a:cubicBezTo>
                    <a:pt x="1656398" y="1066800"/>
                    <a:pt x="1659255" y="1066800"/>
                    <a:pt x="1661160" y="1065848"/>
                  </a:cubicBezTo>
                  <a:cubicBezTo>
                    <a:pt x="1665923" y="1064895"/>
                    <a:pt x="1670685" y="1063943"/>
                    <a:pt x="1675448" y="1062038"/>
                  </a:cubicBezTo>
                  <a:cubicBezTo>
                    <a:pt x="1676400" y="1062038"/>
                    <a:pt x="1677353" y="1062038"/>
                    <a:pt x="1678305" y="1061085"/>
                  </a:cubicBezTo>
                  <a:cubicBezTo>
                    <a:pt x="1686878" y="1058228"/>
                    <a:pt x="1696403" y="1056323"/>
                    <a:pt x="1704975" y="1052513"/>
                  </a:cubicBezTo>
                  <a:cubicBezTo>
                    <a:pt x="1707833" y="1051560"/>
                    <a:pt x="1710690" y="1050608"/>
                    <a:pt x="1713548" y="1049655"/>
                  </a:cubicBezTo>
                  <a:cubicBezTo>
                    <a:pt x="1717358" y="1048703"/>
                    <a:pt x="1721168" y="1046798"/>
                    <a:pt x="1724978" y="1045845"/>
                  </a:cubicBezTo>
                  <a:cubicBezTo>
                    <a:pt x="1724978" y="1045845"/>
                    <a:pt x="1725930" y="1045845"/>
                    <a:pt x="1725930" y="1045845"/>
                  </a:cubicBezTo>
                  <a:cubicBezTo>
                    <a:pt x="1726883" y="1045845"/>
                    <a:pt x="1727835" y="1044893"/>
                    <a:pt x="1728788" y="1044893"/>
                  </a:cubicBezTo>
                  <a:cubicBezTo>
                    <a:pt x="1736408" y="1042035"/>
                    <a:pt x="1743075" y="1039178"/>
                    <a:pt x="1749743" y="1036320"/>
                  </a:cubicBezTo>
                  <a:cubicBezTo>
                    <a:pt x="1752600" y="1035368"/>
                    <a:pt x="1755458" y="1033463"/>
                    <a:pt x="1757363" y="1032510"/>
                  </a:cubicBezTo>
                  <a:cubicBezTo>
                    <a:pt x="1763078" y="1029653"/>
                    <a:pt x="1768793" y="1027748"/>
                    <a:pt x="1773555" y="1024890"/>
                  </a:cubicBezTo>
                  <a:cubicBezTo>
                    <a:pt x="1777365" y="1022985"/>
                    <a:pt x="1780223" y="1021080"/>
                    <a:pt x="1784033" y="1019175"/>
                  </a:cubicBezTo>
                  <a:cubicBezTo>
                    <a:pt x="1788795" y="1017270"/>
                    <a:pt x="1792605" y="1014413"/>
                    <a:pt x="1797368" y="1012508"/>
                  </a:cubicBezTo>
                  <a:cubicBezTo>
                    <a:pt x="1801178" y="1010603"/>
                    <a:pt x="1805940" y="1007745"/>
                    <a:pt x="1809750" y="1005840"/>
                  </a:cubicBezTo>
                  <a:cubicBezTo>
                    <a:pt x="1813560" y="1003935"/>
                    <a:pt x="1817370" y="1001078"/>
                    <a:pt x="1820228" y="999173"/>
                  </a:cubicBezTo>
                  <a:cubicBezTo>
                    <a:pt x="1823085" y="997268"/>
                    <a:pt x="1825943" y="995363"/>
                    <a:pt x="1828800" y="993458"/>
                  </a:cubicBezTo>
                  <a:cubicBezTo>
                    <a:pt x="1831658" y="991553"/>
                    <a:pt x="1834515" y="989648"/>
                    <a:pt x="1837373" y="987743"/>
                  </a:cubicBezTo>
                  <a:cubicBezTo>
                    <a:pt x="1885950" y="958215"/>
                    <a:pt x="1948815" y="961073"/>
                    <a:pt x="1994535" y="999173"/>
                  </a:cubicBezTo>
                  <a:lnTo>
                    <a:pt x="1995488" y="1000125"/>
                  </a:lnTo>
                  <a:cubicBezTo>
                    <a:pt x="2054543" y="1049655"/>
                    <a:pt x="2070735" y="1131570"/>
                    <a:pt x="2041208" y="1198245"/>
                  </a:cubicBezTo>
                  <a:cubicBezTo>
                    <a:pt x="2040255" y="1200150"/>
                    <a:pt x="2039303" y="1202055"/>
                    <a:pt x="2038350" y="1203960"/>
                  </a:cubicBezTo>
                  <a:cubicBezTo>
                    <a:pt x="2007870" y="1270635"/>
                    <a:pt x="1988820" y="1342073"/>
                    <a:pt x="1982153" y="1413510"/>
                  </a:cubicBezTo>
                  <a:cubicBezTo>
                    <a:pt x="1960245" y="1628775"/>
                    <a:pt x="2041208" y="1850708"/>
                    <a:pt x="2219325" y="1999298"/>
                  </a:cubicBezTo>
                  <a:cubicBezTo>
                    <a:pt x="2505075" y="2239328"/>
                    <a:pt x="2930843" y="2202180"/>
                    <a:pt x="3169920" y="1916430"/>
                  </a:cubicBezTo>
                  <a:cubicBezTo>
                    <a:pt x="3416618" y="1629728"/>
                    <a:pt x="3378518" y="1203960"/>
                    <a:pt x="3093720" y="96393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Grafik 19">
              <a:extLst>
                <a:ext uri="{FF2B5EF4-FFF2-40B4-BE49-F238E27FC236}">
                  <a16:creationId xmlns:a16="http://schemas.microsoft.com/office/drawing/2014/main" id="{26883525-D83A-4C6B-B24B-66B13F483A9D}"/>
                </a:ext>
              </a:extLst>
            </p:cNvPr>
            <p:cNvSpPr/>
            <p:nvPr/>
          </p:nvSpPr>
          <p:spPr>
            <a:xfrm rot="18807008">
              <a:off x="7035915" y="1813421"/>
              <a:ext cx="1438550" cy="2107336"/>
            </a:xfrm>
            <a:custGeom>
              <a:avLst/>
              <a:gdLst>
                <a:gd name="connsiteX0" fmla="*/ 2701168 w 3617914"/>
                <a:gd name="connsiteY0" fmla="*/ 113654 h 5299894"/>
                <a:gd name="connsiteX1" fmla="*/ 760925 w 3617914"/>
                <a:gd name="connsiteY1" fmla="*/ 917564 h 5299894"/>
                <a:gd name="connsiteX2" fmla="*/ 1133353 w 3617914"/>
                <a:gd name="connsiteY2" fmla="*/ 2584439 h 5299894"/>
                <a:gd name="connsiteX3" fmla="*/ 1267655 w 3617914"/>
                <a:gd name="connsiteY3" fmla="*/ 2693024 h 5299894"/>
                <a:gd name="connsiteX4" fmla="*/ 1271465 w 3617914"/>
                <a:gd name="connsiteY4" fmla="*/ 2695882 h 5299894"/>
                <a:gd name="connsiteX5" fmla="*/ 1391480 w 3617914"/>
                <a:gd name="connsiteY5" fmla="*/ 3134984 h 5299894"/>
                <a:gd name="connsiteX6" fmla="*/ 1333378 w 3617914"/>
                <a:gd name="connsiteY6" fmla="*/ 3275954 h 5299894"/>
                <a:gd name="connsiteX7" fmla="*/ 1083823 w 3617914"/>
                <a:gd name="connsiteY7" fmla="*/ 3419782 h 5299894"/>
                <a:gd name="connsiteX8" fmla="*/ 1077155 w 3617914"/>
                <a:gd name="connsiteY8" fmla="*/ 3418829 h 5299894"/>
                <a:gd name="connsiteX9" fmla="*/ 822838 w 3617914"/>
                <a:gd name="connsiteY9" fmla="*/ 3417877 h 5299894"/>
                <a:gd name="connsiteX10" fmla="*/ 72268 w 3617914"/>
                <a:gd name="connsiteY10" fmla="*/ 3993187 h 5299894"/>
                <a:gd name="connsiteX11" fmla="*/ 583760 w 3617914"/>
                <a:gd name="connsiteY11" fmla="*/ 5227627 h 5299894"/>
                <a:gd name="connsiteX12" fmla="*/ 1818200 w 3617914"/>
                <a:gd name="connsiteY12" fmla="*/ 4716134 h 5299894"/>
                <a:gd name="connsiteX13" fmla="*/ 1694375 w 3617914"/>
                <a:gd name="connsiteY13" fmla="*/ 3778874 h 5299894"/>
                <a:gd name="connsiteX14" fmla="*/ 1513400 w 3617914"/>
                <a:gd name="connsiteY14" fmla="*/ 3599804 h 5299894"/>
                <a:gd name="connsiteX15" fmla="*/ 1507685 w 3617914"/>
                <a:gd name="connsiteY15" fmla="*/ 3595994 h 5299894"/>
                <a:gd name="connsiteX16" fmla="*/ 1432438 w 3617914"/>
                <a:gd name="connsiteY16" fmla="*/ 3317864 h 5299894"/>
                <a:gd name="connsiteX17" fmla="*/ 1490540 w 3617914"/>
                <a:gd name="connsiteY17" fmla="*/ 3176894 h 5299894"/>
                <a:gd name="connsiteX18" fmla="*/ 1885828 w 3617914"/>
                <a:gd name="connsiteY18" fmla="*/ 2951152 h 5299894"/>
                <a:gd name="connsiteX19" fmla="*/ 1889638 w 3617914"/>
                <a:gd name="connsiteY19" fmla="*/ 2952104 h 5299894"/>
                <a:gd name="connsiteX20" fmla="*/ 2061088 w 3617914"/>
                <a:gd name="connsiteY20" fmla="*/ 2970202 h 5299894"/>
                <a:gd name="connsiteX21" fmla="*/ 3503173 w 3617914"/>
                <a:gd name="connsiteY21" fmla="*/ 2054849 h 5299894"/>
                <a:gd name="connsiteX22" fmla="*/ 2701168 w 3617914"/>
                <a:gd name="connsiteY22" fmla="*/ 113654 h 529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7914" h="5299894">
                  <a:moveTo>
                    <a:pt x="2701168" y="113654"/>
                  </a:moveTo>
                  <a:cubicBezTo>
                    <a:pt x="1943930" y="-200671"/>
                    <a:pt x="1075250" y="159374"/>
                    <a:pt x="760925" y="917564"/>
                  </a:cubicBezTo>
                  <a:cubicBezTo>
                    <a:pt x="514228" y="1511924"/>
                    <a:pt x="682820" y="2174864"/>
                    <a:pt x="1133353" y="2584439"/>
                  </a:cubicBezTo>
                  <a:cubicBezTo>
                    <a:pt x="1175263" y="2622539"/>
                    <a:pt x="1220030" y="2658734"/>
                    <a:pt x="1267655" y="2693024"/>
                  </a:cubicBezTo>
                  <a:cubicBezTo>
                    <a:pt x="1268608" y="2693977"/>
                    <a:pt x="1269560" y="2694929"/>
                    <a:pt x="1271465" y="2695882"/>
                  </a:cubicBezTo>
                  <a:cubicBezTo>
                    <a:pt x="1403863" y="2794942"/>
                    <a:pt x="1458155" y="2974964"/>
                    <a:pt x="1391480" y="3134984"/>
                  </a:cubicBezTo>
                  <a:lnTo>
                    <a:pt x="1333378" y="3275954"/>
                  </a:lnTo>
                  <a:cubicBezTo>
                    <a:pt x="1291468" y="3376919"/>
                    <a:pt x="1187645" y="3434069"/>
                    <a:pt x="1083823" y="3419782"/>
                  </a:cubicBezTo>
                  <a:cubicBezTo>
                    <a:pt x="1081918" y="3419782"/>
                    <a:pt x="1079060" y="3418829"/>
                    <a:pt x="1077155" y="3418829"/>
                  </a:cubicBezTo>
                  <a:cubicBezTo>
                    <a:pt x="991430" y="3406447"/>
                    <a:pt x="905705" y="3406447"/>
                    <a:pt x="822838" y="3417877"/>
                  </a:cubicBezTo>
                  <a:cubicBezTo>
                    <a:pt x="498988" y="3460739"/>
                    <a:pt x="206570" y="3670289"/>
                    <a:pt x="72268" y="3993187"/>
                  </a:cubicBezTo>
                  <a:cubicBezTo>
                    <a:pt x="-127757" y="4475152"/>
                    <a:pt x="101795" y="5028555"/>
                    <a:pt x="583760" y="5227627"/>
                  </a:cubicBezTo>
                  <a:cubicBezTo>
                    <a:pt x="1065725" y="5427652"/>
                    <a:pt x="1619128" y="5198100"/>
                    <a:pt x="1818200" y="4716134"/>
                  </a:cubicBezTo>
                  <a:cubicBezTo>
                    <a:pt x="1952503" y="4392284"/>
                    <a:pt x="1893448" y="4037954"/>
                    <a:pt x="1694375" y="3778874"/>
                  </a:cubicBezTo>
                  <a:cubicBezTo>
                    <a:pt x="1642940" y="3712199"/>
                    <a:pt x="1582933" y="3651239"/>
                    <a:pt x="1513400" y="3599804"/>
                  </a:cubicBezTo>
                  <a:cubicBezTo>
                    <a:pt x="1511495" y="3598852"/>
                    <a:pt x="1509590" y="3596947"/>
                    <a:pt x="1507685" y="3595994"/>
                  </a:cubicBezTo>
                  <a:cubicBezTo>
                    <a:pt x="1424818" y="3532177"/>
                    <a:pt x="1391480" y="3418829"/>
                    <a:pt x="1432438" y="3317864"/>
                  </a:cubicBezTo>
                  <a:lnTo>
                    <a:pt x="1490540" y="3176894"/>
                  </a:lnTo>
                  <a:cubicBezTo>
                    <a:pt x="1557215" y="3016874"/>
                    <a:pt x="1721998" y="2927339"/>
                    <a:pt x="1885828" y="2951152"/>
                  </a:cubicBezTo>
                  <a:cubicBezTo>
                    <a:pt x="1886780" y="2951152"/>
                    <a:pt x="1888685" y="2952104"/>
                    <a:pt x="1889638" y="2952104"/>
                  </a:cubicBezTo>
                  <a:cubicBezTo>
                    <a:pt x="1946788" y="2961629"/>
                    <a:pt x="2003938" y="2967344"/>
                    <a:pt x="2061088" y="2970202"/>
                  </a:cubicBezTo>
                  <a:cubicBezTo>
                    <a:pt x="2668783" y="2998777"/>
                    <a:pt x="3257428" y="2649209"/>
                    <a:pt x="3503173" y="2054849"/>
                  </a:cubicBezTo>
                  <a:cubicBezTo>
                    <a:pt x="3819403" y="1296659"/>
                    <a:pt x="3459358" y="427979"/>
                    <a:pt x="2701168" y="1136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D698D091-1203-4A33-86E2-5B46546EB10D}"/>
                </a:ext>
              </a:extLst>
            </p:cNvPr>
            <p:cNvSpPr/>
            <p:nvPr/>
          </p:nvSpPr>
          <p:spPr>
            <a:xfrm>
              <a:off x="1448521" y="1328981"/>
              <a:ext cx="7020657" cy="3361408"/>
            </a:xfrm>
            <a:custGeom>
              <a:avLst/>
              <a:gdLst>
                <a:gd name="connsiteX0" fmla="*/ 3648463 w 7020657"/>
                <a:gd name="connsiteY0" fmla="*/ 3109363 h 3361408"/>
                <a:gd name="connsiteX1" fmla="*/ 3515103 w 7020657"/>
                <a:gd name="connsiteY1" fmla="*/ 3123432 h 3361408"/>
                <a:gd name="connsiteX2" fmla="*/ 3461505 w 7020657"/>
                <a:gd name="connsiteY2" fmla="*/ 3118516 h 3361408"/>
                <a:gd name="connsiteX3" fmla="*/ 3515104 w 7020657"/>
                <a:gd name="connsiteY3" fmla="*/ 3123432 h 3361408"/>
                <a:gd name="connsiteX4" fmla="*/ 6124147 w 7020657"/>
                <a:gd name="connsiteY4" fmla="*/ 3002705 h 3361408"/>
                <a:gd name="connsiteX5" fmla="*/ 6188923 w 7020657"/>
                <a:gd name="connsiteY5" fmla="*/ 3072335 h 3361408"/>
                <a:gd name="connsiteX6" fmla="*/ 6926203 w 7020657"/>
                <a:gd name="connsiteY6" fmla="*/ 3324010 h 3361408"/>
                <a:gd name="connsiteX7" fmla="*/ 7014988 w 7020657"/>
                <a:gd name="connsiteY7" fmla="*/ 3310279 h 3361408"/>
                <a:gd name="connsiteX8" fmla="*/ 7001075 w 7020657"/>
                <a:gd name="connsiteY8" fmla="*/ 3338479 h 3361408"/>
                <a:gd name="connsiteX9" fmla="*/ 6940960 w 7020657"/>
                <a:gd name="connsiteY9" fmla="*/ 3361408 h 3361408"/>
                <a:gd name="connsiteX10" fmla="*/ 6618704 w 7020657"/>
                <a:gd name="connsiteY10" fmla="*/ 3361408 h 3361408"/>
                <a:gd name="connsiteX11" fmla="*/ 6395599 w 7020657"/>
                <a:gd name="connsiteY11" fmla="*/ 3321745 h 3361408"/>
                <a:gd name="connsiteX12" fmla="*/ 6246864 w 7020657"/>
                <a:gd name="connsiteY12" fmla="*/ 3227549 h 3361408"/>
                <a:gd name="connsiteX13" fmla="*/ 6241909 w 7020657"/>
                <a:gd name="connsiteY13" fmla="*/ 3222589 h 3361408"/>
                <a:gd name="connsiteX14" fmla="*/ 6207202 w 7020657"/>
                <a:gd name="connsiteY14" fmla="*/ 3182926 h 3361408"/>
                <a:gd name="connsiteX15" fmla="*/ 6202247 w 7020657"/>
                <a:gd name="connsiteY15" fmla="*/ 3177971 h 3361408"/>
                <a:gd name="connsiteX16" fmla="*/ 6177455 w 7020657"/>
                <a:gd name="connsiteY16" fmla="*/ 3138308 h 3361408"/>
                <a:gd name="connsiteX17" fmla="*/ 6177455 w 7020657"/>
                <a:gd name="connsiteY17" fmla="*/ 3133348 h 3361408"/>
                <a:gd name="connsiteX18" fmla="*/ 6152668 w 7020657"/>
                <a:gd name="connsiteY18" fmla="*/ 3088730 h 3361408"/>
                <a:gd name="connsiteX19" fmla="*/ 6132837 w 7020657"/>
                <a:gd name="connsiteY19" fmla="*/ 3039152 h 3361408"/>
                <a:gd name="connsiteX20" fmla="*/ 2420514 w 7020657"/>
                <a:gd name="connsiteY20" fmla="*/ 2406699 h 3361408"/>
                <a:gd name="connsiteX21" fmla="*/ 2498747 w 7020657"/>
                <a:gd name="connsiteY21" fmla="*/ 2478915 h 3361408"/>
                <a:gd name="connsiteX22" fmla="*/ 2718247 w 7020657"/>
                <a:gd name="connsiteY22" fmla="*/ 2677312 h 3361408"/>
                <a:gd name="connsiteX23" fmla="*/ 2498746 w 7020657"/>
                <a:gd name="connsiteY23" fmla="*/ 2478915 h 3361408"/>
                <a:gd name="connsiteX24" fmla="*/ 6103088 w 7020657"/>
                <a:gd name="connsiteY24" fmla="*/ 2290496 h 3361408"/>
                <a:gd name="connsiteX25" fmla="*/ 6103091 w 7020657"/>
                <a:gd name="connsiteY25" fmla="*/ 2290517 h 3361408"/>
                <a:gd name="connsiteX26" fmla="*/ 6103091 w 7020657"/>
                <a:gd name="connsiteY26" fmla="*/ 2840839 h 3361408"/>
                <a:gd name="connsiteX27" fmla="*/ 6108825 w 7020657"/>
                <a:gd name="connsiteY27" fmla="*/ 2921614 h 3361408"/>
                <a:gd name="connsiteX28" fmla="*/ 6103090 w 7020657"/>
                <a:gd name="connsiteY28" fmla="*/ 2840839 h 3361408"/>
                <a:gd name="connsiteX29" fmla="*/ 6103090 w 7020657"/>
                <a:gd name="connsiteY29" fmla="*/ 2290517 h 3361408"/>
                <a:gd name="connsiteX30" fmla="*/ 6077936 w 7020657"/>
                <a:gd name="connsiteY30" fmla="*/ 2122601 h 3361408"/>
                <a:gd name="connsiteX31" fmla="*/ 6084265 w 7020657"/>
                <a:gd name="connsiteY31" fmla="*/ 2137048 h 3361408"/>
                <a:gd name="connsiteX32" fmla="*/ 6086340 w 7020657"/>
                <a:gd name="connsiteY32" fmla="*/ 2153961 h 3361408"/>
                <a:gd name="connsiteX33" fmla="*/ 5051393 w 7020657"/>
                <a:gd name="connsiteY33" fmla="*/ 2021321 h 3361408"/>
                <a:gd name="connsiteX34" fmla="*/ 5027239 w 7020657"/>
                <a:gd name="connsiteY34" fmla="*/ 2037670 h 3361408"/>
                <a:gd name="connsiteX35" fmla="*/ 4906392 w 7020657"/>
                <a:gd name="connsiteY35" fmla="*/ 2135586 h 3361408"/>
                <a:gd name="connsiteX36" fmla="*/ 4877518 w 7020657"/>
                <a:gd name="connsiteY36" fmla="*/ 2161557 h 3361408"/>
                <a:gd name="connsiteX37" fmla="*/ 4906392 w 7020657"/>
                <a:gd name="connsiteY37" fmla="*/ 2135586 h 3361408"/>
                <a:gd name="connsiteX38" fmla="*/ 5027239 w 7020657"/>
                <a:gd name="connsiteY38" fmla="*/ 2037670 h 3361408"/>
                <a:gd name="connsiteX39" fmla="*/ 1696129 w 7020657"/>
                <a:gd name="connsiteY39" fmla="*/ 1848090 h 3361408"/>
                <a:gd name="connsiteX40" fmla="*/ 1710455 w 7020657"/>
                <a:gd name="connsiteY40" fmla="*/ 1854229 h 3361408"/>
                <a:gd name="connsiteX41" fmla="*/ 1755072 w 7020657"/>
                <a:gd name="connsiteY41" fmla="*/ 1879020 h 3361408"/>
                <a:gd name="connsiteX42" fmla="*/ 1998008 w 7020657"/>
                <a:gd name="connsiteY42" fmla="*/ 2032710 h 3361408"/>
                <a:gd name="connsiteX43" fmla="*/ 2260771 w 7020657"/>
                <a:gd name="connsiteY43" fmla="*/ 2260770 h 3361408"/>
                <a:gd name="connsiteX44" fmla="*/ 2265731 w 7020657"/>
                <a:gd name="connsiteY44" fmla="*/ 2265730 h 3361408"/>
                <a:gd name="connsiteX45" fmla="*/ 2290250 w 7020657"/>
                <a:gd name="connsiteY45" fmla="*/ 2287183 h 3361408"/>
                <a:gd name="connsiteX46" fmla="*/ 2265731 w 7020657"/>
                <a:gd name="connsiteY46" fmla="*/ 2265731 h 3361408"/>
                <a:gd name="connsiteX47" fmla="*/ 2260770 w 7020657"/>
                <a:gd name="connsiteY47" fmla="*/ 2260770 h 3361408"/>
                <a:gd name="connsiteX48" fmla="*/ 1998008 w 7020657"/>
                <a:gd name="connsiteY48" fmla="*/ 2032710 h 3361408"/>
                <a:gd name="connsiteX49" fmla="*/ 1755072 w 7020657"/>
                <a:gd name="connsiteY49" fmla="*/ 1879020 h 3361408"/>
                <a:gd name="connsiteX50" fmla="*/ 1710454 w 7020657"/>
                <a:gd name="connsiteY50" fmla="*/ 1854228 h 3361408"/>
                <a:gd name="connsiteX51" fmla="*/ 1636233 w 7020657"/>
                <a:gd name="connsiteY51" fmla="*/ 1215543 h 3361408"/>
                <a:gd name="connsiteX52" fmla="*/ 1826029 w 7020657"/>
                <a:gd name="connsiteY52" fmla="*/ 1323060 h 3361408"/>
                <a:gd name="connsiteX53" fmla="*/ 1826767 w 7020657"/>
                <a:gd name="connsiteY53" fmla="*/ 1325120 h 3361408"/>
                <a:gd name="connsiteX54" fmla="*/ 1809078 w 7020657"/>
                <a:gd name="connsiteY54" fmla="*/ 1558251 h 3361408"/>
                <a:gd name="connsiteX55" fmla="*/ 1805031 w 7020657"/>
                <a:gd name="connsiteY55" fmla="*/ 1563190 h 3361408"/>
                <a:gd name="connsiteX56" fmla="*/ 1670800 w 7020657"/>
                <a:gd name="connsiteY56" fmla="*/ 1772929 h 3361408"/>
                <a:gd name="connsiteX57" fmla="*/ 1649589 w 7020657"/>
                <a:gd name="connsiteY57" fmla="*/ 1831521 h 3361408"/>
                <a:gd name="connsiteX58" fmla="*/ 1671500 w 7020657"/>
                <a:gd name="connsiteY58" fmla="*/ 1838085 h 3361408"/>
                <a:gd name="connsiteX59" fmla="*/ 1541265 w 7020657"/>
                <a:gd name="connsiteY59" fmla="*/ 1799073 h 3361408"/>
                <a:gd name="connsiteX60" fmla="*/ 1403068 w 7020657"/>
                <a:gd name="connsiteY60" fmla="*/ 1784819 h 3361408"/>
                <a:gd name="connsiteX61" fmla="*/ 1056020 w 7020657"/>
                <a:gd name="connsiteY61" fmla="*/ 1923638 h 3361408"/>
                <a:gd name="connsiteX62" fmla="*/ 997456 w 7020657"/>
                <a:gd name="connsiteY62" fmla="*/ 1998936 h 3361408"/>
                <a:gd name="connsiteX63" fmla="*/ 983451 w 7020657"/>
                <a:gd name="connsiteY63" fmla="*/ 2027256 h 3361408"/>
                <a:gd name="connsiteX64" fmla="*/ 984565 w 7020657"/>
                <a:gd name="connsiteY64" fmla="*/ 2016380 h 3361408"/>
                <a:gd name="connsiteX65" fmla="*/ 984488 w 7020657"/>
                <a:gd name="connsiteY65" fmla="*/ 2012918 h 3361408"/>
                <a:gd name="connsiteX66" fmla="*/ 984291 w 7020657"/>
                <a:gd name="connsiteY66" fmla="*/ 1957162 h 3361408"/>
                <a:gd name="connsiteX67" fmla="*/ 984216 w 7020657"/>
                <a:gd name="connsiteY67" fmla="*/ 1953700 h 3361408"/>
                <a:gd name="connsiteX68" fmla="*/ 982570 w 7020657"/>
                <a:gd name="connsiteY68" fmla="*/ 1926376 h 3361408"/>
                <a:gd name="connsiteX69" fmla="*/ 982201 w 7020657"/>
                <a:gd name="connsiteY69" fmla="*/ 1925345 h 3361408"/>
                <a:gd name="connsiteX70" fmla="*/ 979525 w 7020657"/>
                <a:gd name="connsiteY70" fmla="*/ 1898390 h 3361408"/>
                <a:gd name="connsiteX71" fmla="*/ 978710 w 7020657"/>
                <a:gd name="connsiteY71" fmla="*/ 1892867 h 3361408"/>
                <a:gd name="connsiteX72" fmla="*/ 975450 w 7020657"/>
                <a:gd name="connsiteY72" fmla="*/ 1870775 h 3361408"/>
                <a:gd name="connsiteX73" fmla="*/ 974635 w 7020657"/>
                <a:gd name="connsiteY73" fmla="*/ 1865251 h 3361408"/>
                <a:gd name="connsiteX74" fmla="*/ 969235 w 7020657"/>
                <a:gd name="connsiteY74" fmla="*/ 1840435 h 3361408"/>
                <a:gd name="connsiteX75" fmla="*/ 967314 w 7020657"/>
                <a:gd name="connsiteY75" fmla="*/ 1831819 h 3361408"/>
                <a:gd name="connsiteX76" fmla="*/ 962437 w 7020657"/>
                <a:gd name="connsiteY76" fmla="*/ 1814955 h 3361408"/>
                <a:gd name="connsiteX77" fmla="*/ 960145 w 7020657"/>
                <a:gd name="connsiteY77" fmla="*/ 1805309 h 3361408"/>
                <a:gd name="connsiteX78" fmla="*/ 953422 w 7020657"/>
                <a:gd name="connsiteY78" fmla="*/ 1783293 h 3361408"/>
                <a:gd name="connsiteX79" fmla="*/ 949362 w 7020657"/>
                <a:gd name="connsiteY79" fmla="*/ 1771955 h 3361408"/>
                <a:gd name="connsiteX80" fmla="*/ 944931 w 7020657"/>
                <a:gd name="connsiteY80" fmla="*/ 1759584 h 3361408"/>
                <a:gd name="connsiteX81" fmla="*/ 940500 w 7020657"/>
                <a:gd name="connsiteY81" fmla="*/ 1747214 h 3361408"/>
                <a:gd name="connsiteX82" fmla="*/ 932455 w 7020657"/>
                <a:gd name="connsiteY82" fmla="*/ 1727998 h 3361408"/>
                <a:gd name="connsiteX83" fmla="*/ 926626 w 7020657"/>
                <a:gd name="connsiteY83" fmla="*/ 1714967 h 3361408"/>
                <a:gd name="connsiteX84" fmla="*/ 921533 w 7020657"/>
                <a:gd name="connsiteY84" fmla="*/ 1703997 h 3361408"/>
                <a:gd name="connsiteX85" fmla="*/ 914673 w 7020657"/>
                <a:gd name="connsiteY85" fmla="*/ 1691335 h 3361408"/>
                <a:gd name="connsiteX86" fmla="*/ 907442 w 7020657"/>
                <a:gd name="connsiteY86" fmla="*/ 1677641 h 3361408"/>
                <a:gd name="connsiteX87" fmla="*/ 898073 w 7020657"/>
                <a:gd name="connsiteY87" fmla="*/ 1661225 h 3361408"/>
                <a:gd name="connsiteX88" fmla="*/ 894458 w 7020657"/>
                <a:gd name="connsiteY88" fmla="*/ 1654378 h 3361408"/>
                <a:gd name="connsiteX89" fmla="*/ 892319 w 7020657"/>
                <a:gd name="connsiteY89" fmla="*/ 1651655 h 3361408"/>
                <a:gd name="connsiteX90" fmla="*/ 879043 w 7020657"/>
                <a:gd name="connsiteY90" fmla="*/ 1630823 h 3361408"/>
                <a:gd name="connsiteX91" fmla="*/ 874396 w 7020657"/>
                <a:gd name="connsiteY91" fmla="*/ 1624347 h 3361408"/>
                <a:gd name="connsiteX92" fmla="*/ 859059 w 7020657"/>
                <a:gd name="connsiteY92" fmla="*/ 1604251 h 3361408"/>
                <a:gd name="connsiteX93" fmla="*/ 854413 w 7020657"/>
                <a:gd name="connsiteY93" fmla="*/ 1597775 h 3361408"/>
                <a:gd name="connsiteX94" fmla="*/ 838044 w 7020657"/>
                <a:gd name="connsiteY94" fmla="*/ 1578050 h 3361408"/>
                <a:gd name="connsiteX95" fmla="*/ 833767 w 7020657"/>
                <a:gd name="connsiteY95" fmla="*/ 1572603 h 3361408"/>
                <a:gd name="connsiteX96" fmla="*/ 813199 w 7020657"/>
                <a:gd name="connsiteY96" fmla="*/ 1550894 h 3361408"/>
                <a:gd name="connsiteX97" fmla="*/ 811430 w 7020657"/>
                <a:gd name="connsiteY97" fmla="*/ 1549201 h 3361408"/>
                <a:gd name="connsiteX98" fmla="*/ 803614 w 7020657"/>
                <a:gd name="connsiteY98" fmla="*/ 1540370 h 3361408"/>
                <a:gd name="connsiteX99" fmla="*/ 781945 w 7020657"/>
                <a:gd name="connsiteY99" fmla="*/ 1359717 h 3361408"/>
                <a:gd name="connsiteX100" fmla="*/ 783269 w 7020657"/>
                <a:gd name="connsiteY100" fmla="*/ 1356917 h 3361408"/>
                <a:gd name="connsiteX101" fmla="*/ 1040514 w 7020657"/>
                <a:gd name="connsiteY101" fmla="*/ 1243849 h 3361408"/>
                <a:gd name="connsiteX102" fmla="*/ 1046776 w 7020657"/>
                <a:gd name="connsiteY102" fmla="*/ 1245095 h 3361408"/>
                <a:gd name="connsiteX103" fmla="*/ 1050606 w 7020657"/>
                <a:gd name="connsiteY103" fmla="*/ 1246050 h 3361408"/>
                <a:gd name="connsiteX104" fmla="*/ 1079853 w 7020657"/>
                <a:gd name="connsiteY104" fmla="*/ 1253020 h 3361408"/>
                <a:gd name="connsiteX105" fmla="*/ 1086115 w 7020657"/>
                <a:gd name="connsiteY105" fmla="*/ 1254268 h 3361408"/>
                <a:gd name="connsiteX106" fmla="*/ 1119855 w 7020657"/>
                <a:gd name="connsiteY106" fmla="*/ 1260792 h 3361408"/>
                <a:gd name="connsiteX107" fmla="*/ 1127147 w 7020657"/>
                <a:gd name="connsiteY107" fmla="*/ 1261669 h 3361408"/>
                <a:gd name="connsiteX108" fmla="*/ 1155286 w 7020657"/>
                <a:gd name="connsiteY108" fmla="*/ 1265548 h 3361408"/>
                <a:gd name="connsiteX109" fmla="*/ 1162578 w 7020657"/>
                <a:gd name="connsiteY109" fmla="*/ 1266425 h 3361408"/>
                <a:gd name="connsiteX110" fmla="*/ 1255534 w 7020657"/>
                <a:gd name="connsiteY110" fmla="*/ 1272676 h 3361408"/>
                <a:gd name="connsiteX111" fmla="*/ 1271813 w 7020657"/>
                <a:gd name="connsiteY111" fmla="*/ 1272661 h 3361408"/>
                <a:gd name="connsiteX112" fmla="*/ 1272844 w 7020657"/>
                <a:gd name="connsiteY112" fmla="*/ 1272292 h 3361408"/>
                <a:gd name="connsiteX113" fmla="*/ 1555856 w 7020657"/>
                <a:gd name="connsiteY113" fmla="*/ 1227921 h 3361408"/>
                <a:gd name="connsiteX114" fmla="*/ 1562039 w 7020657"/>
                <a:gd name="connsiteY114" fmla="*/ 1225705 h 3361408"/>
                <a:gd name="connsiteX115" fmla="*/ 1636233 w 7020657"/>
                <a:gd name="connsiteY115" fmla="*/ 1215543 h 3361408"/>
                <a:gd name="connsiteX116" fmla="*/ 1247143 w 7020657"/>
                <a:gd name="connsiteY116" fmla="*/ 176445 h 3361408"/>
                <a:gd name="connsiteX117" fmla="*/ 1308867 w 7020657"/>
                <a:gd name="connsiteY117" fmla="*/ 228060 h 3361408"/>
                <a:gd name="connsiteX118" fmla="*/ 1308867 w 7020657"/>
                <a:gd name="connsiteY118" fmla="*/ 228061 h 3361408"/>
                <a:gd name="connsiteX119" fmla="*/ 5961847 w 7020657"/>
                <a:gd name="connsiteY119" fmla="*/ 21044 h 3361408"/>
                <a:gd name="connsiteX120" fmla="*/ 5954357 w 7020657"/>
                <a:gd name="connsiteY120" fmla="*/ 24792 h 3361408"/>
                <a:gd name="connsiteX121" fmla="*/ 5920889 w 7020657"/>
                <a:gd name="connsiteY121" fmla="*/ 49580 h 3361408"/>
                <a:gd name="connsiteX122" fmla="*/ 5887672 w 7020657"/>
                <a:gd name="connsiteY122" fmla="*/ 81788 h 3361408"/>
                <a:gd name="connsiteX123" fmla="*/ 5920889 w 7020657"/>
                <a:gd name="connsiteY123" fmla="*/ 49580 h 3361408"/>
                <a:gd name="connsiteX124" fmla="*/ 5954355 w 7020657"/>
                <a:gd name="connsiteY124" fmla="*/ 24792 h 3361408"/>
                <a:gd name="connsiteX125" fmla="*/ 6038636 w 7020657"/>
                <a:gd name="connsiteY125" fmla="*/ 4960 h 3361408"/>
                <a:gd name="connsiteX126" fmla="*/ 6509632 w 7020657"/>
                <a:gd name="connsiteY126" fmla="*/ 4960 h 3361408"/>
                <a:gd name="connsiteX127" fmla="*/ 6539379 w 7020657"/>
                <a:gd name="connsiteY127" fmla="*/ 4960 h 3361408"/>
                <a:gd name="connsiteX128" fmla="*/ 6569126 w 7020657"/>
                <a:gd name="connsiteY128" fmla="*/ 4960 h 3361408"/>
                <a:gd name="connsiteX129" fmla="*/ 6608789 w 7020657"/>
                <a:gd name="connsiteY129" fmla="*/ 9916 h 3361408"/>
                <a:gd name="connsiteX130" fmla="*/ 6623659 w 7020657"/>
                <a:gd name="connsiteY130" fmla="*/ 9916 h 3361408"/>
                <a:gd name="connsiteX131" fmla="*/ 6668282 w 7020657"/>
                <a:gd name="connsiteY131" fmla="*/ 19831 h 3361408"/>
                <a:gd name="connsiteX132" fmla="*/ 6673238 w 7020657"/>
                <a:gd name="connsiteY132" fmla="*/ 19831 h 3361408"/>
                <a:gd name="connsiteX133" fmla="*/ 6722816 w 7020657"/>
                <a:gd name="connsiteY133" fmla="*/ 34707 h 3361408"/>
                <a:gd name="connsiteX134" fmla="*/ 6886427 w 7020657"/>
                <a:gd name="connsiteY134" fmla="*/ 133864 h 3361408"/>
                <a:gd name="connsiteX135" fmla="*/ 6891382 w 7020657"/>
                <a:gd name="connsiteY135" fmla="*/ 138819 h 3361408"/>
                <a:gd name="connsiteX136" fmla="*/ 7020285 w 7020657"/>
                <a:gd name="connsiteY136" fmla="*/ 520575 h 3361408"/>
                <a:gd name="connsiteX137" fmla="*/ 7020285 w 7020657"/>
                <a:gd name="connsiteY137" fmla="*/ 1298951 h 3361408"/>
                <a:gd name="connsiteX138" fmla="*/ 7020285 w 7020657"/>
                <a:gd name="connsiteY138" fmla="*/ 1484144 h 3361408"/>
                <a:gd name="connsiteX139" fmla="*/ 7004863 w 7020657"/>
                <a:gd name="connsiteY139" fmla="*/ 1480480 h 3361408"/>
                <a:gd name="connsiteX140" fmla="*/ 6831667 w 7020657"/>
                <a:gd name="connsiteY140" fmla="*/ 1464430 h 3361408"/>
                <a:gd name="connsiteX141" fmla="*/ 6736505 w 7020657"/>
                <a:gd name="connsiteY141" fmla="*/ 1469431 h 3361408"/>
                <a:gd name="connsiteX142" fmla="*/ 6006963 w 7020657"/>
                <a:gd name="connsiteY142" fmla="*/ 1962167 h 3361408"/>
                <a:gd name="connsiteX143" fmla="*/ 6001579 w 7020657"/>
                <a:gd name="connsiteY143" fmla="*/ 1974765 h 3361408"/>
                <a:gd name="connsiteX144" fmla="*/ 6016471 w 7020657"/>
                <a:gd name="connsiteY144" fmla="*/ 1993735 h 3361408"/>
                <a:gd name="connsiteX145" fmla="*/ 5969226 w 7020657"/>
                <a:gd name="connsiteY145" fmla="*/ 1933553 h 3361408"/>
                <a:gd name="connsiteX146" fmla="*/ 5622178 w 7020657"/>
                <a:gd name="connsiteY146" fmla="*/ 1794734 h 3361408"/>
                <a:gd name="connsiteX147" fmla="*/ 5314793 w 7020657"/>
                <a:gd name="connsiteY147" fmla="*/ 1864144 h 3361408"/>
                <a:gd name="connsiteX148" fmla="*/ 5194518 w 7020657"/>
                <a:gd name="connsiteY148" fmla="*/ 1928122 h 3361408"/>
                <a:gd name="connsiteX149" fmla="*/ 5200293 w 7020657"/>
                <a:gd name="connsiteY149" fmla="*/ 1925050 h 3361408"/>
                <a:gd name="connsiteX150" fmla="*/ 5166606 w 7020657"/>
                <a:gd name="connsiteY150" fmla="*/ 1885296 h 3361408"/>
                <a:gd name="connsiteX151" fmla="*/ 5042817 w 7020657"/>
                <a:gd name="connsiteY151" fmla="*/ 1777127 h 3361408"/>
                <a:gd name="connsiteX152" fmla="*/ 5039651 w 7020657"/>
                <a:gd name="connsiteY152" fmla="*/ 1774773 h 3361408"/>
                <a:gd name="connsiteX153" fmla="*/ 4982679 w 7020657"/>
                <a:gd name="connsiteY153" fmla="*/ 1735862 h 3361408"/>
                <a:gd name="connsiteX154" fmla="*/ 4974941 w 7020657"/>
                <a:gd name="connsiteY154" fmla="*/ 1730492 h 3361408"/>
                <a:gd name="connsiteX155" fmla="*/ 4958433 w 7020657"/>
                <a:gd name="connsiteY155" fmla="*/ 1720121 h 3361408"/>
                <a:gd name="connsiteX156" fmla="*/ 4948263 w 7020657"/>
                <a:gd name="connsiteY156" fmla="*/ 1714459 h 3361408"/>
                <a:gd name="connsiteX157" fmla="*/ 4932125 w 7020657"/>
                <a:gd name="connsiteY157" fmla="*/ 1705119 h 3361408"/>
                <a:gd name="connsiteX158" fmla="*/ 4926155 w 7020657"/>
                <a:gd name="connsiteY158" fmla="*/ 1701442 h 3361408"/>
                <a:gd name="connsiteX159" fmla="*/ 4890049 w 7020657"/>
                <a:gd name="connsiteY159" fmla="*/ 1681810 h 3361408"/>
                <a:gd name="connsiteX160" fmla="*/ 4883049 w 7020657"/>
                <a:gd name="connsiteY160" fmla="*/ 1678501 h 3361408"/>
                <a:gd name="connsiteX161" fmla="*/ 4863447 w 7020657"/>
                <a:gd name="connsiteY161" fmla="*/ 1669238 h 3361408"/>
                <a:gd name="connsiteX162" fmla="*/ 4857847 w 7020657"/>
                <a:gd name="connsiteY162" fmla="*/ 1666592 h 3361408"/>
                <a:gd name="connsiteX163" fmla="*/ 4335698 w 7020657"/>
                <a:gd name="connsiteY163" fmla="*/ 1562839 h 3361408"/>
                <a:gd name="connsiteX164" fmla="*/ 4327744 w 7020657"/>
                <a:gd name="connsiteY164" fmla="*/ 1563362 h 3361408"/>
                <a:gd name="connsiteX165" fmla="*/ 4309773 w 7020657"/>
                <a:gd name="connsiteY165" fmla="*/ 1565145 h 3361408"/>
                <a:gd name="connsiteX166" fmla="*/ 4287311 w 7020657"/>
                <a:gd name="connsiteY166" fmla="*/ 1567376 h 3361408"/>
                <a:gd name="connsiteX167" fmla="*/ 4280387 w 7020657"/>
                <a:gd name="connsiteY167" fmla="*/ 1567529 h 3361408"/>
                <a:gd name="connsiteX168" fmla="*/ 4278326 w 7020657"/>
                <a:gd name="connsiteY168" fmla="*/ 1568267 h 3361408"/>
                <a:gd name="connsiteX169" fmla="*/ 4254834 w 7020657"/>
                <a:gd name="connsiteY169" fmla="*/ 1570865 h 3361408"/>
                <a:gd name="connsiteX170" fmla="*/ 4252403 w 7020657"/>
                <a:gd name="connsiteY170" fmla="*/ 1570573 h 3361408"/>
                <a:gd name="connsiteX171" fmla="*/ 4117566 w 7020657"/>
                <a:gd name="connsiteY171" fmla="*/ 1596768 h 3361408"/>
                <a:gd name="connsiteX172" fmla="*/ 3624044 w 7020657"/>
                <a:gd name="connsiteY172" fmla="*/ 1878199 h 3361408"/>
                <a:gd name="connsiteX173" fmla="*/ 3621321 w 7020657"/>
                <a:gd name="connsiteY173" fmla="*/ 1880337 h 3361408"/>
                <a:gd name="connsiteX174" fmla="*/ 3608442 w 7020657"/>
                <a:gd name="connsiteY174" fmla="*/ 1893092 h 3361408"/>
                <a:gd name="connsiteX175" fmla="*/ 3601673 w 7020657"/>
                <a:gd name="connsiteY175" fmla="*/ 1900168 h 3361408"/>
                <a:gd name="connsiteX176" fmla="*/ 3593210 w 7020657"/>
                <a:gd name="connsiteY176" fmla="*/ 1909013 h 3361408"/>
                <a:gd name="connsiteX177" fmla="*/ 3582394 w 7020657"/>
                <a:gd name="connsiteY177" fmla="*/ 1921029 h 3361408"/>
                <a:gd name="connsiteX178" fmla="*/ 3578347 w 7020657"/>
                <a:gd name="connsiteY178" fmla="*/ 1925967 h 3361408"/>
                <a:gd name="connsiteX179" fmla="*/ 3336286 w 7020657"/>
                <a:gd name="connsiteY179" fmla="*/ 2380185 h 3361408"/>
                <a:gd name="connsiteX180" fmla="*/ 3305522 w 7020657"/>
                <a:gd name="connsiteY180" fmla="*/ 2570313 h 3361408"/>
                <a:gd name="connsiteX181" fmla="*/ 3305890 w 7020657"/>
                <a:gd name="connsiteY181" fmla="*/ 2571345 h 3361408"/>
                <a:gd name="connsiteX182" fmla="*/ 3303782 w 7020657"/>
                <a:gd name="connsiteY182" fmla="*/ 2601175 h 3361408"/>
                <a:gd name="connsiteX183" fmla="*/ 3303058 w 7020657"/>
                <a:gd name="connsiteY183" fmla="*/ 2615392 h 3361408"/>
                <a:gd name="connsiteX184" fmla="*/ 3302335 w 7020657"/>
                <a:gd name="connsiteY184" fmla="*/ 2629607 h 3361408"/>
                <a:gd name="connsiteX185" fmla="*/ 3368708 w 7020657"/>
                <a:gd name="connsiteY185" fmla="*/ 3024533 h 3361408"/>
                <a:gd name="connsiteX186" fmla="*/ 3408019 w 7020657"/>
                <a:gd name="connsiteY186" fmla="*/ 3113609 h 3361408"/>
                <a:gd name="connsiteX187" fmla="*/ 3380001 w 7020657"/>
                <a:gd name="connsiteY187" fmla="*/ 3111039 h 3361408"/>
                <a:gd name="connsiteX188" fmla="*/ 3252336 w 7020657"/>
                <a:gd name="connsiteY188" fmla="*/ 3068899 h 3361408"/>
                <a:gd name="connsiteX189" fmla="*/ 3128393 w 7020657"/>
                <a:gd name="connsiteY189" fmla="*/ 3004444 h 3361408"/>
                <a:gd name="connsiteX190" fmla="*/ 3004444 w 7020657"/>
                <a:gd name="connsiteY190" fmla="*/ 2920164 h 3361408"/>
                <a:gd name="connsiteX191" fmla="*/ 2763870 w 7020657"/>
                <a:gd name="connsiteY191" fmla="*/ 2718081 h 3361408"/>
                <a:gd name="connsiteX192" fmla="*/ 2790573 w 7020657"/>
                <a:gd name="connsiteY192" fmla="*/ 2740511 h 3361408"/>
                <a:gd name="connsiteX193" fmla="*/ 2800406 w 7020657"/>
                <a:gd name="connsiteY193" fmla="*/ 2734939 h 3361408"/>
                <a:gd name="connsiteX194" fmla="*/ 3036975 w 7020657"/>
                <a:gd name="connsiteY194" fmla="*/ 1658132 h 3361408"/>
                <a:gd name="connsiteX195" fmla="*/ 2839289 w 7020657"/>
                <a:gd name="connsiteY195" fmla="*/ 1447641 h 3361408"/>
                <a:gd name="connsiteX196" fmla="*/ 2765608 w 7020657"/>
                <a:gd name="connsiteY196" fmla="*/ 1400741 h 3361408"/>
                <a:gd name="connsiteX197" fmla="*/ 2721850 w 7020657"/>
                <a:gd name="connsiteY197" fmla="*/ 1383238 h 3361408"/>
                <a:gd name="connsiteX198" fmla="*/ 2655794 w 7020657"/>
                <a:gd name="connsiteY198" fmla="*/ 1350209 h 3361408"/>
                <a:gd name="connsiteX199" fmla="*/ 2587751 w 7020657"/>
                <a:gd name="connsiteY199" fmla="*/ 1327216 h 3361408"/>
                <a:gd name="connsiteX200" fmla="*/ 2403895 w 7020657"/>
                <a:gd name="connsiteY200" fmla="*/ 1299857 h 3361408"/>
                <a:gd name="connsiteX201" fmla="*/ 2156300 w 7020657"/>
                <a:gd name="connsiteY201" fmla="*/ 1332707 h 3361408"/>
                <a:gd name="connsiteX202" fmla="*/ 2150115 w 7020657"/>
                <a:gd name="connsiteY202" fmla="*/ 1334923 h 3361408"/>
                <a:gd name="connsiteX203" fmla="*/ 1931143 w 7020657"/>
                <a:gd name="connsiteY203" fmla="*/ 1252847 h 3361408"/>
                <a:gd name="connsiteX204" fmla="*/ 1930406 w 7020657"/>
                <a:gd name="connsiteY204" fmla="*/ 1250786 h 3361408"/>
                <a:gd name="connsiteX205" fmla="*/ 1953280 w 7020657"/>
                <a:gd name="connsiteY205" fmla="*/ 970439 h 3361408"/>
                <a:gd name="connsiteX206" fmla="*/ 1957326 w 7020657"/>
                <a:gd name="connsiteY206" fmla="*/ 965501 h 3361408"/>
                <a:gd name="connsiteX207" fmla="*/ 1964098 w 7020657"/>
                <a:gd name="connsiteY207" fmla="*/ 958425 h 3361408"/>
                <a:gd name="connsiteX208" fmla="*/ 1973220 w 7020657"/>
                <a:gd name="connsiteY208" fmla="*/ 948177 h 3361408"/>
                <a:gd name="connsiteX209" fmla="*/ 2020133 w 7020657"/>
                <a:gd name="connsiteY209" fmla="*/ 889810 h 3361408"/>
                <a:gd name="connsiteX210" fmla="*/ 2092204 w 7020657"/>
                <a:gd name="connsiteY210" fmla="*/ 956864 h 3361408"/>
                <a:gd name="connsiteX211" fmla="*/ 2136827 w 7020657"/>
                <a:gd name="connsiteY211" fmla="*/ 996526 h 3361408"/>
                <a:gd name="connsiteX212" fmla="*/ 2201276 w 7020657"/>
                <a:gd name="connsiteY212" fmla="*/ 1051060 h 3361408"/>
                <a:gd name="connsiteX213" fmla="*/ 2206236 w 7020657"/>
                <a:gd name="connsiteY213" fmla="*/ 1056020 h 3361408"/>
                <a:gd name="connsiteX214" fmla="*/ 2270686 w 7020657"/>
                <a:gd name="connsiteY214" fmla="*/ 1105599 h 3361408"/>
                <a:gd name="connsiteX215" fmla="*/ 2280601 w 7020657"/>
                <a:gd name="connsiteY215" fmla="*/ 1110554 h 3361408"/>
                <a:gd name="connsiteX216" fmla="*/ 2340096 w 7020657"/>
                <a:gd name="connsiteY216" fmla="*/ 1155177 h 3361408"/>
                <a:gd name="connsiteX217" fmla="*/ 2354971 w 7020657"/>
                <a:gd name="connsiteY217" fmla="*/ 1165093 h 3361408"/>
                <a:gd name="connsiteX218" fmla="*/ 2414466 w 7020657"/>
                <a:gd name="connsiteY218" fmla="*/ 1204755 h 3361408"/>
                <a:gd name="connsiteX219" fmla="*/ 2434297 w 7020657"/>
                <a:gd name="connsiteY219" fmla="*/ 1219626 h 3361408"/>
                <a:gd name="connsiteX220" fmla="*/ 2488830 w 7020657"/>
                <a:gd name="connsiteY220" fmla="*/ 1254334 h 3361408"/>
                <a:gd name="connsiteX221" fmla="*/ 2518577 w 7020657"/>
                <a:gd name="connsiteY221" fmla="*/ 1274165 h 3361408"/>
                <a:gd name="connsiteX222" fmla="*/ 2563200 w 7020657"/>
                <a:gd name="connsiteY222" fmla="*/ 1298951 h 3361408"/>
                <a:gd name="connsiteX223" fmla="*/ 2607818 w 7020657"/>
                <a:gd name="connsiteY223" fmla="*/ 1323743 h 3361408"/>
                <a:gd name="connsiteX224" fmla="*/ 2642525 w 7020657"/>
                <a:gd name="connsiteY224" fmla="*/ 1343574 h 3361408"/>
                <a:gd name="connsiteX225" fmla="*/ 2721851 w 7020657"/>
                <a:gd name="connsiteY225" fmla="*/ 1383237 h 3361408"/>
                <a:gd name="connsiteX226" fmla="*/ 2796216 w 7020657"/>
                <a:gd name="connsiteY226" fmla="*/ 1412984 h 3361408"/>
                <a:gd name="connsiteX227" fmla="*/ 2825962 w 7020657"/>
                <a:gd name="connsiteY227" fmla="*/ 1427855 h 3361408"/>
                <a:gd name="connsiteX228" fmla="*/ 2865625 w 7020657"/>
                <a:gd name="connsiteY228" fmla="*/ 1442731 h 3361408"/>
                <a:gd name="connsiteX229" fmla="*/ 2969742 w 7020657"/>
                <a:gd name="connsiteY229" fmla="*/ 1477433 h 3361408"/>
                <a:gd name="connsiteX230" fmla="*/ 3515103 w 7020657"/>
                <a:gd name="connsiteY230" fmla="*/ 1546843 h 3361408"/>
                <a:gd name="connsiteX231" fmla="*/ 4268693 w 7020657"/>
                <a:gd name="connsiteY231" fmla="*/ 1403068 h 3361408"/>
                <a:gd name="connsiteX232" fmla="*/ 4273649 w 7020657"/>
                <a:gd name="connsiteY232" fmla="*/ 1403068 h 3361408"/>
                <a:gd name="connsiteX233" fmla="*/ 4308356 w 7020657"/>
                <a:gd name="connsiteY233" fmla="*/ 1388192 h 3361408"/>
                <a:gd name="connsiteX234" fmla="*/ 4937998 w 7020657"/>
                <a:gd name="connsiteY234" fmla="*/ 956864 h 3361408"/>
                <a:gd name="connsiteX235" fmla="*/ 5498235 w 7020657"/>
                <a:gd name="connsiteY235" fmla="*/ 446205 h 3361408"/>
                <a:gd name="connsiteX236" fmla="*/ 5786844 w 7020657"/>
                <a:gd name="connsiteY236" fmla="*/ 176334 h 3361408"/>
                <a:gd name="connsiteX237" fmla="*/ 5498235 w 7020657"/>
                <a:gd name="connsiteY237" fmla="*/ 446205 h 3361408"/>
                <a:gd name="connsiteX238" fmla="*/ 4937999 w 7020657"/>
                <a:gd name="connsiteY238" fmla="*/ 956863 h 3361408"/>
                <a:gd name="connsiteX239" fmla="*/ 4871692 w 7020657"/>
                <a:gd name="connsiteY239" fmla="*/ 1013965 h 3361408"/>
                <a:gd name="connsiteX240" fmla="*/ 4897681 w 7020657"/>
                <a:gd name="connsiteY240" fmla="*/ 1073129 h 3361408"/>
                <a:gd name="connsiteX241" fmla="*/ 4903805 w 7020657"/>
                <a:gd name="connsiteY241" fmla="*/ 1083729 h 3361408"/>
                <a:gd name="connsiteX242" fmla="*/ 4905940 w 7020657"/>
                <a:gd name="connsiteY242" fmla="*/ 1086453 h 3361408"/>
                <a:gd name="connsiteX243" fmla="*/ 4927555 w 7020657"/>
                <a:gd name="connsiteY243" fmla="*/ 1124070 h 3361408"/>
                <a:gd name="connsiteX244" fmla="*/ 4929693 w 7020657"/>
                <a:gd name="connsiteY244" fmla="*/ 1126793 h 3361408"/>
                <a:gd name="connsiteX245" fmla="*/ 4950495 w 7020657"/>
                <a:gd name="connsiteY245" fmla="*/ 1158888 h 3361408"/>
                <a:gd name="connsiteX246" fmla="*/ 4955139 w 7020657"/>
                <a:gd name="connsiteY246" fmla="*/ 1165365 h 3361408"/>
                <a:gd name="connsiteX247" fmla="*/ 4977999 w 7020657"/>
                <a:gd name="connsiteY247" fmla="*/ 1196721 h 3361408"/>
                <a:gd name="connsiteX248" fmla="*/ 4982644 w 7020657"/>
                <a:gd name="connsiteY248" fmla="*/ 1203199 h 3361408"/>
                <a:gd name="connsiteX249" fmla="*/ 5038459 w 7020657"/>
                <a:gd name="connsiteY249" fmla="*/ 1268111 h 3361408"/>
                <a:gd name="connsiteX250" fmla="*/ 5038829 w 7020657"/>
                <a:gd name="connsiteY250" fmla="*/ 1269141 h 3361408"/>
                <a:gd name="connsiteX251" fmla="*/ 5631633 w 7020657"/>
                <a:gd name="connsiteY251" fmla="*/ 1560426 h 3361408"/>
                <a:gd name="connsiteX252" fmla="*/ 6171487 w 7020657"/>
                <a:gd name="connsiteY252" fmla="*/ 1447327 h 3361408"/>
                <a:gd name="connsiteX253" fmla="*/ 6177305 w 7020657"/>
                <a:gd name="connsiteY253" fmla="*/ 1444081 h 3361408"/>
                <a:gd name="connsiteX254" fmla="*/ 6210135 w 7020657"/>
                <a:gd name="connsiteY254" fmla="*/ 1425343 h 3361408"/>
                <a:gd name="connsiteX255" fmla="*/ 6224123 w 7020657"/>
                <a:gd name="connsiteY255" fmla="*/ 1415682 h 3361408"/>
                <a:gd name="connsiteX256" fmla="*/ 6246647 w 7020657"/>
                <a:gd name="connsiteY256" fmla="*/ 1400636 h 3361408"/>
                <a:gd name="connsiteX257" fmla="*/ 6265047 w 7020657"/>
                <a:gd name="connsiteY257" fmla="*/ 1387069 h 3361408"/>
                <a:gd name="connsiteX258" fmla="*/ 6282417 w 7020657"/>
                <a:gd name="connsiteY258" fmla="*/ 1373869 h 3361408"/>
                <a:gd name="connsiteX259" fmla="*/ 6300449 w 7020657"/>
                <a:gd name="connsiteY259" fmla="*/ 1359269 h 3361408"/>
                <a:gd name="connsiteX260" fmla="*/ 6317821 w 7020657"/>
                <a:gd name="connsiteY260" fmla="*/ 1346069 h 3361408"/>
                <a:gd name="connsiteX261" fmla="*/ 6334822 w 7020657"/>
                <a:gd name="connsiteY261" fmla="*/ 1331839 h 3361408"/>
                <a:gd name="connsiteX262" fmla="*/ 6352485 w 7020657"/>
                <a:gd name="connsiteY262" fmla="*/ 1316207 h 3361408"/>
                <a:gd name="connsiteX263" fmla="*/ 6366393 w 7020657"/>
                <a:gd name="connsiteY263" fmla="*/ 1303086 h 3361408"/>
                <a:gd name="connsiteX264" fmla="*/ 6386041 w 7020657"/>
                <a:gd name="connsiteY264" fmla="*/ 1283257 h 3361408"/>
                <a:gd name="connsiteX265" fmla="*/ 6395165 w 7020657"/>
                <a:gd name="connsiteY265" fmla="*/ 1273009 h 3361408"/>
                <a:gd name="connsiteX266" fmla="*/ 6416799 w 7020657"/>
                <a:gd name="connsiteY266" fmla="*/ 1248978 h 3361408"/>
                <a:gd name="connsiteX267" fmla="*/ 6422537 w 7020657"/>
                <a:gd name="connsiteY267" fmla="*/ 1242272 h 3361408"/>
                <a:gd name="connsiteX268" fmla="*/ 6446817 w 7020657"/>
                <a:gd name="connsiteY268" fmla="*/ 1212640 h 3361408"/>
                <a:gd name="connsiteX269" fmla="*/ 6448509 w 7020657"/>
                <a:gd name="connsiteY269" fmla="*/ 1210871 h 3361408"/>
                <a:gd name="connsiteX270" fmla="*/ 6598003 w 7020657"/>
                <a:gd name="connsiteY270" fmla="*/ 939840 h 3361408"/>
                <a:gd name="connsiteX271" fmla="*/ 6599327 w 7020657"/>
                <a:gd name="connsiteY271" fmla="*/ 937038 h 3361408"/>
                <a:gd name="connsiteX272" fmla="*/ 6611299 w 7020657"/>
                <a:gd name="connsiteY272" fmla="*/ 899023 h 3361408"/>
                <a:gd name="connsiteX273" fmla="*/ 6618347 w 7020657"/>
                <a:gd name="connsiteY273" fmla="*/ 873238 h 3361408"/>
                <a:gd name="connsiteX274" fmla="*/ 6622827 w 7020657"/>
                <a:gd name="connsiteY274" fmla="*/ 856514 h 3361408"/>
                <a:gd name="connsiteX275" fmla="*/ 6645363 w 7020657"/>
                <a:gd name="connsiteY275" fmla="*/ 529767 h 3361408"/>
                <a:gd name="connsiteX276" fmla="*/ 6643289 w 7020657"/>
                <a:gd name="connsiteY276" fmla="*/ 514228 h 3361408"/>
                <a:gd name="connsiteX277" fmla="*/ 6639875 w 7020657"/>
                <a:gd name="connsiteY277" fmla="*/ 485210 h 3361408"/>
                <a:gd name="connsiteX278" fmla="*/ 6633139 w 7020657"/>
                <a:gd name="connsiteY278" fmla="*/ 446916 h 3361408"/>
                <a:gd name="connsiteX279" fmla="*/ 6631952 w 7020657"/>
                <a:gd name="connsiteY279" fmla="*/ 440363 h 3361408"/>
                <a:gd name="connsiteX280" fmla="*/ 6618571 w 7020657"/>
                <a:gd name="connsiteY280" fmla="*/ 383514 h 3361408"/>
                <a:gd name="connsiteX281" fmla="*/ 6610663 w 7020657"/>
                <a:gd name="connsiteY281" fmla="*/ 354943 h 3361408"/>
                <a:gd name="connsiteX282" fmla="*/ 6606602 w 7020657"/>
                <a:gd name="connsiteY282" fmla="*/ 343605 h 3361408"/>
                <a:gd name="connsiteX283" fmla="*/ 6433309 w 7020657"/>
                <a:gd name="connsiteY283" fmla="*/ 29424 h 3361408"/>
                <a:gd name="connsiteX284" fmla="*/ 6408385 w 7020657"/>
                <a:gd name="connsiteY284" fmla="*/ 4961 h 3361408"/>
                <a:gd name="connsiteX285" fmla="*/ 6038636 w 7020657"/>
                <a:gd name="connsiteY285" fmla="*/ 4961 h 3361408"/>
                <a:gd name="connsiteX286" fmla="*/ 6008875 w 7020657"/>
                <a:gd name="connsiteY286" fmla="*/ 10912 h 3361408"/>
                <a:gd name="connsiteX287" fmla="*/ 401092 w 7020657"/>
                <a:gd name="connsiteY287" fmla="*/ 0 h 3361408"/>
                <a:gd name="connsiteX288" fmla="*/ 520575 w 7020657"/>
                <a:gd name="connsiteY288" fmla="*/ 0 h 3361408"/>
                <a:gd name="connsiteX289" fmla="*/ 713928 w 7020657"/>
                <a:gd name="connsiteY289" fmla="*/ 0 h 3361408"/>
                <a:gd name="connsiteX290" fmla="*/ 1188718 w 7020657"/>
                <a:gd name="connsiteY290" fmla="*/ 127588 h 3361408"/>
                <a:gd name="connsiteX291" fmla="*/ 1188718 w 7020657"/>
                <a:gd name="connsiteY291" fmla="*/ 127588 h 3361408"/>
                <a:gd name="connsiteX292" fmla="*/ 1050442 w 7020657"/>
                <a:gd name="connsiteY292" fmla="*/ 56397 h 3361408"/>
                <a:gd name="connsiteX293" fmla="*/ 713928 w 7020657"/>
                <a:gd name="connsiteY293" fmla="*/ 0 h 3361408"/>
                <a:gd name="connsiteX294" fmla="*/ 520576 w 7020657"/>
                <a:gd name="connsiteY294" fmla="*/ 0 h 3361408"/>
                <a:gd name="connsiteX295" fmla="*/ 74370 w 7020657"/>
                <a:gd name="connsiteY295" fmla="*/ 0 h 3361408"/>
                <a:gd name="connsiteX296" fmla="*/ 401092 w 7020657"/>
                <a:gd name="connsiteY296" fmla="*/ 0 h 3361408"/>
                <a:gd name="connsiteX297" fmla="*/ 400308 w 7020657"/>
                <a:gd name="connsiteY297" fmla="*/ 1884 h 3361408"/>
                <a:gd name="connsiteX298" fmla="*/ 397662 w 7020657"/>
                <a:gd name="connsiteY298" fmla="*/ 7485 h 3361408"/>
                <a:gd name="connsiteX299" fmla="*/ 339724 w 7020657"/>
                <a:gd name="connsiteY299" fmla="*/ 284107 h 3361408"/>
                <a:gd name="connsiteX300" fmla="*/ 339584 w 7020657"/>
                <a:gd name="connsiteY300" fmla="*/ 293460 h 3361408"/>
                <a:gd name="connsiteX301" fmla="*/ 339523 w 7020657"/>
                <a:gd name="connsiteY301" fmla="*/ 306276 h 3361408"/>
                <a:gd name="connsiteX302" fmla="*/ 338951 w 7020657"/>
                <a:gd name="connsiteY302" fmla="*/ 327416 h 3361408"/>
                <a:gd name="connsiteX303" fmla="*/ 338659 w 7020657"/>
                <a:gd name="connsiteY303" fmla="*/ 329846 h 3361408"/>
                <a:gd name="connsiteX304" fmla="*/ 484946 w 7020657"/>
                <a:gd name="connsiteY304" fmla="*/ 835717 h 3361408"/>
                <a:gd name="connsiteX305" fmla="*/ 523222 w 7020657"/>
                <a:gd name="connsiteY305" fmla="*/ 890627 h 3361408"/>
                <a:gd name="connsiteX306" fmla="*/ 525360 w 7020657"/>
                <a:gd name="connsiteY306" fmla="*/ 893351 h 3361408"/>
                <a:gd name="connsiteX307" fmla="*/ 546745 w 7020657"/>
                <a:gd name="connsiteY307" fmla="*/ 920584 h 3361408"/>
                <a:gd name="connsiteX308" fmla="*/ 548514 w 7020657"/>
                <a:gd name="connsiteY308" fmla="*/ 922276 h 3361408"/>
                <a:gd name="connsiteX309" fmla="*/ 631896 w 7020657"/>
                <a:gd name="connsiteY309" fmla="*/ 1012206 h 3361408"/>
                <a:gd name="connsiteX310" fmla="*/ 670592 w 7020657"/>
                <a:gd name="connsiteY310" fmla="*/ 1289109 h 3361408"/>
                <a:gd name="connsiteX311" fmla="*/ 669269 w 7020657"/>
                <a:gd name="connsiteY311" fmla="*/ 1291909 h 3361408"/>
                <a:gd name="connsiteX312" fmla="*/ 505091 w 7020657"/>
                <a:gd name="connsiteY312" fmla="*/ 1369319 h 3361408"/>
                <a:gd name="connsiteX313" fmla="*/ 502660 w 7020657"/>
                <a:gd name="connsiteY313" fmla="*/ 1369026 h 3361408"/>
                <a:gd name="connsiteX314" fmla="*/ 497429 w 7020657"/>
                <a:gd name="connsiteY314" fmla="*/ 1367411 h 3361408"/>
                <a:gd name="connsiteX315" fmla="*/ 494997 w 7020657"/>
                <a:gd name="connsiteY315" fmla="*/ 1367118 h 3361408"/>
                <a:gd name="connsiteX316" fmla="*/ 492567 w 7020657"/>
                <a:gd name="connsiteY316" fmla="*/ 1366825 h 3361408"/>
                <a:gd name="connsiteX317" fmla="*/ 462659 w 7020657"/>
                <a:gd name="connsiteY317" fmla="*/ 1361255 h 3361408"/>
                <a:gd name="connsiteX318" fmla="*/ 461258 w 7020657"/>
                <a:gd name="connsiteY318" fmla="*/ 1360593 h 3361408"/>
                <a:gd name="connsiteX319" fmla="*/ 432088 w 7020657"/>
                <a:gd name="connsiteY319" fmla="*/ 1357084 h 3361408"/>
                <a:gd name="connsiteX320" fmla="*/ 424795 w 7020657"/>
                <a:gd name="connsiteY320" fmla="*/ 1356207 h 3361408"/>
                <a:gd name="connsiteX321" fmla="*/ 397394 w 7020657"/>
                <a:gd name="connsiteY321" fmla="*/ 1354390 h 3361408"/>
                <a:gd name="connsiteX322" fmla="*/ 390104 w 7020657"/>
                <a:gd name="connsiteY322" fmla="*/ 1353513 h 3361408"/>
                <a:gd name="connsiteX323" fmla="*/ 365502 w 7020657"/>
                <a:gd name="connsiteY323" fmla="*/ 1353020 h 3361408"/>
                <a:gd name="connsiteX324" fmla="*/ 361010 w 7020657"/>
                <a:gd name="connsiteY324" fmla="*/ 1353465 h 3361408"/>
                <a:gd name="connsiteX325" fmla="*/ 258344 w 7020657"/>
                <a:gd name="connsiteY325" fmla="*/ 1362322 h 3361408"/>
                <a:gd name="connsiteX326" fmla="*/ 256281 w 7020657"/>
                <a:gd name="connsiteY326" fmla="*/ 1363060 h 3361408"/>
                <a:gd name="connsiteX327" fmla="*/ 238682 w 7020657"/>
                <a:gd name="connsiteY327" fmla="*/ 1365875 h 3361408"/>
                <a:gd name="connsiteX328" fmla="*/ 232127 w 7020657"/>
                <a:gd name="connsiteY328" fmla="*/ 1367059 h 3361408"/>
                <a:gd name="connsiteX329" fmla="*/ 219019 w 7020657"/>
                <a:gd name="connsiteY329" fmla="*/ 1369429 h 3361408"/>
                <a:gd name="connsiteX330" fmla="*/ 208341 w 7020657"/>
                <a:gd name="connsiteY330" fmla="*/ 1372089 h 3361408"/>
                <a:gd name="connsiteX331" fmla="*/ 199726 w 7020657"/>
                <a:gd name="connsiteY331" fmla="*/ 1374012 h 3361408"/>
                <a:gd name="connsiteX332" fmla="*/ 184925 w 7020657"/>
                <a:gd name="connsiteY332" fmla="*/ 1378149 h 3361408"/>
                <a:gd name="connsiteX333" fmla="*/ 180802 w 7020657"/>
                <a:gd name="connsiteY333" fmla="*/ 1379626 h 3361408"/>
                <a:gd name="connsiteX334" fmla="*/ 161878 w 7020657"/>
                <a:gd name="connsiteY334" fmla="*/ 1385241 h 3361408"/>
                <a:gd name="connsiteX335" fmla="*/ 160847 w 7020657"/>
                <a:gd name="connsiteY335" fmla="*/ 1385611 h 3361408"/>
                <a:gd name="connsiteX336" fmla="*/ 85013 w 7020657"/>
                <a:gd name="connsiteY336" fmla="*/ 1417423 h 3361408"/>
                <a:gd name="connsiteX337" fmla="*/ 81257 w 7020657"/>
                <a:gd name="connsiteY337" fmla="*/ 1419931 h 3361408"/>
                <a:gd name="connsiteX338" fmla="*/ 59687 w 7020657"/>
                <a:gd name="connsiteY338" fmla="*/ 1431145 h 3361408"/>
                <a:gd name="connsiteX339" fmla="*/ 52841 w 7020657"/>
                <a:gd name="connsiteY339" fmla="*/ 1434759 h 3361408"/>
                <a:gd name="connsiteX340" fmla="*/ 28917 w 7020657"/>
                <a:gd name="connsiteY340" fmla="*/ 1449144 h 3361408"/>
                <a:gd name="connsiteX341" fmla="*/ 23101 w 7020657"/>
                <a:gd name="connsiteY341" fmla="*/ 1452390 h 3361408"/>
                <a:gd name="connsiteX342" fmla="*/ 1 w 7020657"/>
                <a:gd name="connsiteY342" fmla="*/ 1468430 h 3361408"/>
                <a:gd name="connsiteX343" fmla="*/ 0 w 7020657"/>
                <a:gd name="connsiteY343" fmla="*/ 2472769 h 3361408"/>
                <a:gd name="connsiteX344" fmla="*/ 9511 w 7020657"/>
                <a:gd name="connsiteY344" fmla="*/ 2479577 h 3361408"/>
                <a:gd name="connsiteX345" fmla="*/ 18651 w 7020657"/>
                <a:gd name="connsiteY345" fmla="*/ 2485608 h 3361408"/>
                <a:gd name="connsiteX346" fmla="*/ 21818 w 7020657"/>
                <a:gd name="connsiteY346" fmla="*/ 2487963 h 3361408"/>
                <a:gd name="connsiteX347" fmla="*/ 30958 w 7020657"/>
                <a:gd name="connsiteY347" fmla="*/ 2493993 h 3361408"/>
                <a:gd name="connsiteX348" fmla="*/ 46064 w 7020657"/>
                <a:gd name="connsiteY348" fmla="*/ 2503703 h 3361408"/>
                <a:gd name="connsiteX349" fmla="*/ 62203 w 7020657"/>
                <a:gd name="connsiteY349" fmla="*/ 2513041 h 3361408"/>
                <a:gd name="connsiteX350" fmla="*/ 69572 w 7020657"/>
                <a:gd name="connsiteY350" fmla="*/ 2517381 h 3361408"/>
                <a:gd name="connsiteX351" fmla="*/ 72372 w 7020657"/>
                <a:gd name="connsiteY351" fmla="*/ 2518705 h 3361408"/>
                <a:gd name="connsiteX352" fmla="*/ 92711 w 7020657"/>
                <a:gd name="connsiteY352" fmla="*/ 2530028 h 3361408"/>
                <a:gd name="connsiteX353" fmla="*/ 99712 w 7020657"/>
                <a:gd name="connsiteY353" fmla="*/ 2533337 h 3361408"/>
                <a:gd name="connsiteX354" fmla="*/ 122111 w 7020657"/>
                <a:gd name="connsiteY354" fmla="*/ 2543923 h 3361408"/>
                <a:gd name="connsiteX355" fmla="*/ 127712 w 7020657"/>
                <a:gd name="connsiteY355" fmla="*/ 2546568 h 3361408"/>
                <a:gd name="connsiteX356" fmla="*/ 150773 w 7020657"/>
                <a:gd name="connsiteY356" fmla="*/ 2555756 h 3361408"/>
                <a:gd name="connsiteX357" fmla="*/ 157404 w 7020657"/>
                <a:gd name="connsiteY357" fmla="*/ 2558032 h 3361408"/>
                <a:gd name="connsiteX358" fmla="*/ 178697 w 7020657"/>
                <a:gd name="connsiteY358" fmla="*/ 2565527 h 3361408"/>
                <a:gd name="connsiteX359" fmla="*/ 186728 w 7020657"/>
                <a:gd name="connsiteY359" fmla="*/ 2568466 h 3361408"/>
                <a:gd name="connsiteX360" fmla="*/ 206252 w 7020657"/>
                <a:gd name="connsiteY360" fmla="*/ 2574267 h 3361408"/>
                <a:gd name="connsiteX361" fmla="*/ 216712 w 7020657"/>
                <a:gd name="connsiteY361" fmla="*/ 2577498 h 3361408"/>
                <a:gd name="connsiteX362" fmla="*/ 233437 w 7020657"/>
                <a:gd name="connsiteY362" fmla="*/ 2581976 h 3361408"/>
                <a:gd name="connsiteX363" fmla="*/ 246328 w 7020657"/>
                <a:gd name="connsiteY363" fmla="*/ 2585500 h 3361408"/>
                <a:gd name="connsiteX364" fmla="*/ 260252 w 7020657"/>
                <a:gd name="connsiteY364" fmla="*/ 2588654 h 3361408"/>
                <a:gd name="connsiteX365" fmla="*/ 276237 w 7020657"/>
                <a:gd name="connsiteY365" fmla="*/ 2591070 h 3361408"/>
                <a:gd name="connsiteX366" fmla="*/ 287361 w 7020657"/>
                <a:gd name="connsiteY366" fmla="*/ 2592901 h 3361408"/>
                <a:gd name="connsiteX367" fmla="*/ 306807 w 7020657"/>
                <a:gd name="connsiteY367" fmla="*/ 2595241 h 3361408"/>
                <a:gd name="connsiteX368" fmla="*/ 316161 w 7020657"/>
                <a:gd name="connsiteY368" fmla="*/ 2595381 h 3361408"/>
                <a:gd name="connsiteX369" fmla="*/ 337669 w 7020657"/>
                <a:gd name="connsiteY369" fmla="*/ 2596981 h 3361408"/>
                <a:gd name="connsiteX370" fmla="*/ 344593 w 7020657"/>
                <a:gd name="connsiteY370" fmla="*/ 2596829 h 3361408"/>
                <a:gd name="connsiteX371" fmla="*/ 367132 w 7020657"/>
                <a:gd name="connsiteY371" fmla="*/ 2598060 h 3361408"/>
                <a:gd name="connsiteX372" fmla="*/ 374056 w 7020657"/>
                <a:gd name="connsiteY372" fmla="*/ 2597907 h 3361408"/>
                <a:gd name="connsiteX373" fmla="*/ 397257 w 7020657"/>
                <a:gd name="connsiteY373" fmla="*/ 2597738 h 3361408"/>
                <a:gd name="connsiteX374" fmla="*/ 404179 w 7020657"/>
                <a:gd name="connsiteY374" fmla="*/ 2597585 h 3361408"/>
                <a:gd name="connsiteX375" fmla="*/ 427011 w 7020657"/>
                <a:gd name="connsiteY375" fmla="*/ 2596386 h 3361408"/>
                <a:gd name="connsiteX376" fmla="*/ 434965 w 7020657"/>
                <a:gd name="connsiteY376" fmla="*/ 2595864 h 3361408"/>
                <a:gd name="connsiteX377" fmla="*/ 456028 w 7020657"/>
                <a:gd name="connsiteY377" fmla="*/ 2592973 h 3361408"/>
                <a:gd name="connsiteX378" fmla="*/ 466044 w 7020657"/>
                <a:gd name="connsiteY378" fmla="*/ 2591710 h 3361408"/>
                <a:gd name="connsiteX379" fmla="*/ 484674 w 7020657"/>
                <a:gd name="connsiteY379" fmla="*/ 2588526 h 3361408"/>
                <a:gd name="connsiteX380" fmla="*/ 497783 w 7020657"/>
                <a:gd name="connsiteY380" fmla="*/ 2586158 h 3361408"/>
                <a:gd name="connsiteX381" fmla="*/ 512953 w 7020657"/>
                <a:gd name="connsiteY381" fmla="*/ 2583051 h 3361408"/>
                <a:gd name="connsiteX382" fmla="*/ 528784 w 7020657"/>
                <a:gd name="connsiteY382" fmla="*/ 2578544 h 3361408"/>
                <a:gd name="connsiteX383" fmla="*/ 540493 w 7020657"/>
                <a:gd name="connsiteY383" fmla="*/ 2575514 h 3361408"/>
                <a:gd name="connsiteX384" fmla="*/ 559416 w 7020657"/>
                <a:gd name="connsiteY384" fmla="*/ 2569900 h 3361408"/>
                <a:gd name="connsiteX385" fmla="*/ 568694 w 7020657"/>
                <a:gd name="connsiteY385" fmla="*/ 2566577 h 3361408"/>
                <a:gd name="connsiteX386" fmla="*/ 589311 w 7020657"/>
                <a:gd name="connsiteY386" fmla="*/ 2559193 h 3361408"/>
                <a:gd name="connsiteX387" fmla="*/ 596526 w 7020657"/>
                <a:gd name="connsiteY387" fmla="*/ 2556609 h 3361408"/>
                <a:gd name="connsiteX388" fmla="*/ 618835 w 7020657"/>
                <a:gd name="connsiteY388" fmla="*/ 2547456 h 3361408"/>
                <a:gd name="connsiteX389" fmla="*/ 623990 w 7020657"/>
                <a:gd name="connsiteY389" fmla="*/ 2545610 h 3361408"/>
                <a:gd name="connsiteX390" fmla="*/ 645927 w 7020657"/>
                <a:gd name="connsiteY390" fmla="*/ 2535425 h 3361408"/>
                <a:gd name="connsiteX391" fmla="*/ 650715 w 7020657"/>
                <a:gd name="connsiteY391" fmla="*/ 2532550 h 3361408"/>
                <a:gd name="connsiteX392" fmla="*/ 671254 w 7020657"/>
                <a:gd name="connsiteY392" fmla="*/ 2521703 h 3361408"/>
                <a:gd name="connsiteX393" fmla="*/ 677070 w 7020657"/>
                <a:gd name="connsiteY393" fmla="*/ 2518458 h 3361408"/>
                <a:gd name="connsiteX394" fmla="*/ 696211 w 7020657"/>
                <a:gd name="connsiteY394" fmla="*/ 2506950 h 3361408"/>
                <a:gd name="connsiteX395" fmla="*/ 702686 w 7020657"/>
                <a:gd name="connsiteY395" fmla="*/ 2502305 h 3361408"/>
                <a:gd name="connsiteX396" fmla="*/ 718734 w 7020657"/>
                <a:gd name="connsiteY396" fmla="*/ 2491905 h 3361408"/>
                <a:gd name="connsiteX397" fmla="*/ 727934 w 7020657"/>
                <a:gd name="connsiteY397" fmla="*/ 2485121 h 3361408"/>
                <a:gd name="connsiteX398" fmla="*/ 741550 w 7020657"/>
                <a:gd name="connsiteY398" fmla="*/ 2474429 h 3361408"/>
                <a:gd name="connsiteX399" fmla="*/ 752444 w 7020657"/>
                <a:gd name="connsiteY399" fmla="*/ 2465875 h 3361408"/>
                <a:gd name="connsiteX400" fmla="*/ 763336 w 7020657"/>
                <a:gd name="connsiteY400" fmla="*/ 2457321 h 3361408"/>
                <a:gd name="connsiteX401" fmla="*/ 776953 w 7020657"/>
                <a:gd name="connsiteY401" fmla="*/ 2446629 h 3361408"/>
                <a:gd name="connsiteX402" fmla="*/ 784754 w 7020657"/>
                <a:gd name="connsiteY402" fmla="*/ 2439184 h 3361408"/>
                <a:gd name="connsiteX403" fmla="*/ 799693 w 7020657"/>
                <a:gd name="connsiteY403" fmla="*/ 2425690 h 3361408"/>
                <a:gd name="connsiteX404" fmla="*/ 805801 w 7020657"/>
                <a:gd name="connsiteY404" fmla="*/ 2420015 h 3361408"/>
                <a:gd name="connsiteX405" fmla="*/ 821034 w 7020657"/>
                <a:gd name="connsiteY405" fmla="*/ 2404092 h 3361408"/>
                <a:gd name="connsiteX406" fmla="*/ 826111 w 7020657"/>
                <a:gd name="connsiteY406" fmla="*/ 2398784 h 3361408"/>
                <a:gd name="connsiteX407" fmla="*/ 841636 w 7020657"/>
                <a:gd name="connsiteY407" fmla="*/ 2380430 h 3361408"/>
                <a:gd name="connsiteX408" fmla="*/ 845683 w 7020657"/>
                <a:gd name="connsiteY408" fmla="*/ 2375492 h 3361408"/>
                <a:gd name="connsiteX409" fmla="*/ 860838 w 7020657"/>
                <a:gd name="connsiteY409" fmla="*/ 2356107 h 3361408"/>
                <a:gd name="connsiteX410" fmla="*/ 865545 w 7020657"/>
                <a:gd name="connsiteY410" fmla="*/ 2349769 h 3361408"/>
                <a:gd name="connsiteX411" fmla="*/ 878639 w 7020657"/>
                <a:gd name="connsiteY411" fmla="*/ 2331123 h 3361408"/>
                <a:gd name="connsiteX412" fmla="*/ 880332 w 7020657"/>
                <a:gd name="connsiteY412" fmla="*/ 2329353 h 3361408"/>
                <a:gd name="connsiteX413" fmla="*/ 885702 w 7020657"/>
                <a:gd name="connsiteY413" fmla="*/ 2321615 h 3361408"/>
                <a:gd name="connsiteX414" fmla="*/ 895410 w 7020657"/>
                <a:gd name="connsiteY414" fmla="*/ 2306507 h 3361408"/>
                <a:gd name="connsiteX415" fmla="*/ 904088 w 7020657"/>
                <a:gd name="connsiteY415" fmla="*/ 2291769 h 3361408"/>
                <a:gd name="connsiteX416" fmla="*/ 909089 w 7020657"/>
                <a:gd name="connsiteY416" fmla="*/ 2283000 h 3361408"/>
                <a:gd name="connsiteX417" fmla="*/ 910413 w 7020657"/>
                <a:gd name="connsiteY417" fmla="*/ 2280199 h 3361408"/>
                <a:gd name="connsiteX418" fmla="*/ 915043 w 7020657"/>
                <a:gd name="connsiteY418" fmla="*/ 2270399 h 3361408"/>
                <a:gd name="connsiteX419" fmla="*/ 922690 w 7020657"/>
                <a:gd name="connsiteY419" fmla="*/ 2256030 h 3361408"/>
                <a:gd name="connsiteX420" fmla="*/ 924451 w 7020657"/>
                <a:gd name="connsiteY420" fmla="*/ 2252307 h 3361408"/>
                <a:gd name="connsiteX421" fmla="*/ 922156 w 7020657"/>
                <a:gd name="connsiteY421" fmla="*/ 2280601 h 3361408"/>
                <a:gd name="connsiteX422" fmla="*/ 922156 w 7020657"/>
                <a:gd name="connsiteY422" fmla="*/ 3257296 h 3361408"/>
                <a:gd name="connsiteX423" fmla="*/ 842831 w 7020657"/>
                <a:gd name="connsiteY423" fmla="*/ 3351492 h 3361408"/>
                <a:gd name="connsiteX424" fmla="*/ 520575 w 7020657"/>
                <a:gd name="connsiteY424" fmla="*/ 3351492 h 3361408"/>
                <a:gd name="connsiteX425" fmla="*/ 352009 w 7020657"/>
                <a:gd name="connsiteY425" fmla="*/ 3331661 h 3361408"/>
                <a:gd name="connsiteX426" fmla="*/ 143780 w 7020657"/>
                <a:gd name="connsiteY426" fmla="*/ 3217634 h 3361408"/>
                <a:gd name="connsiteX427" fmla="*/ 138819 w 7020657"/>
                <a:gd name="connsiteY427" fmla="*/ 3212673 h 3361408"/>
                <a:gd name="connsiteX428" fmla="*/ 109072 w 7020657"/>
                <a:gd name="connsiteY428" fmla="*/ 3177971 h 3361408"/>
                <a:gd name="connsiteX429" fmla="*/ 94202 w 7020657"/>
                <a:gd name="connsiteY429" fmla="*/ 3168055 h 3361408"/>
                <a:gd name="connsiteX430" fmla="*/ 79325 w 7020657"/>
                <a:gd name="connsiteY430" fmla="*/ 3148224 h 3361408"/>
                <a:gd name="connsiteX431" fmla="*/ 69410 w 7020657"/>
                <a:gd name="connsiteY431" fmla="*/ 3128393 h 3361408"/>
                <a:gd name="connsiteX432" fmla="*/ 59494 w 7020657"/>
                <a:gd name="connsiteY432" fmla="*/ 3108561 h 3361408"/>
                <a:gd name="connsiteX433" fmla="*/ 49578 w 7020657"/>
                <a:gd name="connsiteY433" fmla="*/ 3083770 h 3361408"/>
                <a:gd name="connsiteX434" fmla="*/ 44623 w 7020657"/>
                <a:gd name="connsiteY434" fmla="*/ 3068899 h 3361408"/>
                <a:gd name="connsiteX435" fmla="*/ 4961 w 7020657"/>
                <a:gd name="connsiteY435" fmla="*/ 2910248 h 3361408"/>
                <a:gd name="connsiteX436" fmla="*/ 0 w 7020657"/>
                <a:gd name="connsiteY436" fmla="*/ 2835878 h 3361408"/>
                <a:gd name="connsiteX437" fmla="*/ 0 w 7020657"/>
                <a:gd name="connsiteY437" fmla="*/ 1412984 h 3361408"/>
                <a:gd name="connsiteX438" fmla="*/ 0 w 7020657"/>
                <a:gd name="connsiteY438" fmla="*/ 94201 h 3361408"/>
                <a:gd name="connsiteX439" fmla="*/ 14876 w 7020657"/>
                <a:gd name="connsiteY439" fmla="*/ 34707 h 3361408"/>
                <a:gd name="connsiteX440" fmla="*/ 74370 w 7020657"/>
                <a:gd name="connsiteY440" fmla="*/ 0 h 336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</a:cxnLst>
              <a:rect l="l" t="t" r="r" b="b"/>
              <a:pathLst>
                <a:path w="7020657" h="3361408">
                  <a:moveTo>
                    <a:pt x="3648463" y="3109363"/>
                  </a:moveTo>
                  <a:lnTo>
                    <a:pt x="3515103" y="3123432"/>
                  </a:lnTo>
                  <a:lnTo>
                    <a:pt x="3461505" y="3118516"/>
                  </a:lnTo>
                  <a:lnTo>
                    <a:pt x="3515104" y="3123432"/>
                  </a:lnTo>
                  <a:close/>
                  <a:moveTo>
                    <a:pt x="6124147" y="3002705"/>
                  </a:moveTo>
                  <a:lnTo>
                    <a:pt x="6188923" y="3072335"/>
                  </a:lnTo>
                  <a:cubicBezTo>
                    <a:pt x="6379123" y="3253447"/>
                    <a:pt x="6644403" y="3352683"/>
                    <a:pt x="6926203" y="3324010"/>
                  </a:cubicBezTo>
                  <a:lnTo>
                    <a:pt x="7014988" y="3310279"/>
                  </a:lnTo>
                  <a:lnTo>
                    <a:pt x="7001075" y="3338479"/>
                  </a:lnTo>
                  <a:cubicBezTo>
                    <a:pt x="6988061" y="3353972"/>
                    <a:pt x="6968229" y="3361408"/>
                    <a:pt x="6940960" y="3361408"/>
                  </a:cubicBezTo>
                  <a:lnTo>
                    <a:pt x="6618704" y="3361408"/>
                  </a:lnTo>
                  <a:cubicBezTo>
                    <a:pt x="6534418" y="3361408"/>
                    <a:pt x="6460054" y="3346537"/>
                    <a:pt x="6395599" y="3321745"/>
                  </a:cubicBezTo>
                  <a:cubicBezTo>
                    <a:pt x="6341066" y="3301914"/>
                    <a:pt x="6291487" y="3267212"/>
                    <a:pt x="6246864" y="3227549"/>
                  </a:cubicBezTo>
                  <a:cubicBezTo>
                    <a:pt x="6246864" y="3227549"/>
                    <a:pt x="6241909" y="3222589"/>
                    <a:pt x="6241909" y="3222589"/>
                  </a:cubicBezTo>
                  <a:cubicBezTo>
                    <a:pt x="6227033" y="3207718"/>
                    <a:pt x="6217117" y="3197802"/>
                    <a:pt x="6207202" y="3182926"/>
                  </a:cubicBezTo>
                  <a:cubicBezTo>
                    <a:pt x="6207202" y="3182926"/>
                    <a:pt x="6202247" y="3177971"/>
                    <a:pt x="6202247" y="3177971"/>
                  </a:cubicBezTo>
                  <a:cubicBezTo>
                    <a:pt x="6192331" y="3163095"/>
                    <a:pt x="6187370" y="3153179"/>
                    <a:pt x="6177455" y="3138308"/>
                  </a:cubicBezTo>
                  <a:cubicBezTo>
                    <a:pt x="6177455" y="3138308"/>
                    <a:pt x="6177455" y="3133348"/>
                    <a:pt x="6177455" y="3133348"/>
                  </a:cubicBezTo>
                  <a:cubicBezTo>
                    <a:pt x="6167539" y="3118477"/>
                    <a:pt x="6157623" y="3103601"/>
                    <a:pt x="6152668" y="3088730"/>
                  </a:cubicBezTo>
                  <a:cubicBezTo>
                    <a:pt x="6142753" y="3073854"/>
                    <a:pt x="6137792" y="3058983"/>
                    <a:pt x="6132837" y="3039152"/>
                  </a:cubicBezTo>
                  <a:close/>
                  <a:moveTo>
                    <a:pt x="2420514" y="2406699"/>
                  </a:moveTo>
                  <a:lnTo>
                    <a:pt x="2498747" y="2478915"/>
                  </a:lnTo>
                  <a:lnTo>
                    <a:pt x="2718247" y="2677312"/>
                  </a:lnTo>
                  <a:lnTo>
                    <a:pt x="2498746" y="2478915"/>
                  </a:lnTo>
                  <a:close/>
                  <a:moveTo>
                    <a:pt x="6103088" y="2290496"/>
                  </a:moveTo>
                  <a:lnTo>
                    <a:pt x="6103091" y="2290517"/>
                  </a:lnTo>
                  <a:lnTo>
                    <a:pt x="6103091" y="2840839"/>
                  </a:lnTo>
                  <a:lnTo>
                    <a:pt x="6108825" y="2921614"/>
                  </a:lnTo>
                  <a:lnTo>
                    <a:pt x="6103090" y="2840839"/>
                  </a:lnTo>
                  <a:lnTo>
                    <a:pt x="6103090" y="2290517"/>
                  </a:lnTo>
                  <a:close/>
                  <a:moveTo>
                    <a:pt x="6077936" y="2122601"/>
                  </a:moveTo>
                  <a:lnTo>
                    <a:pt x="6084265" y="2137048"/>
                  </a:lnTo>
                  <a:lnTo>
                    <a:pt x="6086340" y="2153961"/>
                  </a:lnTo>
                  <a:close/>
                  <a:moveTo>
                    <a:pt x="5051393" y="2021321"/>
                  </a:moveTo>
                  <a:lnTo>
                    <a:pt x="5027239" y="2037670"/>
                  </a:lnTo>
                  <a:cubicBezTo>
                    <a:pt x="4987576" y="2069895"/>
                    <a:pt x="4946674" y="2102121"/>
                    <a:pt x="4906392" y="2135586"/>
                  </a:cubicBezTo>
                  <a:lnTo>
                    <a:pt x="4877518" y="2161557"/>
                  </a:lnTo>
                  <a:lnTo>
                    <a:pt x="4906392" y="2135586"/>
                  </a:lnTo>
                  <a:cubicBezTo>
                    <a:pt x="4946674" y="2102121"/>
                    <a:pt x="4987576" y="2069895"/>
                    <a:pt x="5027239" y="2037670"/>
                  </a:cubicBezTo>
                  <a:close/>
                  <a:moveTo>
                    <a:pt x="1696129" y="1848090"/>
                  </a:moveTo>
                  <a:lnTo>
                    <a:pt x="1710455" y="1854229"/>
                  </a:lnTo>
                  <a:cubicBezTo>
                    <a:pt x="1725325" y="1859188"/>
                    <a:pt x="1740201" y="1869104"/>
                    <a:pt x="1755072" y="1879020"/>
                  </a:cubicBezTo>
                  <a:cubicBezTo>
                    <a:pt x="1839358" y="1918683"/>
                    <a:pt x="1918683" y="1973216"/>
                    <a:pt x="1998008" y="2032710"/>
                  </a:cubicBezTo>
                  <a:cubicBezTo>
                    <a:pt x="2092205" y="2102120"/>
                    <a:pt x="2176491" y="2176489"/>
                    <a:pt x="2260771" y="2260770"/>
                  </a:cubicBezTo>
                  <a:cubicBezTo>
                    <a:pt x="2260771" y="2260770"/>
                    <a:pt x="2260771" y="2260770"/>
                    <a:pt x="2265731" y="2265730"/>
                  </a:cubicBezTo>
                  <a:lnTo>
                    <a:pt x="2290250" y="2287183"/>
                  </a:lnTo>
                  <a:lnTo>
                    <a:pt x="2265731" y="2265731"/>
                  </a:lnTo>
                  <a:cubicBezTo>
                    <a:pt x="2260770" y="2260770"/>
                    <a:pt x="2260770" y="2260770"/>
                    <a:pt x="2260770" y="2260770"/>
                  </a:cubicBezTo>
                  <a:cubicBezTo>
                    <a:pt x="2176490" y="2176490"/>
                    <a:pt x="2092204" y="2102120"/>
                    <a:pt x="1998008" y="2032710"/>
                  </a:cubicBezTo>
                  <a:cubicBezTo>
                    <a:pt x="1918682" y="1973216"/>
                    <a:pt x="1839357" y="1918683"/>
                    <a:pt x="1755072" y="1879020"/>
                  </a:cubicBezTo>
                  <a:cubicBezTo>
                    <a:pt x="1740201" y="1869104"/>
                    <a:pt x="1725325" y="1859189"/>
                    <a:pt x="1710454" y="1854228"/>
                  </a:cubicBezTo>
                  <a:close/>
                  <a:moveTo>
                    <a:pt x="1636233" y="1215543"/>
                  </a:moveTo>
                  <a:cubicBezTo>
                    <a:pt x="1710633" y="1217627"/>
                    <a:pt x="1782715" y="1255706"/>
                    <a:pt x="1826029" y="1323060"/>
                  </a:cubicBezTo>
                  <a:lnTo>
                    <a:pt x="1826767" y="1325120"/>
                  </a:lnTo>
                  <a:cubicBezTo>
                    <a:pt x="1874487" y="1399912"/>
                    <a:pt x="1864482" y="1495376"/>
                    <a:pt x="1809078" y="1558251"/>
                  </a:cubicBezTo>
                  <a:cubicBezTo>
                    <a:pt x="1807385" y="1560020"/>
                    <a:pt x="1805693" y="1561790"/>
                    <a:pt x="1805031" y="1563190"/>
                  </a:cubicBezTo>
                  <a:cubicBezTo>
                    <a:pt x="1748595" y="1626435"/>
                    <a:pt x="1703068" y="1697405"/>
                    <a:pt x="1670800" y="1772929"/>
                  </a:cubicBezTo>
                  <a:lnTo>
                    <a:pt x="1649589" y="1831521"/>
                  </a:lnTo>
                  <a:lnTo>
                    <a:pt x="1671500" y="1838085"/>
                  </a:lnTo>
                  <a:lnTo>
                    <a:pt x="1541265" y="1799073"/>
                  </a:lnTo>
                  <a:cubicBezTo>
                    <a:pt x="1496026" y="1789776"/>
                    <a:pt x="1450166" y="1784819"/>
                    <a:pt x="1403068" y="1784819"/>
                  </a:cubicBezTo>
                  <a:cubicBezTo>
                    <a:pt x="1259289" y="1784819"/>
                    <a:pt x="1145261" y="1829442"/>
                    <a:pt x="1056020" y="1923638"/>
                  </a:cubicBezTo>
                  <a:cubicBezTo>
                    <a:pt x="1033710" y="1947188"/>
                    <a:pt x="1014188" y="1972288"/>
                    <a:pt x="997456" y="1998936"/>
                  </a:cubicBezTo>
                  <a:lnTo>
                    <a:pt x="983451" y="2027256"/>
                  </a:lnTo>
                  <a:lnTo>
                    <a:pt x="984565" y="2016380"/>
                  </a:lnTo>
                  <a:cubicBezTo>
                    <a:pt x="984196" y="2015349"/>
                    <a:pt x="984858" y="2013948"/>
                    <a:pt x="984488" y="2012918"/>
                  </a:cubicBezTo>
                  <a:cubicBezTo>
                    <a:pt x="985798" y="1993840"/>
                    <a:pt x="985045" y="1975502"/>
                    <a:pt x="984291" y="1957162"/>
                  </a:cubicBezTo>
                  <a:cubicBezTo>
                    <a:pt x="983922" y="1956131"/>
                    <a:pt x="984584" y="1954732"/>
                    <a:pt x="984216" y="1953700"/>
                  </a:cubicBezTo>
                  <a:cubicBezTo>
                    <a:pt x="983324" y="1944715"/>
                    <a:pt x="983462" y="1935362"/>
                    <a:pt x="982570" y="1926376"/>
                  </a:cubicBezTo>
                  <a:cubicBezTo>
                    <a:pt x="982570" y="1926376"/>
                    <a:pt x="982201" y="1925345"/>
                    <a:pt x="982201" y="1925345"/>
                  </a:cubicBezTo>
                  <a:cubicBezTo>
                    <a:pt x="981309" y="1916360"/>
                    <a:pt x="980417" y="1907375"/>
                    <a:pt x="979525" y="1898390"/>
                  </a:cubicBezTo>
                  <a:cubicBezTo>
                    <a:pt x="978788" y="1896329"/>
                    <a:pt x="979449" y="1894929"/>
                    <a:pt x="978710" y="1892867"/>
                  </a:cubicBezTo>
                  <a:cubicBezTo>
                    <a:pt x="977157" y="1885282"/>
                    <a:pt x="977003" y="1878359"/>
                    <a:pt x="975450" y="1870775"/>
                  </a:cubicBezTo>
                  <a:cubicBezTo>
                    <a:pt x="974712" y="1868712"/>
                    <a:pt x="975373" y="1867312"/>
                    <a:pt x="974635" y="1865251"/>
                  </a:cubicBezTo>
                  <a:cubicBezTo>
                    <a:pt x="972712" y="1856635"/>
                    <a:pt x="971158" y="1849050"/>
                    <a:pt x="969235" y="1840435"/>
                  </a:cubicBezTo>
                  <a:cubicBezTo>
                    <a:pt x="968127" y="1837341"/>
                    <a:pt x="968420" y="1834911"/>
                    <a:pt x="967314" y="1831819"/>
                  </a:cubicBezTo>
                  <a:cubicBezTo>
                    <a:pt x="966498" y="1826295"/>
                    <a:pt x="964283" y="1820110"/>
                    <a:pt x="962437" y="1814955"/>
                  </a:cubicBezTo>
                  <a:cubicBezTo>
                    <a:pt x="961330" y="1811863"/>
                    <a:pt x="960222" y="1808772"/>
                    <a:pt x="960145" y="1805309"/>
                  </a:cubicBezTo>
                  <a:cubicBezTo>
                    <a:pt x="957561" y="1798094"/>
                    <a:pt x="956006" y="1790508"/>
                    <a:pt x="953422" y="1783293"/>
                  </a:cubicBezTo>
                  <a:cubicBezTo>
                    <a:pt x="951946" y="1779170"/>
                    <a:pt x="950838" y="1776077"/>
                    <a:pt x="949362" y="1771955"/>
                  </a:cubicBezTo>
                  <a:cubicBezTo>
                    <a:pt x="947885" y="1767831"/>
                    <a:pt x="946408" y="1763707"/>
                    <a:pt x="944931" y="1759584"/>
                  </a:cubicBezTo>
                  <a:cubicBezTo>
                    <a:pt x="943454" y="1755461"/>
                    <a:pt x="941977" y="1751337"/>
                    <a:pt x="940500" y="1747214"/>
                  </a:cubicBezTo>
                  <a:cubicBezTo>
                    <a:pt x="938286" y="1741029"/>
                    <a:pt x="934671" y="1734184"/>
                    <a:pt x="932455" y="1727998"/>
                  </a:cubicBezTo>
                  <a:cubicBezTo>
                    <a:pt x="930978" y="1723875"/>
                    <a:pt x="928102" y="1719089"/>
                    <a:pt x="926626" y="1714967"/>
                  </a:cubicBezTo>
                  <a:cubicBezTo>
                    <a:pt x="925148" y="1710843"/>
                    <a:pt x="923011" y="1708120"/>
                    <a:pt x="921533" y="1703997"/>
                  </a:cubicBezTo>
                  <a:cubicBezTo>
                    <a:pt x="919025" y="1700243"/>
                    <a:pt x="917550" y="1696119"/>
                    <a:pt x="914673" y="1691335"/>
                  </a:cubicBezTo>
                  <a:cubicBezTo>
                    <a:pt x="911797" y="1686550"/>
                    <a:pt x="910319" y="1682426"/>
                    <a:pt x="907442" y="1677641"/>
                  </a:cubicBezTo>
                  <a:cubicBezTo>
                    <a:pt x="904195" y="1671826"/>
                    <a:pt x="901318" y="1667040"/>
                    <a:pt x="898073" y="1661225"/>
                  </a:cubicBezTo>
                  <a:cubicBezTo>
                    <a:pt x="897335" y="1659163"/>
                    <a:pt x="895196" y="1656440"/>
                    <a:pt x="894458" y="1654378"/>
                  </a:cubicBezTo>
                  <a:cubicBezTo>
                    <a:pt x="894089" y="1653348"/>
                    <a:pt x="892689" y="1652685"/>
                    <a:pt x="892319" y="1651655"/>
                  </a:cubicBezTo>
                  <a:cubicBezTo>
                    <a:pt x="887673" y="1645178"/>
                    <a:pt x="883689" y="1637300"/>
                    <a:pt x="879043" y="1630823"/>
                  </a:cubicBezTo>
                  <a:cubicBezTo>
                    <a:pt x="877274" y="1629130"/>
                    <a:pt x="876166" y="1626038"/>
                    <a:pt x="874396" y="1624347"/>
                  </a:cubicBezTo>
                  <a:cubicBezTo>
                    <a:pt x="869752" y="1617868"/>
                    <a:pt x="864736" y="1610360"/>
                    <a:pt x="859059" y="1604251"/>
                  </a:cubicBezTo>
                  <a:cubicBezTo>
                    <a:pt x="857289" y="1602560"/>
                    <a:pt x="856183" y="1599467"/>
                    <a:pt x="854413" y="1597775"/>
                  </a:cubicBezTo>
                  <a:cubicBezTo>
                    <a:pt x="849767" y="1591298"/>
                    <a:pt x="843722" y="1584157"/>
                    <a:pt x="838044" y="1578050"/>
                  </a:cubicBezTo>
                  <a:cubicBezTo>
                    <a:pt x="836276" y="1576357"/>
                    <a:pt x="834507" y="1574665"/>
                    <a:pt x="833767" y="1572603"/>
                  </a:cubicBezTo>
                  <a:cubicBezTo>
                    <a:pt x="827352" y="1564434"/>
                    <a:pt x="820276" y="1557663"/>
                    <a:pt x="813199" y="1550894"/>
                  </a:cubicBezTo>
                  <a:cubicBezTo>
                    <a:pt x="812829" y="1549863"/>
                    <a:pt x="811800" y="1550232"/>
                    <a:pt x="811430" y="1549201"/>
                  </a:cubicBezTo>
                  <a:cubicBezTo>
                    <a:pt x="808260" y="1546847"/>
                    <a:pt x="806122" y="1544125"/>
                    <a:pt x="803614" y="1540370"/>
                  </a:cubicBezTo>
                  <a:cubicBezTo>
                    <a:pt x="759600" y="1492166"/>
                    <a:pt x="749003" y="1420364"/>
                    <a:pt x="781945" y="1359717"/>
                  </a:cubicBezTo>
                  <a:lnTo>
                    <a:pt x="783269" y="1356917"/>
                  </a:lnTo>
                  <a:cubicBezTo>
                    <a:pt x="834890" y="1263993"/>
                    <a:pt x="941281" y="1220073"/>
                    <a:pt x="1040514" y="1243849"/>
                  </a:cubicBezTo>
                  <a:cubicBezTo>
                    <a:pt x="1042944" y="1244142"/>
                    <a:pt x="1044345" y="1244803"/>
                    <a:pt x="1046776" y="1245095"/>
                  </a:cubicBezTo>
                  <a:cubicBezTo>
                    <a:pt x="1048175" y="1245758"/>
                    <a:pt x="1049206" y="1245389"/>
                    <a:pt x="1050606" y="1246050"/>
                  </a:cubicBezTo>
                  <a:cubicBezTo>
                    <a:pt x="1060699" y="1248251"/>
                    <a:pt x="1069761" y="1250819"/>
                    <a:pt x="1079853" y="1253020"/>
                  </a:cubicBezTo>
                  <a:cubicBezTo>
                    <a:pt x="1082283" y="1253313"/>
                    <a:pt x="1083684" y="1253975"/>
                    <a:pt x="1086115" y="1254268"/>
                  </a:cubicBezTo>
                  <a:cubicBezTo>
                    <a:pt x="1097239" y="1256100"/>
                    <a:pt x="1108731" y="1258960"/>
                    <a:pt x="1119855" y="1260792"/>
                  </a:cubicBezTo>
                  <a:cubicBezTo>
                    <a:pt x="1122285" y="1261085"/>
                    <a:pt x="1124716" y="1261378"/>
                    <a:pt x="1127147" y="1261669"/>
                  </a:cubicBezTo>
                  <a:cubicBezTo>
                    <a:pt x="1136869" y="1262838"/>
                    <a:pt x="1145564" y="1264378"/>
                    <a:pt x="1155286" y="1265548"/>
                  </a:cubicBezTo>
                  <a:cubicBezTo>
                    <a:pt x="1157717" y="1265840"/>
                    <a:pt x="1160147" y="1266133"/>
                    <a:pt x="1162578" y="1266425"/>
                  </a:cubicBezTo>
                  <a:cubicBezTo>
                    <a:pt x="1193149" y="1270596"/>
                    <a:pt x="1225043" y="1271968"/>
                    <a:pt x="1255534" y="1272676"/>
                  </a:cubicBezTo>
                  <a:cubicBezTo>
                    <a:pt x="1261427" y="1272892"/>
                    <a:pt x="1266951" y="1272077"/>
                    <a:pt x="1271813" y="1272661"/>
                  </a:cubicBezTo>
                  <a:cubicBezTo>
                    <a:pt x="1271813" y="1272661"/>
                    <a:pt x="1271813" y="1272661"/>
                    <a:pt x="1272844" y="1272292"/>
                  </a:cubicBezTo>
                  <a:cubicBezTo>
                    <a:pt x="1368078" y="1271913"/>
                    <a:pt x="1463005" y="1257687"/>
                    <a:pt x="1555856" y="1227921"/>
                  </a:cubicBezTo>
                  <a:cubicBezTo>
                    <a:pt x="1557916" y="1227182"/>
                    <a:pt x="1559979" y="1226443"/>
                    <a:pt x="1562039" y="1225705"/>
                  </a:cubicBezTo>
                  <a:cubicBezTo>
                    <a:pt x="1586375" y="1218152"/>
                    <a:pt x="1611433" y="1214848"/>
                    <a:pt x="1636233" y="1215543"/>
                  </a:cubicBezTo>
                  <a:close/>
                  <a:moveTo>
                    <a:pt x="1247143" y="176445"/>
                  </a:moveTo>
                  <a:lnTo>
                    <a:pt x="1308867" y="228060"/>
                  </a:lnTo>
                  <a:lnTo>
                    <a:pt x="1308867" y="228061"/>
                  </a:lnTo>
                  <a:close/>
                  <a:moveTo>
                    <a:pt x="5961847" y="21044"/>
                  </a:moveTo>
                  <a:lnTo>
                    <a:pt x="5954357" y="24792"/>
                  </a:lnTo>
                  <a:cubicBezTo>
                    <a:pt x="5944441" y="29750"/>
                    <a:pt x="5933285" y="38426"/>
                    <a:pt x="5920889" y="49580"/>
                  </a:cubicBezTo>
                  <a:lnTo>
                    <a:pt x="5887672" y="81788"/>
                  </a:lnTo>
                  <a:lnTo>
                    <a:pt x="5920889" y="49580"/>
                  </a:lnTo>
                  <a:cubicBezTo>
                    <a:pt x="5933284" y="38425"/>
                    <a:pt x="5944440" y="29750"/>
                    <a:pt x="5954355" y="24792"/>
                  </a:cubicBezTo>
                  <a:close/>
                  <a:moveTo>
                    <a:pt x="6038636" y="4960"/>
                  </a:moveTo>
                  <a:lnTo>
                    <a:pt x="6509632" y="4960"/>
                  </a:lnTo>
                  <a:cubicBezTo>
                    <a:pt x="6519548" y="4960"/>
                    <a:pt x="6529463" y="4960"/>
                    <a:pt x="6539379" y="4960"/>
                  </a:cubicBezTo>
                  <a:cubicBezTo>
                    <a:pt x="6549295" y="4960"/>
                    <a:pt x="6559210" y="4960"/>
                    <a:pt x="6569126" y="4960"/>
                  </a:cubicBezTo>
                  <a:cubicBezTo>
                    <a:pt x="6579042" y="4960"/>
                    <a:pt x="6593912" y="9916"/>
                    <a:pt x="6608789" y="9916"/>
                  </a:cubicBezTo>
                  <a:cubicBezTo>
                    <a:pt x="6613744" y="9916"/>
                    <a:pt x="6618704" y="9916"/>
                    <a:pt x="6623659" y="9916"/>
                  </a:cubicBezTo>
                  <a:cubicBezTo>
                    <a:pt x="6638535" y="14876"/>
                    <a:pt x="6653406" y="14876"/>
                    <a:pt x="6668282" y="19831"/>
                  </a:cubicBezTo>
                  <a:cubicBezTo>
                    <a:pt x="6668282" y="19831"/>
                    <a:pt x="6673238" y="19831"/>
                    <a:pt x="6673238" y="19831"/>
                  </a:cubicBezTo>
                  <a:cubicBezTo>
                    <a:pt x="6693069" y="24792"/>
                    <a:pt x="6707945" y="29747"/>
                    <a:pt x="6722816" y="34707"/>
                  </a:cubicBezTo>
                  <a:cubicBezTo>
                    <a:pt x="6787270" y="54539"/>
                    <a:pt x="6841804" y="89241"/>
                    <a:pt x="6886427" y="133864"/>
                  </a:cubicBezTo>
                  <a:cubicBezTo>
                    <a:pt x="6886427" y="133864"/>
                    <a:pt x="6886427" y="133864"/>
                    <a:pt x="6891382" y="138819"/>
                  </a:cubicBezTo>
                  <a:cubicBezTo>
                    <a:pt x="6980623" y="228060"/>
                    <a:pt x="7025246" y="356964"/>
                    <a:pt x="7020285" y="520575"/>
                  </a:cubicBezTo>
                  <a:lnTo>
                    <a:pt x="7020285" y="1298951"/>
                  </a:lnTo>
                  <a:lnTo>
                    <a:pt x="7020285" y="1484144"/>
                  </a:lnTo>
                  <a:lnTo>
                    <a:pt x="7004863" y="1480480"/>
                  </a:lnTo>
                  <a:cubicBezTo>
                    <a:pt x="6948557" y="1469836"/>
                    <a:pt x="6890637" y="1464333"/>
                    <a:pt x="6831667" y="1464430"/>
                  </a:cubicBezTo>
                  <a:cubicBezTo>
                    <a:pt x="6800217" y="1464481"/>
                    <a:pt x="6768467" y="1466126"/>
                    <a:pt x="6736505" y="1469431"/>
                  </a:cubicBezTo>
                  <a:cubicBezTo>
                    <a:pt x="6414445" y="1502203"/>
                    <a:pt x="6147549" y="1695488"/>
                    <a:pt x="6006963" y="1962167"/>
                  </a:cubicBezTo>
                  <a:lnTo>
                    <a:pt x="6001579" y="1974765"/>
                  </a:lnTo>
                  <a:lnTo>
                    <a:pt x="6016471" y="1993735"/>
                  </a:lnTo>
                  <a:lnTo>
                    <a:pt x="5969226" y="1933553"/>
                  </a:lnTo>
                  <a:cubicBezTo>
                    <a:pt x="5875030" y="1839357"/>
                    <a:pt x="5760997" y="1794734"/>
                    <a:pt x="5622178" y="1794734"/>
                  </a:cubicBezTo>
                  <a:cubicBezTo>
                    <a:pt x="5518066" y="1794734"/>
                    <a:pt x="5413949" y="1819526"/>
                    <a:pt x="5314793" y="1864144"/>
                  </a:cubicBezTo>
                  <a:lnTo>
                    <a:pt x="5194518" y="1928122"/>
                  </a:lnTo>
                  <a:lnTo>
                    <a:pt x="5200293" y="1925050"/>
                  </a:lnTo>
                  <a:lnTo>
                    <a:pt x="5166606" y="1885296"/>
                  </a:lnTo>
                  <a:cubicBezTo>
                    <a:pt x="5128079" y="1846322"/>
                    <a:pt x="5086671" y="1810268"/>
                    <a:pt x="5042817" y="1777127"/>
                  </a:cubicBezTo>
                  <a:cubicBezTo>
                    <a:pt x="5041417" y="1776466"/>
                    <a:pt x="5040019" y="1775804"/>
                    <a:pt x="5039651" y="1774773"/>
                  </a:cubicBezTo>
                  <a:cubicBezTo>
                    <a:pt x="5021003" y="1761680"/>
                    <a:pt x="5001987" y="1747555"/>
                    <a:pt x="4982679" y="1735862"/>
                  </a:cubicBezTo>
                  <a:cubicBezTo>
                    <a:pt x="4979878" y="1734539"/>
                    <a:pt x="4977741" y="1731815"/>
                    <a:pt x="4974941" y="1730492"/>
                  </a:cubicBezTo>
                  <a:cubicBezTo>
                    <a:pt x="4968971" y="1726814"/>
                    <a:pt x="4964401" y="1723799"/>
                    <a:pt x="4958433" y="1720121"/>
                  </a:cubicBezTo>
                  <a:cubicBezTo>
                    <a:pt x="4955265" y="1717767"/>
                    <a:pt x="4952463" y="1716445"/>
                    <a:pt x="4948263" y="1714459"/>
                  </a:cubicBezTo>
                  <a:cubicBezTo>
                    <a:pt x="4942663" y="1711812"/>
                    <a:pt x="4937727" y="1707766"/>
                    <a:pt x="4932125" y="1705119"/>
                  </a:cubicBezTo>
                  <a:cubicBezTo>
                    <a:pt x="4930357" y="1703426"/>
                    <a:pt x="4927924" y="1703136"/>
                    <a:pt x="4926155" y="1701442"/>
                  </a:cubicBezTo>
                  <a:cubicBezTo>
                    <a:pt x="4914587" y="1695118"/>
                    <a:pt x="4902649" y="1687764"/>
                    <a:pt x="4890049" y="1681810"/>
                  </a:cubicBezTo>
                  <a:cubicBezTo>
                    <a:pt x="4887246" y="1680486"/>
                    <a:pt x="4885849" y="1679825"/>
                    <a:pt x="4883049" y="1678501"/>
                  </a:cubicBezTo>
                  <a:cubicBezTo>
                    <a:pt x="4876049" y="1675193"/>
                    <a:pt x="4870078" y="1671515"/>
                    <a:pt x="4863447" y="1669238"/>
                  </a:cubicBezTo>
                  <a:cubicBezTo>
                    <a:pt x="4862047" y="1668576"/>
                    <a:pt x="4859249" y="1667253"/>
                    <a:pt x="4857847" y="1666592"/>
                  </a:cubicBezTo>
                  <a:cubicBezTo>
                    <a:pt x="4699276" y="1590796"/>
                    <a:pt x="4521813" y="1553171"/>
                    <a:pt x="4335698" y="1562839"/>
                  </a:cubicBezTo>
                  <a:cubicBezTo>
                    <a:pt x="4333268" y="1562546"/>
                    <a:pt x="4329805" y="1562624"/>
                    <a:pt x="4327744" y="1563362"/>
                  </a:cubicBezTo>
                  <a:cubicBezTo>
                    <a:pt x="4321852" y="1563146"/>
                    <a:pt x="4315297" y="1564330"/>
                    <a:pt x="4309773" y="1565145"/>
                  </a:cubicBezTo>
                  <a:cubicBezTo>
                    <a:pt x="4301820" y="1565668"/>
                    <a:pt x="4293865" y="1566190"/>
                    <a:pt x="4287311" y="1567376"/>
                  </a:cubicBezTo>
                  <a:cubicBezTo>
                    <a:pt x="4285249" y="1568115"/>
                    <a:pt x="4282819" y="1567821"/>
                    <a:pt x="4280387" y="1567529"/>
                  </a:cubicBezTo>
                  <a:cubicBezTo>
                    <a:pt x="4279356" y="1567898"/>
                    <a:pt x="4279356" y="1567898"/>
                    <a:pt x="4278326" y="1568267"/>
                  </a:cubicBezTo>
                  <a:cubicBezTo>
                    <a:pt x="4270372" y="1568791"/>
                    <a:pt x="4262788" y="1570344"/>
                    <a:pt x="4254834" y="1570865"/>
                  </a:cubicBezTo>
                  <a:cubicBezTo>
                    <a:pt x="4253803" y="1571235"/>
                    <a:pt x="4252771" y="1571604"/>
                    <a:pt x="4252403" y="1570573"/>
                  </a:cubicBezTo>
                  <a:cubicBezTo>
                    <a:pt x="4206816" y="1576434"/>
                    <a:pt x="4162336" y="1585385"/>
                    <a:pt x="4117566" y="1596768"/>
                  </a:cubicBezTo>
                  <a:cubicBezTo>
                    <a:pt x="3927141" y="1646360"/>
                    <a:pt x="3757901" y="1745355"/>
                    <a:pt x="3624044" y="1878199"/>
                  </a:cubicBezTo>
                  <a:cubicBezTo>
                    <a:pt x="3623013" y="1878569"/>
                    <a:pt x="3622352" y="1879967"/>
                    <a:pt x="3621321" y="1880337"/>
                  </a:cubicBezTo>
                  <a:cubicBezTo>
                    <a:pt x="3616904" y="1884246"/>
                    <a:pt x="3612857" y="1889183"/>
                    <a:pt x="3608442" y="1893092"/>
                  </a:cubicBezTo>
                  <a:cubicBezTo>
                    <a:pt x="3605718" y="1895228"/>
                    <a:pt x="3604396" y="1898029"/>
                    <a:pt x="3601673" y="1900168"/>
                  </a:cubicBezTo>
                  <a:cubicBezTo>
                    <a:pt x="3599318" y="1903336"/>
                    <a:pt x="3595564" y="1905844"/>
                    <a:pt x="3593210" y="1909013"/>
                  </a:cubicBezTo>
                  <a:cubicBezTo>
                    <a:pt x="3589825" y="1912552"/>
                    <a:pt x="3585409" y="1916461"/>
                    <a:pt x="3582394" y="1921029"/>
                  </a:cubicBezTo>
                  <a:cubicBezTo>
                    <a:pt x="3580701" y="1922798"/>
                    <a:pt x="3580041" y="1924198"/>
                    <a:pt x="3578347" y="1925967"/>
                  </a:cubicBezTo>
                  <a:cubicBezTo>
                    <a:pt x="3464814" y="2053858"/>
                    <a:pt x="3380249" y="2207428"/>
                    <a:pt x="3336286" y="2380185"/>
                  </a:cubicBezTo>
                  <a:cubicBezTo>
                    <a:pt x="3321020" y="2441479"/>
                    <a:pt x="3309957" y="2504758"/>
                    <a:pt x="3305522" y="2570313"/>
                  </a:cubicBezTo>
                  <a:cubicBezTo>
                    <a:pt x="3305522" y="2570313"/>
                    <a:pt x="3305890" y="2571345"/>
                    <a:pt x="3305890" y="2571345"/>
                  </a:cubicBezTo>
                  <a:cubicBezTo>
                    <a:pt x="3304721" y="2581067"/>
                    <a:pt x="3304951" y="2591453"/>
                    <a:pt x="3303782" y="2601175"/>
                  </a:cubicBezTo>
                  <a:cubicBezTo>
                    <a:pt x="3303197" y="2606036"/>
                    <a:pt x="3303642" y="2610530"/>
                    <a:pt x="3303058" y="2615392"/>
                  </a:cubicBezTo>
                  <a:cubicBezTo>
                    <a:pt x="3302472" y="2620254"/>
                    <a:pt x="3302919" y="2624746"/>
                    <a:pt x="3302335" y="2629607"/>
                  </a:cubicBezTo>
                  <a:cubicBezTo>
                    <a:pt x="3299419" y="2767600"/>
                    <a:pt x="3323100" y="2901302"/>
                    <a:pt x="3368708" y="3024533"/>
                  </a:cubicBezTo>
                  <a:lnTo>
                    <a:pt x="3408019" y="3113609"/>
                  </a:lnTo>
                  <a:lnTo>
                    <a:pt x="3380001" y="3111039"/>
                  </a:lnTo>
                  <a:cubicBezTo>
                    <a:pt x="3336620" y="3102363"/>
                    <a:pt x="3294479" y="3088730"/>
                    <a:pt x="3252336" y="3068899"/>
                  </a:cubicBezTo>
                  <a:cubicBezTo>
                    <a:pt x="3212673" y="3054023"/>
                    <a:pt x="3168055" y="3029236"/>
                    <a:pt x="3128393" y="3004444"/>
                  </a:cubicBezTo>
                  <a:cubicBezTo>
                    <a:pt x="3088730" y="2979658"/>
                    <a:pt x="3044107" y="2949911"/>
                    <a:pt x="3004444" y="2920164"/>
                  </a:cubicBezTo>
                  <a:lnTo>
                    <a:pt x="2763870" y="2718081"/>
                  </a:lnTo>
                  <a:lnTo>
                    <a:pt x="2790573" y="2740511"/>
                  </a:lnTo>
                  <a:lnTo>
                    <a:pt x="2800406" y="2734939"/>
                  </a:lnTo>
                  <a:cubicBezTo>
                    <a:pt x="3161613" y="2499733"/>
                    <a:pt x="3266656" y="2020154"/>
                    <a:pt x="3036975" y="1658132"/>
                  </a:cubicBezTo>
                  <a:cubicBezTo>
                    <a:pt x="2983150" y="1573607"/>
                    <a:pt x="2915707" y="1503118"/>
                    <a:pt x="2839289" y="1447641"/>
                  </a:cubicBezTo>
                  <a:lnTo>
                    <a:pt x="2765608" y="1400741"/>
                  </a:lnTo>
                  <a:lnTo>
                    <a:pt x="2721850" y="1383238"/>
                  </a:lnTo>
                  <a:lnTo>
                    <a:pt x="2655794" y="1350209"/>
                  </a:lnTo>
                  <a:lnTo>
                    <a:pt x="2587751" y="1327216"/>
                  </a:lnTo>
                  <a:cubicBezTo>
                    <a:pt x="2527933" y="1310896"/>
                    <a:pt x="2466189" y="1301679"/>
                    <a:pt x="2403895" y="1299857"/>
                  </a:cubicBezTo>
                  <a:cubicBezTo>
                    <a:pt x="2321769" y="1297868"/>
                    <a:pt x="2238181" y="1308033"/>
                    <a:pt x="2156300" y="1332707"/>
                  </a:cubicBezTo>
                  <a:cubicBezTo>
                    <a:pt x="2154238" y="1333446"/>
                    <a:pt x="2152178" y="1334183"/>
                    <a:pt x="2150115" y="1334923"/>
                  </a:cubicBezTo>
                  <a:cubicBezTo>
                    <a:pt x="2069266" y="1359227"/>
                    <a:pt x="1978864" y="1327637"/>
                    <a:pt x="1931143" y="1252847"/>
                  </a:cubicBezTo>
                  <a:lnTo>
                    <a:pt x="1930406" y="1250786"/>
                  </a:lnTo>
                  <a:cubicBezTo>
                    <a:pt x="1872653" y="1160980"/>
                    <a:pt x="1884997" y="1046069"/>
                    <a:pt x="1953280" y="970439"/>
                  </a:cubicBezTo>
                  <a:cubicBezTo>
                    <a:pt x="1954974" y="968671"/>
                    <a:pt x="1955634" y="967270"/>
                    <a:pt x="1957326" y="965501"/>
                  </a:cubicBezTo>
                  <a:cubicBezTo>
                    <a:pt x="1960050" y="963362"/>
                    <a:pt x="1961374" y="960563"/>
                    <a:pt x="1964098" y="958425"/>
                  </a:cubicBezTo>
                  <a:cubicBezTo>
                    <a:pt x="1967480" y="954886"/>
                    <a:pt x="1969836" y="951717"/>
                    <a:pt x="1973220" y="948177"/>
                  </a:cubicBezTo>
                  <a:lnTo>
                    <a:pt x="2020133" y="889810"/>
                  </a:lnTo>
                  <a:lnTo>
                    <a:pt x="2092204" y="956864"/>
                  </a:lnTo>
                  <a:cubicBezTo>
                    <a:pt x="2107080" y="966779"/>
                    <a:pt x="2121951" y="981650"/>
                    <a:pt x="2136827" y="996526"/>
                  </a:cubicBezTo>
                  <a:cubicBezTo>
                    <a:pt x="2156658" y="1011397"/>
                    <a:pt x="2181445" y="1031229"/>
                    <a:pt x="2201276" y="1051060"/>
                  </a:cubicBezTo>
                  <a:cubicBezTo>
                    <a:pt x="2201276" y="1056020"/>
                    <a:pt x="2206236" y="1056020"/>
                    <a:pt x="2206236" y="1056020"/>
                  </a:cubicBezTo>
                  <a:cubicBezTo>
                    <a:pt x="2226068" y="1070891"/>
                    <a:pt x="2250854" y="1090723"/>
                    <a:pt x="2270686" y="1105599"/>
                  </a:cubicBezTo>
                  <a:cubicBezTo>
                    <a:pt x="2275646" y="1105599"/>
                    <a:pt x="2275646" y="1110554"/>
                    <a:pt x="2280601" y="1110554"/>
                  </a:cubicBezTo>
                  <a:cubicBezTo>
                    <a:pt x="2300433" y="1125430"/>
                    <a:pt x="2320264" y="1140301"/>
                    <a:pt x="2340096" y="1155177"/>
                  </a:cubicBezTo>
                  <a:cubicBezTo>
                    <a:pt x="2345056" y="1160132"/>
                    <a:pt x="2350011" y="1160132"/>
                    <a:pt x="2354971" y="1165093"/>
                  </a:cubicBezTo>
                  <a:cubicBezTo>
                    <a:pt x="2374803" y="1179963"/>
                    <a:pt x="2394634" y="1189879"/>
                    <a:pt x="2414466" y="1204755"/>
                  </a:cubicBezTo>
                  <a:cubicBezTo>
                    <a:pt x="2419421" y="1209710"/>
                    <a:pt x="2429336" y="1214671"/>
                    <a:pt x="2434297" y="1219626"/>
                  </a:cubicBezTo>
                  <a:cubicBezTo>
                    <a:pt x="2454128" y="1234502"/>
                    <a:pt x="2468999" y="1244418"/>
                    <a:pt x="2488830" y="1254334"/>
                  </a:cubicBezTo>
                  <a:cubicBezTo>
                    <a:pt x="2498746" y="1264249"/>
                    <a:pt x="2508662" y="1269204"/>
                    <a:pt x="2518577" y="1274165"/>
                  </a:cubicBezTo>
                  <a:cubicBezTo>
                    <a:pt x="2533453" y="1279120"/>
                    <a:pt x="2548324" y="1289036"/>
                    <a:pt x="2563200" y="1298951"/>
                  </a:cubicBezTo>
                  <a:cubicBezTo>
                    <a:pt x="2578071" y="1308867"/>
                    <a:pt x="2592947" y="1313827"/>
                    <a:pt x="2607818" y="1323743"/>
                  </a:cubicBezTo>
                  <a:cubicBezTo>
                    <a:pt x="2617734" y="1328698"/>
                    <a:pt x="2632610" y="1338614"/>
                    <a:pt x="2642525" y="1343574"/>
                  </a:cubicBezTo>
                  <a:cubicBezTo>
                    <a:pt x="2667312" y="1358445"/>
                    <a:pt x="2697059" y="1368361"/>
                    <a:pt x="2721851" y="1383237"/>
                  </a:cubicBezTo>
                  <a:cubicBezTo>
                    <a:pt x="2746637" y="1393153"/>
                    <a:pt x="2771429" y="1403068"/>
                    <a:pt x="2796216" y="1412984"/>
                  </a:cubicBezTo>
                  <a:cubicBezTo>
                    <a:pt x="2806131" y="1417939"/>
                    <a:pt x="2816047" y="1422900"/>
                    <a:pt x="2825962" y="1427855"/>
                  </a:cubicBezTo>
                  <a:cubicBezTo>
                    <a:pt x="2840839" y="1432815"/>
                    <a:pt x="2850754" y="1437771"/>
                    <a:pt x="2865625" y="1442731"/>
                  </a:cubicBezTo>
                  <a:cubicBezTo>
                    <a:pt x="2900333" y="1457602"/>
                    <a:pt x="2935035" y="1467518"/>
                    <a:pt x="2969742" y="1477433"/>
                  </a:cubicBezTo>
                  <a:cubicBezTo>
                    <a:pt x="3133348" y="1522056"/>
                    <a:pt x="3316790" y="1546843"/>
                    <a:pt x="3515103" y="1546843"/>
                  </a:cubicBezTo>
                  <a:cubicBezTo>
                    <a:pt x="3797697" y="1546843"/>
                    <a:pt x="4050549" y="1497265"/>
                    <a:pt x="4268693" y="1403068"/>
                  </a:cubicBezTo>
                  <a:cubicBezTo>
                    <a:pt x="4273649" y="1403068"/>
                    <a:pt x="4273649" y="1403068"/>
                    <a:pt x="4273649" y="1403068"/>
                  </a:cubicBezTo>
                  <a:cubicBezTo>
                    <a:pt x="4283564" y="1398108"/>
                    <a:pt x="4298440" y="1393153"/>
                    <a:pt x="4308356" y="1388192"/>
                  </a:cubicBezTo>
                  <a:cubicBezTo>
                    <a:pt x="4536416" y="1279120"/>
                    <a:pt x="4744645" y="1135346"/>
                    <a:pt x="4937998" y="956864"/>
                  </a:cubicBezTo>
                  <a:lnTo>
                    <a:pt x="5498235" y="446205"/>
                  </a:lnTo>
                  <a:lnTo>
                    <a:pt x="5786844" y="176334"/>
                  </a:lnTo>
                  <a:lnTo>
                    <a:pt x="5498235" y="446205"/>
                  </a:lnTo>
                  <a:lnTo>
                    <a:pt x="4937999" y="956863"/>
                  </a:lnTo>
                  <a:lnTo>
                    <a:pt x="4871692" y="1013965"/>
                  </a:lnTo>
                  <a:lnTo>
                    <a:pt x="4897681" y="1073129"/>
                  </a:lnTo>
                  <a:cubicBezTo>
                    <a:pt x="4900188" y="1076882"/>
                    <a:pt x="4901295" y="1079974"/>
                    <a:pt x="4903805" y="1083729"/>
                  </a:cubicBezTo>
                  <a:cubicBezTo>
                    <a:pt x="4904171" y="1084760"/>
                    <a:pt x="4904541" y="1085791"/>
                    <a:pt x="4905940" y="1086453"/>
                  </a:cubicBezTo>
                  <a:cubicBezTo>
                    <a:pt x="4912801" y="1099115"/>
                    <a:pt x="4920692" y="1111408"/>
                    <a:pt x="4927555" y="1124070"/>
                  </a:cubicBezTo>
                  <a:cubicBezTo>
                    <a:pt x="4927925" y="1125101"/>
                    <a:pt x="4928293" y="1126132"/>
                    <a:pt x="4929693" y="1126793"/>
                  </a:cubicBezTo>
                  <a:cubicBezTo>
                    <a:pt x="4935815" y="1137394"/>
                    <a:pt x="4943341" y="1148655"/>
                    <a:pt x="4950495" y="1158888"/>
                  </a:cubicBezTo>
                  <a:cubicBezTo>
                    <a:pt x="4952263" y="1160580"/>
                    <a:pt x="4953371" y="1163674"/>
                    <a:pt x="4955139" y="1165365"/>
                  </a:cubicBezTo>
                  <a:cubicBezTo>
                    <a:pt x="4962661" y="1176627"/>
                    <a:pt x="4970845" y="1186490"/>
                    <a:pt x="4977999" y="1196721"/>
                  </a:cubicBezTo>
                  <a:cubicBezTo>
                    <a:pt x="4979769" y="1198414"/>
                    <a:pt x="4981909" y="1201137"/>
                    <a:pt x="4982644" y="1203199"/>
                  </a:cubicBezTo>
                  <a:cubicBezTo>
                    <a:pt x="5000121" y="1226015"/>
                    <a:pt x="5018259" y="1247433"/>
                    <a:pt x="5038459" y="1268111"/>
                  </a:cubicBezTo>
                  <a:cubicBezTo>
                    <a:pt x="5038459" y="1268111"/>
                    <a:pt x="5038459" y="1268111"/>
                    <a:pt x="5038829" y="1269141"/>
                  </a:cubicBezTo>
                  <a:cubicBezTo>
                    <a:pt x="5189225" y="1429278"/>
                    <a:pt x="5395627" y="1537953"/>
                    <a:pt x="5631633" y="1560426"/>
                  </a:cubicBezTo>
                  <a:cubicBezTo>
                    <a:pt x="5826685" y="1578960"/>
                    <a:pt x="6012403" y="1535707"/>
                    <a:pt x="6171487" y="1447327"/>
                  </a:cubicBezTo>
                  <a:cubicBezTo>
                    <a:pt x="6173549" y="1446588"/>
                    <a:pt x="6175245" y="1444819"/>
                    <a:pt x="6177305" y="1444081"/>
                  </a:cubicBezTo>
                  <a:cubicBezTo>
                    <a:pt x="6187905" y="1437957"/>
                    <a:pt x="6199537" y="1431466"/>
                    <a:pt x="6210135" y="1425343"/>
                  </a:cubicBezTo>
                  <a:cubicBezTo>
                    <a:pt x="6214921" y="1422467"/>
                    <a:pt x="6219707" y="1419590"/>
                    <a:pt x="6224123" y="1415682"/>
                  </a:cubicBezTo>
                  <a:cubicBezTo>
                    <a:pt x="6231629" y="1410667"/>
                    <a:pt x="6239139" y="1405651"/>
                    <a:pt x="6246647" y="1400636"/>
                  </a:cubicBezTo>
                  <a:cubicBezTo>
                    <a:pt x="6253123" y="1395991"/>
                    <a:pt x="6258571" y="1391713"/>
                    <a:pt x="6265047" y="1387069"/>
                  </a:cubicBezTo>
                  <a:cubicBezTo>
                    <a:pt x="6270495" y="1382791"/>
                    <a:pt x="6276971" y="1378145"/>
                    <a:pt x="6282417" y="1373869"/>
                  </a:cubicBezTo>
                  <a:cubicBezTo>
                    <a:pt x="6288895" y="1369222"/>
                    <a:pt x="6295003" y="1363545"/>
                    <a:pt x="6300449" y="1359269"/>
                  </a:cubicBezTo>
                  <a:cubicBezTo>
                    <a:pt x="6305897" y="1354992"/>
                    <a:pt x="6311343" y="1350715"/>
                    <a:pt x="6317821" y="1346069"/>
                  </a:cubicBezTo>
                  <a:cubicBezTo>
                    <a:pt x="6323267" y="1341793"/>
                    <a:pt x="6329375" y="1336115"/>
                    <a:pt x="6334822" y="1331839"/>
                  </a:cubicBezTo>
                  <a:cubicBezTo>
                    <a:pt x="6340929" y="1326162"/>
                    <a:pt x="6346377" y="1321886"/>
                    <a:pt x="6352485" y="1316207"/>
                  </a:cubicBezTo>
                  <a:cubicBezTo>
                    <a:pt x="6356900" y="1312301"/>
                    <a:pt x="6360947" y="1307362"/>
                    <a:pt x="6366393" y="1303086"/>
                  </a:cubicBezTo>
                  <a:cubicBezTo>
                    <a:pt x="6373532" y="1297039"/>
                    <a:pt x="6379271" y="1290333"/>
                    <a:pt x="6386041" y="1283257"/>
                  </a:cubicBezTo>
                  <a:cubicBezTo>
                    <a:pt x="6389424" y="1279717"/>
                    <a:pt x="6392811" y="1276179"/>
                    <a:pt x="6395165" y="1273009"/>
                  </a:cubicBezTo>
                  <a:cubicBezTo>
                    <a:pt x="6402969" y="1265563"/>
                    <a:pt x="6410397" y="1257086"/>
                    <a:pt x="6416799" y="1248978"/>
                  </a:cubicBezTo>
                  <a:cubicBezTo>
                    <a:pt x="6418490" y="1247209"/>
                    <a:pt x="6420183" y="1245440"/>
                    <a:pt x="6422537" y="1242272"/>
                  </a:cubicBezTo>
                  <a:cubicBezTo>
                    <a:pt x="6430629" y="1232394"/>
                    <a:pt x="6438723" y="1222517"/>
                    <a:pt x="6446817" y="1212640"/>
                  </a:cubicBezTo>
                  <a:cubicBezTo>
                    <a:pt x="6447847" y="1212271"/>
                    <a:pt x="6447477" y="1211240"/>
                    <a:pt x="6448509" y="1210871"/>
                  </a:cubicBezTo>
                  <a:cubicBezTo>
                    <a:pt x="6512885" y="1130825"/>
                    <a:pt x="6563845" y="1039303"/>
                    <a:pt x="6598003" y="939840"/>
                  </a:cubicBezTo>
                  <a:cubicBezTo>
                    <a:pt x="6598665" y="938440"/>
                    <a:pt x="6598297" y="937408"/>
                    <a:pt x="6599327" y="937038"/>
                  </a:cubicBezTo>
                  <a:cubicBezTo>
                    <a:pt x="6604250" y="924808"/>
                    <a:pt x="6607775" y="911916"/>
                    <a:pt x="6611299" y="899023"/>
                  </a:cubicBezTo>
                  <a:cubicBezTo>
                    <a:pt x="6614236" y="890993"/>
                    <a:pt x="6615777" y="882300"/>
                    <a:pt x="6618347" y="873238"/>
                  </a:cubicBezTo>
                  <a:cubicBezTo>
                    <a:pt x="6619963" y="868007"/>
                    <a:pt x="6621577" y="862776"/>
                    <a:pt x="6622827" y="856514"/>
                  </a:cubicBezTo>
                  <a:cubicBezTo>
                    <a:pt x="6649245" y="751682"/>
                    <a:pt x="6657543" y="641709"/>
                    <a:pt x="6645363" y="529767"/>
                  </a:cubicBezTo>
                  <a:cubicBezTo>
                    <a:pt x="6644549" y="524242"/>
                    <a:pt x="6644103" y="519750"/>
                    <a:pt x="6643289" y="514228"/>
                  </a:cubicBezTo>
                  <a:cubicBezTo>
                    <a:pt x="6642027" y="504212"/>
                    <a:pt x="6641134" y="495227"/>
                    <a:pt x="6639875" y="485210"/>
                  </a:cubicBezTo>
                  <a:cubicBezTo>
                    <a:pt x="6637507" y="472103"/>
                    <a:pt x="6635505" y="460025"/>
                    <a:pt x="6633139" y="446916"/>
                  </a:cubicBezTo>
                  <a:cubicBezTo>
                    <a:pt x="6632398" y="444855"/>
                    <a:pt x="6632691" y="442424"/>
                    <a:pt x="6631952" y="440363"/>
                  </a:cubicBezTo>
                  <a:cubicBezTo>
                    <a:pt x="6627371" y="421070"/>
                    <a:pt x="6623155" y="402808"/>
                    <a:pt x="6618571" y="383514"/>
                  </a:cubicBezTo>
                  <a:cubicBezTo>
                    <a:pt x="6616279" y="373868"/>
                    <a:pt x="6612955" y="364590"/>
                    <a:pt x="6610663" y="354943"/>
                  </a:cubicBezTo>
                  <a:cubicBezTo>
                    <a:pt x="6609186" y="350820"/>
                    <a:pt x="6608079" y="347728"/>
                    <a:pt x="6606602" y="343605"/>
                  </a:cubicBezTo>
                  <a:cubicBezTo>
                    <a:pt x="6568825" y="225130"/>
                    <a:pt x="6509163" y="119434"/>
                    <a:pt x="6433309" y="29424"/>
                  </a:cubicBezTo>
                  <a:lnTo>
                    <a:pt x="6408385" y="4961"/>
                  </a:lnTo>
                  <a:lnTo>
                    <a:pt x="6038636" y="4961"/>
                  </a:lnTo>
                  <a:lnTo>
                    <a:pt x="6008875" y="10912"/>
                  </a:lnTo>
                  <a:close/>
                  <a:moveTo>
                    <a:pt x="401092" y="0"/>
                  </a:moveTo>
                  <a:lnTo>
                    <a:pt x="520575" y="0"/>
                  </a:lnTo>
                  <a:lnTo>
                    <a:pt x="713928" y="0"/>
                  </a:lnTo>
                  <a:cubicBezTo>
                    <a:pt x="903566" y="0"/>
                    <a:pt x="1059737" y="41833"/>
                    <a:pt x="1188718" y="127588"/>
                  </a:cubicBezTo>
                  <a:lnTo>
                    <a:pt x="1188718" y="127588"/>
                  </a:lnTo>
                  <a:lnTo>
                    <a:pt x="1050442" y="56397"/>
                  </a:lnTo>
                  <a:cubicBezTo>
                    <a:pt x="951905" y="18593"/>
                    <a:pt x="840354" y="1"/>
                    <a:pt x="713928" y="0"/>
                  </a:cubicBezTo>
                  <a:lnTo>
                    <a:pt x="520576" y="0"/>
                  </a:lnTo>
                  <a:close/>
                  <a:moveTo>
                    <a:pt x="74370" y="0"/>
                  </a:moveTo>
                  <a:lnTo>
                    <a:pt x="401092" y="0"/>
                  </a:lnTo>
                  <a:lnTo>
                    <a:pt x="400308" y="1884"/>
                  </a:lnTo>
                  <a:cubicBezTo>
                    <a:pt x="399647" y="3284"/>
                    <a:pt x="398324" y="6085"/>
                    <a:pt x="397662" y="7485"/>
                  </a:cubicBezTo>
                  <a:cubicBezTo>
                    <a:pt x="363641" y="97593"/>
                    <a:pt x="344574" y="190488"/>
                    <a:pt x="339724" y="284107"/>
                  </a:cubicBezTo>
                  <a:cubicBezTo>
                    <a:pt x="339430" y="286537"/>
                    <a:pt x="339509" y="289999"/>
                    <a:pt x="339584" y="293460"/>
                  </a:cubicBezTo>
                  <a:cubicBezTo>
                    <a:pt x="340031" y="297952"/>
                    <a:pt x="339076" y="301783"/>
                    <a:pt x="339523" y="306276"/>
                  </a:cubicBezTo>
                  <a:cubicBezTo>
                    <a:pt x="339675" y="313200"/>
                    <a:pt x="338799" y="320492"/>
                    <a:pt x="338951" y="327416"/>
                  </a:cubicBezTo>
                  <a:cubicBezTo>
                    <a:pt x="339320" y="328446"/>
                    <a:pt x="338290" y="328815"/>
                    <a:pt x="338659" y="329846"/>
                  </a:cubicBezTo>
                  <a:cubicBezTo>
                    <a:pt x="338004" y="503374"/>
                    <a:pt x="384489" y="678628"/>
                    <a:pt x="484946" y="835717"/>
                  </a:cubicBezTo>
                  <a:cubicBezTo>
                    <a:pt x="497484" y="854486"/>
                    <a:pt x="510023" y="873258"/>
                    <a:pt x="523222" y="890627"/>
                  </a:cubicBezTo>
                  <a:cubicBezTo>
                    <a:pt x="523591" y="891658"/>
                    <a:pt x="524992" y="892320"/>
                    <a:pt x="525360" y="893351"/>
                  </a:cubicBezTo>
                  <a:cubicBezTo>
                    <a:pt x="532144" y="902551"/>
                    <a:pt x="538929" y="911752"/>
                    <a:pt x="546745" y="920584"/>
                  </a:cubicBezTo>
                  <a:cubicBezTo>
                    <a:pt x="547114" y="921614"/>
                    <a:pt x="547114" y="921614"/>
                    <a:pt x="548514" y="922276"/>
                  </a:cubicBezTo>
                  <a:cubicBezTo>
                    <a:pt x="575205" y="954586"/>
                    <a:pt x="602189" y="984465"/>
                    <a:pt x="631896" y="1012206"/>
                  </a:cubicBezTo>
                  <a:cubicBezTo>
                    <a:pt x="702741" y="1083365"/>
                    <a:pt x="722213" y="1196186"/>
                    <a:pt x="670592" y="1289109"/>
                  </a:cubicBezTo>
                  <a:lnTo>
                    <a:pt x="669269" y="1291909"/>
                  </a:lnTo>
                  <a:cubicBezTo>
                    <a:pt x="635957" y="1351525"/>
                    <a:pt x="568738" y="1381414"/>
                    <a:pt x="505091" y="1369319"/>
                  </a:cubicBezTo>
                  <a:cubicBezTo>
                    <a:pt x="504060" y="1369688"/>
                    <a:pt x="502660" y="1369026"/>
                    <a:pt x="502660" y="1369026"/>
                  </a:cubicBezTo>
                  <a:cubicBezTo>
                    <a:pt x="501260" y="1368365"/>
                    <a:pt x="498829" y="1368072"/>
                    <a:pt x="497429" y="1367411"/>
                  </a:cubicBezTo>
                  <a:cubicBezTo>
                    <a:pt x="496398" y="1367780"/>
                    <a:pt x="496028" y="1366749"/>
                    <a:pt x="494997" y="1367118"/>
                  </a:cubicBezTo>
                  <a:cubicBezTo>
                    <a:pt x="493968" y="1367487"/>
                    <a:pt x="493598" y="1366456"/>
                    <a:pt x="492567" y="1366825"/>
                  </a:cubicBezTo>
                  <a:cubicBezTo>
                    <a:pt x="482474" y="1364625"/>
                    <a:pt x="472382" y="1362425"/>
                    <a:pt x="462659" y="1361255"/>
                  </a:cubicBezTo>
                  <a:cubicBezTo>
                    <a:pt x="462659" y="1361255"/>
                    <a:pt x="461627" y="1361624"/>
                    <a:pt x="461258" y="1360593"/>
                  </a:cubicBezTo>
                  <a:cubicBezTo>
                    <a:pt x="451535" y="1359423"/>
                    <a:pt x="441811" y="1358253"/>
                    <a:pt x="432088" y="1357084"/>
                  </a:cubicBezTo>
                  <a:cubicBezTo>
                    <a:pt x="429657" y="1356792"/>
                    <a:pt x="427228" y="1356500"/>
                    <a:pt x="424795" y="1356207"/>
                  </a:cubicBezTo>
                  <a:cubicBezTo>
                    <a:pt x="415073" y="1355038"/>
                    <a:pt x="406750" y="1354528"/>
                    <a:pt x="397394" y="1354390"/>
                  </a:cubicBezTo>
                  <a:cubicBezTo>
                    <a:pt x="394964" y="1354097"/>
                    <a:pt x="392534" y="1353806"/>
                    <a:pt x="390104" y="1353513"/>
                  </a:cubicBezTo>
                  <a:cubicBezTo>
                    <a:pt x="381778" y="1353004"/>
                    <a:pt x="373825" y="1353527"/>
                    <a:pt x="365502" y="1353020"/>
                  </a:cubicBezTo>
                  <a:cubicBezTo>
                    <a:pt x="364472" y="1353389"/>
                    <a:pt x="362041" y="1353096"/>
                    <a:pt x="361010" y="1353465"/>
                  </a:cubicBezTo>
                  <a:cubicBezTo>
                    <a:pt x="326392" y="1354233"/>
                    <a:pt x="292514" y="1357061"/>
                    <a:pt x="258344" y="1362322"/>
                  </a:cubicBezTo>
                  <a:cubicBezTo>
                    <a:pt x="257312" y="1362692"/>
                    <a:pt x="257312" y="1362692"/>
                    <a:pt x="256281" y="1363060"/>
                  </a:cubicBezTo>
                  <a:cubicBezTo>
                    <a:pt x="250760" y="1363875"/>
                    <a:pt x="244205" y="1365061"/>
                    <a:pt x="238682" y="1365875"/>
                  </a:cubicBezTo>
                  <a:cubicBezTo>
                    <a:pt x="236620" y="1366613"/>
                    <a:pt x="234558" y="1367352"/>
                    <a:pt x="232127" y="1367059"/>
                  </a:cubicBezTo>
                  <a:cubicBezTo>
                    <a:pt x="227634" y="1367504"/>
                    <a:pt x="223512" y="1368982"/>
                    <a:pt x="219019" y="1369429"/>
                  </a:cubicBezTo>
                  <a:cubicBezTo>
                    <a:pt x="215928" y="1370536"/>
                    <a:pt x="211435" y="1370982"/>
                    <a:pt x="208341" y="1372089"/>
                  </a:cubicBezTo>
                  <a:cubicBezTo>
                    <a:pt x="205249" y="1373196"/>
                    <a:pt x="202819" y="1372905"/>
                    <a:pt x="199726" y="1374012"/>
                  </a:cubicBezTo>
                  <a:cubicBezTo>
                    <a:pt x="194571" y="1375857"/>
                    <a:pt x="189049" y="1376672"/>
                    <a:pt x="184925" y="1378149"/>
                  </a:cubicBezTo>
                  <a:cubicBezTo>
                    <a:pt x="183893" y="1378519"/>
                    <a:pt x="181834" y="1379256"/>
                    <a:pt x="180802" y="1379626"/>
                  </a:cubicBezTo>
                  <a:cubicBezTo>
                    <a:pt x="174616" y="1381841"/>
                    <a:pt x="168432" y="1384056"/>
                    <a:pt x="161878" y="1385241"/>
                  </a:cubicBezTo>
                  <a:cubicBezTo>
                    <a:pt x="161878" y="1385241"/>
                    <a:pt x="161878" y="1385241"/>
                    <a:pt x="160847" y="1385611"/>
                  </a:cubicBezTo>
                  <a:cubicBezTo>
                    <a:pt x="135076" y="1394841"/>
                    <a:pt x="109676" y="1405100"/>
                    <a:pt x="85013" y="1417423"/>
                  </a:cubicBezTo>
                  <a:cubicBezTo>
                    <a:pt x="83982" y="1417793"/>
                    <a:pt x="81920" y="1418531"/>
                    <a:pt x="81257" y="1419931"/>
                  </a:cubicBezTo>
                  <a:cubicBezTo>
                    <a:pt x="74411" y="1423546"/>
                    <a:pt x="66534" y="1427530"/>
                    <a:pt x="59687" y="1431145"/>
                  </a:cubicBezTo>
                  <a:cubicBezTo>
                    <a:pt x="57627" y="1431883"/>
                    <a:pt x="55933" y="1433652"/>
                    <a:pt x="52841" y="1434759"/>
                  </a:cubicBezTo>
                  <a:cubicBezTo>
                    <a:pt x="45334" y="1439775"/>
                    <a:pt x="36425" y="1444129"/>
                    <a:pt x="28917" y="1449144"/>
                  </a:cubicBezTo>
                  <a:cubicBezTo>
                    <a:pt x="26855" y="1449882"/>
                    <a:pt x="25162" y="1451651"/>
                    <a:pt x="23101" y="1452390"/>
                  </a:cubicBezTo>
                  <a:lnTo>
                    <a:pt x="1" y="1468430"/>
                  </a:lnTo>
                  <a:lnTo>
                    <a:pt x="0" y="2472769"/>
                  </a:lnTo>
                  <a:lnTo>
                    <a:pt x="9511" y="2479577"/>
                  </a:lnTo>
                  <a:cubicBezTo>
                    <a:pt x="12679" y="2481931"/>
                    <a:pt x="15481" y="2483255"/>
                    <a:pt x="18651" y="2485608"/>
                  </a:cubicBezTo>
                  <a:cubicBezTo>
                    <a:pt x="20049" y="2486270"/>
                    <a:pt x="20418" y="2487300"/>
                    <a:pt x="21818" y="2487963"/>
                  </a:cubicBezTo>
                  <a:cubicBezTo>
                    <a:pt x="24988" y="2490316"/>
                    <a:pt x="27787" y="2491639"/>
                    <a:pt x="30958" y="2493993"/>
                  </a:cubicBezTo>
                  <a:cubicBezTo>
                    <a:pt x="35526" y="2497008"/>
                    <a:pt x="40095" y="2500026"/>
                    <a:pt x="46064" y="2503703"/>
                  </a:cubicBezTo>
                  <a:cubicBezTo>
                    <a:pt x="52035" y="2507379"/>
                    <a:pt x="56603" y="2510395"/>
                    <a:pt x="62203" y="2513041"/>
                  </a:cubicBezTo>
                  <a:cubicBezTo>
                    <a:pt x="65004" y="2514364"/>
                    <a:pt x="66772" y="2516059"/>
                    <a:pt x="69572" y="2517381"/>
                  </a:cubicBezTo>
                  <a:cubicBezTo>
                    <a:pt x="70973" y="2518043"/>
                    <a:pt x="70973" y="2518043"/>
                    <a:pt x="72372" y="2518705"/>
                  </a:cubicBezTo>
                  <a:cubicBezTo>
                    <a:pt x="79372" y="2522012"/>
                    <a:pt x="86741" y="2526351"/>
                    <a:pt x="92711" y="2530028"/>
                  </a:cubicBezTo>
                  <a:cubicBezTo>
                    <a:pt x="95512" y="2531353"/>
                    <a:pt x="96912" y="2532013"/>
                    <a:pt x="99712" y="2533337"/>
                  </a:cubicBezTo>
                  <a:cubicBezTo>
                    <a:pt x="106711" y="2536645"/>
                    <a:pt x="115111" y="2540614"/>
                    <a:pt x="122111" y="2543923"/>
                  </a:cubicBezTo>
                  <a:cubicBezTo>
                    <a:pt x="123511" y="2544585"/>
                    <a:pt x="126313" y="2545909"/>
                    <a:pt x="127712" y="2546568"/>
                  </a:cubicBezTo>
                  <a:cubicBezTo>
                    <a:pt x="135742" y="2549508"/>
                    <a:pt x="142743" y="2552816"/>
                    <a:pt x="150773" y="2555756"/>
                  </a:cubicBezTo>
                  <a:cubicBezTo>
                    <a:pt x="153204" y="2556048"/>
                    <a:pt x="154973" y="2557740"/>
                    <a:pt x="157404" y="2558032"/>
                  </a:cubicBezTo>
                  <a:cubicBezTo>
                    <a:pt x="164034" y="2560310"/>
                    <a:pt x="172067" y="2563249"/>
                    <a:pt x="178697" y="2565527"/>
                  </a:cubicBezTo>
                  <a:cubicBezTo>
                    <a:pt x="181497" y="2566850"/>
                    <a:pt x="183928" y="2567141"/>
                    <a:pt x="186728" y="2568466"/>
                  </a:cubicBezTo>
                  <a:cubicBezTo>
                    <a:pt x="193358" y="2570743"/>
                    <a:pt x="199619" y="2571989"/>
                    <a:pt x="206252" y="2574267"/>
                  </a:cubicBezTo>
                  <a:cubicBezTo>
                    <a:pt x="210083" y="2575221"/>
                    <a:pt x="212883" y="2576544"/>
                    <a:pt x="216712" y="2577498"/>
                  </a:cubicBezTo>
                  <a:cubicBezTo>
                    <a:pt x="221945" y="2579114"/>
                    <a:pt x="228206" y="2580360"/>
                    <a:pt x="233437" y="2581976"/>
                  </a:cubicBezTo>
                  <a:cubicBezTo>
                    <a:pt x="237267" y="2582930"/>
                    <a:pt x="242128" y="2583514"/>
                    <a:pt x="246328" y="2585500"/>
                  </a:cubicBezTo>
                  <a:cubicBezTo>
                    <a:pt x="251191" y="2586084"/>
                    <a:pt x="256052" y="2586670"/>
                    <a:pt x="260252" y="2588654"/>
                  </a:cubicBezTo>
                  <a:cubicBezTo>
                    <a:pt x="265115" y="2589239"/>
                    <a:pt x="271376" y="2590486"/>
                    <a:pt x="276237" y="2591070"/>
                  </a:cubicBezTo>
                  <a:cubicBezTo>
                    <a:pt x="280068" y="2592025"/>
                    <a:pt x="283531" y="2591948"/>
                    <a:pt x="287361" y="2592901"/>
                  </a:cubicBezTo>
                  <a:cubicBezTo>
                    <a:pt x="293623" y="2594149"/>
                    <a:pt x="299515" y="2594364"/>
                    <a:pt x="306807" y="2595241"/>
                  </a:cubicBezTo>
                  <a:cubicBezTo>
                    <a:pt x="309238" y="2595533"/>
                    <a:pt x="312699" y="2595457"/>
                    <a:pt x="316161" y="2595381"/>
                  </a:cubicBezTo>
                  <a:cubicBezTo>
                    <a:pt x="323455" y="2596257"/>
                    <a:pt x="330378" y="2596105"/>
                    <a:pt x="337669" y="2596981"/>
                  </a:cubicBezTo>
                  <a:cubicBezTo>
                    <a:pt x="340101" y="2597273"/>
                    <a:pt x="342531" y="2597567"/>
                    <a:pt x="344593" y="2596829"/>
                  </a:cubicBezTo>
                  <a:cubicBezTo>
                    <a:pt x="351886" y="2597705"/>
                    <a:pt x="359839" y="2597183"/>
                    <a:pt x="367132" y="2598060"/>
                  </a:cubicBezTo>
                  <a:cubicBezTo>
                    <a:pt x="369562" y="2598352"/>
                    <a:pt x="371625" y="2597613"/>
                    <a:pt x="374056" y="2597907"/>
                  </a:cubicBezTo>
                  <a:cubicBezTo>
                    <a:pt x="382011" y="2597384"/>
                    <a:pt x="389300" y="2598261"/>
                    <a:pt x="397257" y="2597738"/>
                  </a:cubicBezTo>
                  <a:cubicBezTo>
                    <a:pt x="399687" y="2598032"/>
                    <a:pt x="401750" y="2597293"/>
                    <a:pt x="404179" y="2597585"/>
                  </a:cubicBezTo>
                  <a:cubicBezTo>
                    <a:pt x="412134" y="2597062"/>
                    <a:pt x="419058" y="2596909"/>
                    <a:pt x="427011" y="2596386"/>
                  </a:cubicBezTo>
                  <a:cubicBezTo>
                    <a:pt x="429441" y="2596679"/>
                    <a:pt x="432534" y="2595571"/>
                    <a:pt x="434965" y="2595864"/>
                  </a:cubicBezTo>
                  <a:cubicBezTo>
                    <a:pt x="441889" y="2595710"/>
                    <a:pt x="449473" y="2594157"/>
                    <a:pt x="456028" y="2592973"/>
                  </a:cubicBezTo>
                  <a:cubicBezTo>
                    <a:pt x="459488" y="2592895"/>
                    <a:pt x="462583" y="2591787"/>
                    <a:pt x="466044" y="2591710"/>
                  </a:cubicBezTo>
                  <a:cubicBezTo>
                    <a:pt x="472598" y="2590526"/>
                    <a:pt x="478122" y="2589711"/>
                    <a:pt x="484674" y="2588526"/>
                  </a:cubicBezTo>
                  <a:cubicBezTo>
                    <a:pt x="489168" y="2588081"/>
                    <a:pt x="493290" y="2586604"/>
                    <a:pt x="497783" y="2586158"/>
                  </a:cubicBezTo>
                  <a:cubicBezTo>
                    <a:pt x="503306" y="2585344"/>
                    <a:pt x="508460" y="2583497"/>
                    <a:pt x="512953" y="2583051"/>
                  </a:cubicBezTo>
                  <a:cubicBezTo>
                    <a:pt x="518476" y="2582235"/>
                    <a:pt x="523631" y="2580389"/>
                    <a:pt x="528784" y="2578544"/>
                  </a:cubicBezTo>
                  <a:cubicBezTo>
                    <a:pt x="532908" y="2577067"/>
                    <a:pt x="537400" y="2576622"/>
                    <a:pt x="540493" y="2575514"/>
                  </a:cubicBezTo>
                  <a:cubicBezTo>
                    <a:pt x="546678" y="2573299"/>
                    <a:pt x="553233" y="2572114"/>
                    <a:pt x="559416" y="2569900"/>
                  </a:cubicBezTo>
                  <a:cubicBezTo>
                    <a:pt x="562510" y="2568792"/>
                    <a:pt x="565602" y="2567685"/>
                    <a:pt x="568694" y="2566577"/>
                  </a:cubicBezTo>
                  <a:cubicBezTo>
                    <a:pt x="575910" y="2563992"/>
                    <a:pt x="583125" y="2561407"/>
                    <a:pt x="589311" y="2559193"/>
                  </a:cubicBezTo>
                  <a:cubicBezTo>
                    <a:pt x="591372" y="2558455"/>
                    <a:pt x="593434" y="2557716"/>
                    <a:pt x="596526" y="2556609"/>
                  </a:cubicBezTo>
                  <a:cubicBezTo>
                    <a:pt x="603742" y="2554024"/>
                    <a:pt x="610588" y="2550409"/>
                    <a:pt x="618835" y="2547456"/>
                  </a:cubicBezTo>
                  <a:cubicBezTo>
                    <a:pt x="620898" y="2546717"/>
                    <a:pt x="622959" y="2545979"/>
                    <a:pt x="623990" y="2545610"/>
                  </a:cubicBezTo>
                  <a:cubicBezTo>
                    <a:pt x="630836" y="2541994"/>
                    <a:pt x="639081" y="2539040"/>
                    <a:pt x="645927" y="2535425"/>
                  </a:cubicBezTo>
                  <a:cubicBezTo>
                    <a:pt x="647990" y="2534687"/>
                    <a:pt x="649022" y="2534317"/>
                    <a:pt x="650715" y="2532550"/>
                  </a:cubicBezTo>
                  <a:cubicBezTo>
                    <a:pt x="657562" y="2528933"/>
                    <a:pt x="664408" y="2525318"/>
                    <a:pt x="671254" y="2521703"/>
                  </a:cubicBezTo>
                  <a:cubicBezTo>
                    <a:pt x="673315" y="2520965"/>
                    <a:pt x="675007" y="2519197"/>
                    <a:pt x="677070" y="2518458"/>
                  </a:cubicBezTo>
                  <a:cubicBezTo>
                    <a:pt x="683916" y="2514842"/>
                    <a:pt x="689362" y="2510565"/>
                    <a:pt x="696211" y="2506950"/>
                  </a:cubicBezTo>
                  <a:cubicBezTo>
                    <a:pt x="697901" y="2505182"/>
                    <a:pt x="700994" y="2504074"/>
                    <a:pt x="702686" y="2502305"/>
                  </a:cubicBezTo>
                  <a:cubicBezTo>
                    <a:pt x="708502" y="2499058"/>
                    <a:pt x="713948" y="2494782"/>
                    <a:pt x="718734" y="2491905"/>
                  </a:cubicBezTo>
                  <a:cubicBezTo>
                    <a:pt x="721456" y="2489767"/>
                    <a:pt x="724180" y="2487627"/>
                    <a:pt x="727934" y="2485121"/>
                  </a:cubicBezTo>
                  <a:cubicBezTo>
                    <a:pt x="732719" y="2482244"/>
                    <a:pt x="737136" y="2478335"/>
                    <a:pt x="741550" y="2474429"/>
                  </a:cubicBezTo>
                  <a:cubicBezTo>
                    <a:pt x="745305" y="2471920"/>
                    <a:pt x="749059" y="2469413"/>
                    <a:pt x="752444" y="2465875"/>
                  </a:cubicBezTo>
                  <a:cubicBezTo>
                    <a:pt x="756198" y="2463368"/>
                    <a:pt x="759582" y="2459828"/>
                    <a:pt x="763336" y="2457321"/>
                  </a:cubicBezTo>
                  <a:cubicBezTo>
                    <a:pt x="767753" y="2453414"/>
                    <a:pt x="772537" y="2450536"/>
                    <a:pt x="776953" y="2446629"/>
                  </a:cubicBezTo>
                  <a:cubicBezTo>
                    <a:pt x="779676" y="2444491"/>
                    <a:pt x="782031" y="2441321"/>
                    <a:pt x="784754" y="2439184"/>
                  </a:cubicBezTo>
                  <a:cubicBezTo>
                    <a:pt x="790200" y="2434906"/>
                    <a:pt x="794247" y="2429968"/>
                    <a:pt x="799693" y="2425690"/>
                  </a:cubicBezTo>
                  <a:cubicBezTo>
                    <a:pt x="801385" y="2423922"/>
                    <a:pt x="804110" y="2421784"/>
                    <a:pt x="805801" y="2420015"/>
                  </a:cubicBezTo>
                  <a:cubicBezTo>
                    <a:pt x="810879" y="2414708"/>
                    <a:pt x="815956" y="2409399"/>
                    <a:pt x="821034" y="2404092"/>
                  </a:cubicBezTo>
                  <a:cubicBezTo>
                    <a:pt x="822727" y="2402322"/>
                    <a:pt x="824419" y="2400553"/>
                    <a:pt x="826111" y="2398784"/>
                  </a:cubicBezTo>
                  <a:cubicBezTo>
                    <a:pt x="831187" y="2393476"/>
                    <a:pt x="836927" y="2386769"/>
                    <a:pt x="841636" y="2380430"/>
                  </a:cubicBezTo>
                  <a:cubicBezTo>
                    <a:pt x="843328" y="2378661"/>
                    <a:pt x="845021" y="2376891"/>
                    <a:pt x="845683" y="2375492"/>
                  </a:cubicBezTo>
                  <a:cubicBezTo>
                    <a:pt x="850390" y="2369154"/>
                    <a:pt x="856129" y="2362446"/>
                    <a:pt x="860838" y="2356107"/>
                  </a:cubicBezTo>
                  <a:cubicBezTo>
                    <a:pt x="862531" y="2354339"/>
                    <a:pt x="863853" y="2351539"/>
                    <a:pt x="865545" y="2349769"/>
                  </a:cubicBezTo>
                  <a:cubicBezTo>
                    <a:pt x="870253" y="2343430"/>
                    <a:pt x="874961" y="2337091"/>
                    <a:pt x="878639" y="2331123"/>
                  </a:cubicBezTo>
                  <a:cubicBezTo>
                    <a:pt x="879670" y="2330754"/>
                    <a:pt x="879302" y="2329722"/>
                    <a:pt x="880332" y="2329353"/>
                  </a:cubicBezTo>
                  <a:cubicBezTo>
                    <a:pt x="881655" y="2326554"/>
                    <a:pt x="884008" y="2323384"/>
                    <a:pt x="885702" y="2321615"/>
                  </a:cubicBezTo>
                  <a:cubicBezTo>
                    <a:pt x="889748" y="2316676"/>
                    <a:pt x="892395" y="2311077"/>
                    <a:pt x="895410" y="2306507"/>
                  </a:cubicBezTo>
                  <a:cubicBezTo>
                    <a:pt x="898426" y="2301938"/>
                    <a:pt x="901072" y="2296338"/>
                    <a:pt x="904088" y="2291769"/>
                  </a:cubicBezTo>
                  <a:cubicBezTo>
                    <a:pt x="905411" y="2288968"/>
                    <a:pt x="907766" y="2285800"/>
                    <a:pt x="909089" y="2283000"/>
                  </a:cubicBezTo>
                  <a:cubicBezTo>
                    <a:pt x="909750" y="2281601"/>
                    <a:pt x="910782" y="2281230"/>
                    <a:pt x="910413" y="2280199"/>
                  </a:cubicBezTo>
                  <a:cubicBezTo>
                    <a:pt x="911736" y="2277399"/>
                    <a:pt x="914089" y="2274231"/>
                    <a:pt x="915043" y="2270399"/>
                  </a:cubicBezTo>
                  <a:cubicBezTo>
                    <a:pt x="918060" y="2265831"/>
                    <a:pt x="919675" y="2260599"/>
                    <a:pt x="922690" y="2256030"/>
                  </a:cubicBezTo>
                  <a:lnTo>
                    <a:pt x="924451" y="2252307"/>
                  </a:lnTo>
                  <a:lnTo>
                    <a:pt x="922156" y="2280601"/>
                  </a:lnTo>
                  <a:lnTo>
                    <a:pt x="922156" y="3257296"/>
                  </a:lnTo>
                  <a:cubicBezTo>
                    <a:pt x="922156" y="3321745"/>
                    <a:pt x="897370" y="3351492"/>
                    <a:pt x="842831" y="3351492"/>
                  </a:cubicBezTo>
                  <a:lnTo>
                    <a:pt x="520575" y="3351492"/>
                  </a:lnTo>
                  <a:cubicBezTo>
                    <a:pt x="461081" y="3351492"/>
                    <a:pt x="401587" y="3346537"/>
                    <a:pt x="352009" y="3331661"/>
                  </a:cubicBezTo>
                  <a:cubicBezTo>
                    <a:pt x="267723" y="3306875"/>
                    <a:pt x="198313" y="3272167"/>
                    <a:pt x="143780" y="3217634"/>
                  </a:cubicBezTo>
                  <a:cubicBezTo>
                    <a:pt x="143780" y="3217634"/>
                    <a:pt x="138819" y="3212673"/>
                    <a:pt x="138819" y="3212673"/>
                  </a:cubicBezTo>
                  <a:cubicBezTo>
                    <a:pt x="128904" y="3202758"/>
                    <a:pt x="118988" y="3187887"/>
                    <a:pt x="109072" y="3177971"/>
                  </a:cubicBezTo>
                  <a:cubicBezTo>
                    <a:pt x="104117" y="3173011"/>
                    <a:pt x="99157" y="3168055"/>
                    <a:pt x="94202" y="3168055"/>
                  </a:cubicBezTo>
                  <a:cubicBezTo>
                    <a:pt x="89241" y="3163095"/>
                    <a:pt x="84286" y="3158140"/>
                    <a:pt x="79325" y="3148224"/>
                  </a:cubicBezTo>
                  <a:cubicBezTo>
                    <a:pt x="79325" y="3143264"/>
                    <a:pt x="74370" y="3133348"/>
                    <a:pt x="69410" y="3128393"/>
                  </a:cubicBezTo>
                  <a:cubicBezTo>
                    <a:pt x="64455" y="3123432"/>
                    <a:pt x="64455" y="3113517"/>
                    <a:pt x="59494" y="3108561"/>
                  </a:cubicBezTo>
                  <a:cubicBezTo>
                    <a:pt x="59494" y="3098646"/>
                    <a:pt x="54539" y="3093685"/>
                    <a:pt x="49578" y="3083770"/>
                  </a:cubicBezTo>
                  <a:cubicBezTo>
                    <a:pt x="49578" y="3078814"/>
                    <a:pt x="44623" y="3073854"/>
                    <a:pt x="44623" y="3068899"/>
                  </a:cubicBezTo>
                  <a:cubicBezTo>
                    <a:pt x="24792" y="3024276"/>
                    <a:pt x="9916" y="2969742"/>
                    <a:pt x="4961" y="2910248"/>
                  </a:cubicBezTo>
                  <a:cubicBezTo>
                    <a:pt x="0" y="2885457"/>
                    <a:pt x="0" y="2860670"/>
                    <a:pt x="0" y="2835878"/>
                  </a:cubicBezTo>
                  <a:lnTo>
                    <a:pt x="0" y="1412984"/>
                  </a:lnTo>
                  <a:lnTo>
                    <a:pt x="0" y="94201"/>
                  </a:lnTo>
                  <a:cubicBezTo>
                    <a:pt x="0" y="69410"/>
                    <a:pt x="4961" y="49578"/>
                    <a:pt x="14876" y="34707"/>
                  </a:cubicBezTo>
                  <a:cubicBezTo>
                    <a:pt x="24792" y="9916"/>
                    <a:pt x="44623" y="0"/>
                    <a:pt x="7437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60BFF383-7144-48B1-B25A-648F605ADCE0}"/>
              </a:ext>
            </a:extLst>
          </p:cNvPr>
          <p:cNvGrpSpPr/>
          <p:nvPr userDrawn="1"/>
        </p:nvGrpSpPr>
        <p:grpSpPr>
          <a:xfrm>
            <a:off x="-15883" y="1482939"/>
            <a:ext cx="5883284" cy="5327979"/>
            <a:chOff x="-15883" y="1482939"/>
            <a:chExt cx="5883284" cy="5327979"/>
          </a:xfrm>
        </p:grpSpPr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0C0179BC-673E-4194-95C0-7AE950E7CD0E}"/>
                </a:ext>
              </a:extLst>
            </p:cNvPr>
            <p:cNvSpPr/>
            <p:nvPr/>
          </p:nvSpPr>
          <p:spPr>
            <a:xfrm rot="20417692">
              <a:off x="58722" y="2058306"/>
              <a:ext cx="5497446" cy="4752612"/>
            </a:xfrm>
            <a:custGeom>
              <a:avLst/>
              <a:gdLst>
                <a:gd name="connsiteX0" fmla="*/ 278300 w 5497446"/>
                <a:gd name="connsiteY0" fmla="*/ 947721 h 4752612"/>
                <a:gd name="connsiteX1" fmla="*/ 280584 w 5497446"/>
                <a:gd name="connsiteY1" fmla="*/ 979923 h 4752612"/>
                <a:gd name="connsiteX2" fmla="*/ 57539 w 5497446"/>
                <a:gd name="connsiteY2" fmla="*/ 1656778 h 4752612"/>
                <a:gd name="connsiteX3" fmla="*/ 0 w 5497446"/>
                <a:gd name="connsiteY3" fmla="*/ 1724762 h 4752612"/>
                <a:gd name="connsiteX4" fmla="*/ 1981707 w 5497446"/>
                <a:gd name="connsiteY4" fmla="*/ 1244309 h 4752612"/>
                <a:gd name="connsiteX5" fmla="*/ 2610251 w 5497446"/>
                <a:gd name="connsiteY5" fmla="*/ 1621137 h 4752612"/>
                <a:gd name="connsiteX6" fmla="*/ 2616280 w 5497446"/>
                <a:gd name="connsiteY6" fmla="*/ 1627165 h 4752612"/>
                <a:gd name="connsiteX7" fmla="*/ 2637386 w 5497446"/>
                <a:gd name="connsiteY7" fmla="*/ 1648268 h 4752612"/>
                <a:gd name="connsiteX8" fmla="*/ 2644921 w 5497446"/>
                <a:gd name="connsiteY8" fmla="*/ 1655805 h 4752612"/>
                <a:gd name="connsiteX9" fmla="*/ 2682601 w 5497446"/>
                <a:gd name="connsiteY9" fmla="*/ 1698008 h 4752612"/>
                <a:gd name="connsiteX10" fmla="*/ 2688632 w 5497446"/>
                <a:gd name="connsiteY10" fmla="*/ 1705545 h 4752612"/>
                <a:gd name="connsiteX11" fmla="*/ 2705211 w 5497446"/>
                <a:gd name="connsiteY11" fmla="*/ 1725139 h 4752612"/>
                <a:gd name="connsiteX12" fmla="*/ 2715764 w 5497446"/>
                <a:gd name="connsiteY12" fmla="*/ 1737198 h 4752612"/>
                <a:gd name="connsiteX13" fmla="*/ 2732344 w 5497446"/>
                <a:gd name="connsiteY13" fmla="*/ 1758300 h 4752612"/>
                <a:gd name="connsiteX14" fmla="*/ 2739879 w 5497446"/>
                <a:gd name="connsiteY14" fmla="*/ 1768852 h 4752612"/>
                <a:gd name="connsiteX15" fmla="*/ 2795654 w 5497446"/>
                <a:gd name="connsiteY15" fmla="*/ 1845724 h 4752612"/>
                <a:gd name="connsiteX16" fmla="*/ 2798665 w 5497446"/>
                <a:gd name="connsiteY16" fmla="*/ 1850246 h 4752612"/>
                <a:gd name="connsiteX17" fmla="*/ 2908887 w 5497446"/>
                <a:gd name="connsiteY17" fmla="*/ 2047890 h 4752612"/>
                <a:gd name="connsiteX18" fmla="*/ 2934093 w 5497446"/>
                <a:gd name="connsiteY18" fmla="*/ 2115047 h 4752612"/>
                <a:gd name="connsiteX19" fmla="*/ 2886054 w 5497446"/>
                <a:gd name="connsiteY19" fmla="*/ 2122061 h 4752612"/>
                <a:gd name="connsiteX20" fmla="*/ 2657540 w 5497446"/>
                <a:gd name="connsiteY20" fmla="*/ 2180677 h 4752612"/>
                <a:gd name="connsiteX21" fmla="*/ 2254775 w 5497446"/>
                <a:gd name="connsiteY21" fmla="*/ 2333652 h 4752612"/>
                <a:gd name="connsiteX22" fmla="*/ 2219871 w 5497446"/>
                <a:gd name="connsiteY22" fmla="*/ 2350149 h 4752612"/>
                <a:gd name="connsiteX23" fmla="*/ 1901592 w 5497446"/>
                <a:gd name="connsiteY23" fmla="*/ 2489893 h 4752612"/>
                <a:gd name="connsiteX24" fmla="*/ 1816628 w 5497446"/>
                <a:gd name="connsiteY24" fmla="*/ 2524705 h 4752612"/>
                <a:gd name="connsiteX25" fmla="*/ 1688028 w 5497446"/>
                <a:gd name="connsiteY25" fmla="*/ 2580140 h 4752612"/>
                <a:gd name="connsiteX26" fmla="*/ 1500646 w 5497446"/>
                <a:gd name="connsiteY26" fmla="*/ 2658020 h 4752612"/>
                <a:gd name="connsiteX27" fmla="*/ 1374352 w 5497446"/>
                <a:gd name="connsiteY27" fmla="*/ 2707034 h 4752612"/>
                <a:gd name="connsiteX28" fmla="*/ 956433 w 5497446"/>
                <a:gd name="connsiteY28" fmla="*/ 2861834 h 4752612"/>
                <a:gd name="connsiteX29" fmla="*/ 726374 w 5497446"/>
                <a:gd name="connsiteY29" fmla="*/ 2917176 h 4752612"/>
                <a:gd name="connsiteX30" fmla="*/ 559703 w 5497446"/>
                <a:gd name="connsiteY30" fmla="*/ 2937230 h 4752612"/>
                <a:gd name="connsiteX31" fmla="*/ 193852 w 5497446"/>
                <a:gd name="connsiteY31" fmla="*/ 2885939 h 4752612"/>
                <a:gd name="connsiteX32" fmla="*/ 59630 w 5497446"/>
                <a:gd name="connsiteY32" fmla="*/ 2823505 h 4752612"/>
                <a:gd name="connsiteX33" fmla="*/ 50028 w 5497446"/>
                <a:gd name="connsiteY33" fmla="*/ 2689815 h 4752612"/>
                <a:gd name="connsiteX34" fmla="*/ 147319 w 5497446"/>
                <a:gd name="connsiteY34" fmla="*/ 2147185 h 4752612"/>
                <a:gd name="connsiteX35" fmla="*/ 154855 w 5497446"/>
                <a:gd name="connsiteY35" fmla="*/ 2129098 h 4752612"/>
                <a:gd name="connsiteX36" fmla="*/ 162392 w 5497446"/>
                <a:gd name="connsiteY36" fmla="*/ 2111009 h 4752612"/>
                <a:gd name="connsiteX37" fmla="*/ 178971 w 5497446"/>
                <a:gd name="connsiteY37" fmla="*/ 2073327 h 4752612"/>
                <a:gd name="connsiteX38" fmla="*/ 178972 w 5497446"/>
                <a:gd name="connsiteY38" fmla="*/ 2071820 h 4752612"/>
                <a:gd name="connsiteX39" fmla="*/ 307093 w 5497446"/>
                <a:gd name="connsiteY39" fmla="*/ 1839695 h 4752612"/>
                <a:gd name="connsiteX40" fmla="*/ 831634 w 5497446"/>
                <a:gd name="connsiteY40" fmla="*/ 1363386 h 4752612"/>
                <a:gd name="connsiteX41" fmla="*/ 839171 w 5497446"/>
                <a:gd name="connsiteY41" fmla="*/ 1358865 h 4752612"/>
                <a:gd name="connsiteX42" fmla="*/ 858766 w 5497446"/>
                <a:gd name="connsiteY42" fmla="*/ 1348314 h 4752612"/>
                <a:gd name="connsiteX43" fmla="*/ 873839 w 5497446"/>
                <a:gd name="connsiteY43" fmla="*/ 1340778 h 4752612"/>
                <a:gd name="connsiteX44" fmla="*/ 885897 w 5497446"/>
                <a:gd name="connsiteY44" fmla="*/ 1334750 h 4752612"/>
                <a:gd name="connsiteX45" fmla="*/ 908508 w 5497446"/>
                <a:gd name="connsiteY45" fmla="*/ 1324197 h 4752612"/>
                <a:gd name="connsiteX46" fmla="*/ 913029 w 5497446"/>
                <a:gd name="connsiteY46" fmla="*/ 1322691 h 4752612"/>
                <a:gd name="connsiteX47" fmla="*/ 1683262 w 5497446"/>
                <a:gd name="connsiteY47" fmla="*/ 1187033 h 4752612"/>
                <a:gd name="connsiteX48" fmla="*/ 1870168 w 5497446"/>
                <a:gd name="connsiteY48" fmla="*/ 1215671 h 4752612"/>
                <a:gd name="connsiteX49" fmla="*/ 1873182 w 5497446"/>
                <a:gd name="connsiteY49" fmla="*/ 1217178 h 4752612"/>
                <a:gd name="connsiteX50" fmla="*/ 1904835 w 5497446"/>
                <a:gd name="connsiteY50" fmla="*/ 1224715 h 4752612"/>
                <a:gd name="connsiteX51" fmla="*/ 1907848 w 5497446"/>
                <a:gd name="connsiteY51" fmla="*/ 1224715 h 4752612"/>
                <a:gd name="connsiteX52" fmla="*/ 1916893 w 5497446"/>
                <a:gd name="connsiteY52" fmla="*/ 1227731 h 4752612"/>
                <a:gd name="connsiteX53" fmla="*/ 1947039 w 5497446"/>
                <a:gd name="connsiteY53" fmla="*/ 1235265 h 4752612"/>
                <a:gd name="connsiteX54" fmla="*/ 1971157 w 5497446"/>
                <a:gd name="connsiteY54" fmla="*/ 1241296 h 4752612"/>
                <a:gd name="connsiteX55" fmla="*/ 1981707 w 5497446"/>
                <a:gd name="connsiteY55" fmla="*/ 1244309 h 4752612"/>
                <a:gd name="connsiteX56" fmla="*/ 5262147 w 5497446"/>
                <a:gd name="connsiteY56" fmla="*/ 2275312 h 4752612"/>
                <a:gd name="connsiteX57" fmla="*/ 5479158 w 5497446"/>
                <a:gd name="connsiteY57" fmla="*/ 2376503 h 4752612"/>
                <a:gd name="connsiteX58" fmla="*/ 5497446 w 5497446"/>
                <a:gd name="connsiteY58" fmla="*/ 2388412 h 4752612"/>
                <a:gd name="connsiteX59" fmla="*/ 4669810 w 5497446"/>
                <a:gd name="connsiteY59" fmla="*/ 4699257 h 4752612"/>
                <a:gd name="connsiteX60" fmla="*/ 4644233 w 5497446"/>
                <a:gd name="connsiteY60" fmla="*/ 4751376 h 4752612"/>
                <a:gd name="connsiteX61" fmla="*/ 4642953 w 5497446"/>
                <a:gd name="connsiteY61" fmla="*/ 4752612 h 4752612"/>
                <a:gd name="connsiteX62" fmla="*/ 4521514 w 5497446"/>
                <a:gd name="connsiteY62" fmla="*/ 4729196 h 4752612"/>
                <a:gd name="connsiteX63" fmla="*/ 3682823 w 5497446"/>
                <a:gd name="connsiteY63" fmla="*/ 4060807 h 4752612"/>
                <a:gd name="connsiteX64" fmla="*/ 3631193 w 5497446"/>
                <a:gd name="connsiteY64" fmla="*/ 3940500 h 4752612"/>
                <a:gd name="connsiteX65" fmla="*/ 3640059 w 5497446"/>
                <a:gd name="connsiteY65" fmla="*/ 3860136 h 4752612"/>
                <a:gd name="connsiteX66" fmla="*/ 3679037 w 5497446"/>
                <a:gd name="connsiteY66" fmla="*/ 3720951 h 4752612"/>
                <a:gd name="connsiteX67" fmla="*/ 3934476 w 5497446"/>
                <a:gd name="connsiteY67" fmla="*/ 3007737 h 4752612"/>
                <a:gd name="connsiteX68" fmla="*/ 3967950 w 5497446"/>
                <a:gd name="connsiteY68" fmla="*/ 2606845 h 4752612"/>
                <a:gd name="connsiteX69" fmla="*/ 3949478 w 5497446"/>
                <a:gd name="connsiteY69" fmla="*/ 2551406 h 4752612"/>
                <a:gd name="connsiteX70" fmla="*/ 3962303 w 5497446"/>
                <a:gd name="connsiteY70" fmla="*/ 2537577 h 4752612"/>
                <a:gd name="connsiteX71" fmla="*/ 5136495 w 5497446"/>
                <a:gd name="connsiteY71" fmla="*/ 2237623 h 4752612"/>
                <a:gd name="connsiteX72" fmla="*/ 5262147 w 5497446"/>
                <a:gd name="connsiteY72" fmla="*/ 2275312 h 4752612"/>
                <a:gd name="connsiteX73" fmla="*/ 4911816 w 5497446"/>
                <a:gd name="connsiteY73" fmla="*/ 15752 h 4752612"/>
                <a:gd name="connsiteX74" fmla="*/ 5391008 w 5497446"/>
                <a:gd name="connsiteY74" fmla="*/ 187377 h 4752612"/>
                <a:gd name="connsiteX75" fmla="*/ 5411955 w 5497446"/>
                <a:gd name="connsiteY75" fmla="*/ 230649 h 4752612"/>
                <a:gd name="connsiteX76" fmla="*/ 5490710 w 5497446"/>
                <a:gd name="connsiteY76" fmla="*/ 718263 h 4752612"/>
                <a:gd name="connsiteX77" fmla="*/ 5490710 w 5497446"/>
                <a:gd name="connsiteY77" fmla="*/ 734841 h 4752612"/>
                <a:gd name="connsiteX78" fmla="*/ 5487697 w 5497446"/>
                <a:gd name="connsiteY78" fmla="*/ 775539 h 4752612"/>
                <a:gd name="connsiteX79" fmla="*/ 5478653 w 5497446"/>
                <a:gd name="connsiteY79" fmla="*/ 855426 h 4752612"/>
                <a:gd name="connsiteX80" fmla="*/ 5477148 w 5497446"/>
                <a:gd name="connsiteY80" fmla="*/ 864471 h 4752612"/>
                <a:gd name="connsiteX81" fmla="*/ 5468104 w 5497446"/>
                <a:gd name="connsiteY81" fmla="*/ 917227 h 4752612"/>
                <a:gd name="connsiteX82" fmla="*/ 5459059 w 5497446"/>
                <a:gd name="connsiteY82" fmla="*/ 956417 h 4752612"/>
                <a:gd name="connsiteX83" fmla="*/ 5454534 w 5497446"/>
                <a:gd name="connsiteY83" fmla="*/ 977519 h 4752612"/>
                <a:gd name="connsiteX84" fmla="*/ 5273663 w 5497446"/>
                <a:gd name="connsiteY84" fmla="*/ 1390521 h 4752612"/>
                <a:gd name="connsiteX85" fmla="*/ 5260094 w 5497446"/>
                <a:gd name="connsiteY85" fmla="*/ 1410115 h 4752612"/>
                <a:gd name="connsiteX86" fmla="*/ 5238992 w 5497446"/>
                <a:gd name="connsiteY86" fmla="*/ 1440262 h 4752612"/>
                <a:gd name="connsiteX87" fmla="*/ 5205831 w 5497446"/>
                <a:gd name="connsiteY87" fmla="*/ 1483972 h 4752612"/>
                <a:gd name="connsiteX88" fmla="*/ 5202815 w 5497446"/>
                <a:gd name="connsiteY88" fmla="*/ 1486988 h 4752612"/>
                <a:gd name="connsiteX89" fmla="*/ 4883268 w 5497446"/>
                <a:gd name="connsiteY89" fmla="*/ 1768852 h 4752612"/>
                <a:gd name="connsiteX90" fmla="*/ 4880255 w 5497446"/>
                <a:gd name="connsiteY90" fmla="*/ 1770359 h 4752612"/>
                <a:gd name="connsiteX91" fmla="*/ 4835033 w 5497446"/>
                <a:gd name="connsiteY91" fmla="*/ 1797493 h 4752612"/>
                <a:gd name="connsiteX92" fmla="*/ 4824484 w 5497446"/>
                <a:gd name="connsiteY92" fmla="*/ 1803521 h 4752612"/>
                <a:gd name="connsiteX93" fmla="*/ 4785292 w 5497446"/>
                <a:gd name="connsiteY93" fmla="*/ 1824623 h 4752612"/>
                <a:gd name="connsiteX94" fmla="*/ 4768711 w 5497446"/>
                <a:gd name="connsiteY94" fmla="*/ 1833669 h 4752612"/>
                <a:gd name="connsiteX95" fmla="*/ 4734044 w 5497446"/>
                <a:gd name="connsiteY95" fmla="*/ 1850247 h 4752612"/>
                <a:gd name="connsiteX96" fmla="*/ 4709929 w 5497446"/>
                <a:gd name="connsiteY96" fmla="*/ 1860797 h 4752612"/>
                <a:gd name="connsiteX97" fmla="*/ 4679782 w 5497446"/>
                <a:gd name="connsiteY97" fmla="*/ 1872857 h 4752612"/>
                <a:gd name="connsiteX98" fmla="*/ 4651143 w 5497446"/>
                <a:gd name="connsiteY98" fmla="*/ 1883408 h 4752612"/>
                <a:gd name="connsiteX99" fmla="*/ 4622503 w 5497446"/>
                <a:gd name="connsiteY99" fmla="*/ 1892451 h 4752612"/>
                <a:gd name="connsiteX100" fmla="*/ 4592357 w 5497446"/>
                <a:gd name="connsiteY100" fmla="*/ 1903003 h 4752612"/>
                <a:gd name="connsiteX101" fmla="*/ 4563718 w 5497446"/>
                <a:gd name="connsiteY101" fmla="*/ 1912047 h 4752612"/>
                <a:gd name="connsiteX102" fmla="*/ 4533574 w 5497446"/>
                <a:gd name="connsiteY102" fmla="*/ 1921090 h 4752612"/>
                <a:gd name="connsiteX103" fmla="*/ 4497400 w 5497446"/>
                <a:gd name="connsiteY103" fmla="*/ 1930134 h 4752612"/>
                <a:gd name="connsiteX104" fmla="*/ 4474788 w 5497446"/>
                <a:gd name="connsiteY104" fmla="*/ 1936163 h 4752612"/>
                <a:gd name="connsiteX105" fmla="*/ 4423542 w 5497446"/>
                <a:gd name="connsiteY105" fmla="*/ 1945208 h 4752612"/>
                <a:gd name="connsiteX106" fmla="*/ 4414495 w 5497446"/>
                <a:gd name="connsiteY106" fmla="*/ 1946714 h 4752612"/>
                <a:gd name="connsiteX107" fmla="*/ 3662351 w 5497446"/>
                <a:gd name="connsiteY107" fmla="*/ 1842710 h 4752612"/>
                <a:gd name="connsiteX108" fmla="*/ 3029285 w 5497446"/>
                <a:gd name="connsiteY108" fmla="*/ 1190048 h 4752612"/>
                <a:gd name="connsiteX109" fmla="*/ 3029283 w 5497446"/>
                <a:gd name="connsiteY109" fmla="*/ 1188541 h 4752612"/>
                <a:gd name="connsiteX110" fmla="*/ 2987078 w 5497446"/>
                <a:gd name="connsiteY110" fmla="*/ 1078509 h 4752612"/>
                <a:gd name="connsiteX111" fmla="*/ 2984064 w 5497446"/>
                <a:gd name="connsiteY111" fmla="*/ 1067957 h 4752612"/>
                <a:gd name="connsiteX112" fmla="*/ 2968992 w 5497446"/>
                <a:gd name="connsiteY112" fmla="*/ 1016708 h 4752612"/>
                <a:gd name="connsiteX113" fmla="*/ 2965980 w 5497446"/>
                <a:gd name="connsiteY113" fmla="*/ 1006159 h 4752612"/>
                <a:gd name="connsiteX114" fmla="*/ 2953918 w 5497446"/>
                <a:gd name="connsiteY114" fmla="*/ 954908 h 4752612"/>
                <a:gd name="connsiteX115" fmla="*/ 2952411 w 5497446"/>
                <a:gd name="connsiteY115" fmla="*/ 950387 h 4752612"/>
                <a:gd name="connsiteX116" fmla="*/ 2941860 w 5497446"/>
                <a:gd name="connsiteY116" fmla="*/ 891604 h 4752612"/>
                <a:gd name="connsiteX117" fmla="*/ 2940356 w 5497446"/>
                <a:gd name="connsiteY117" fmla="*/ 887081 h 4752612"/>
                <a:gd name="connsiteX118" fmla="*/ 2937340 w 5497446"/>
                <a:gd name="connsiteY118" fmla="*/ 870502 h 4752612"/>
                <a:gd name="connsiteX119" fmla="*/ 2931121 w 5497446"/>
                <a:gd name="connsiteY119" fmla="*/ 781763 h 4752612"/>
                <a:gd name="connsiteX120" fmla="*/ 3043557 w 5497446"/>
                <a:gd name="connsiteY120" fmla="*/ 738536 h 4752612"/>
                <a:gd name="connsiteX121" fmla="*/ 4006650 w 5497446"/>
                <a:gd name="connsiteY121" fmla="*/ 336767 h 4752612"/>
                <a:gd name="connsiteX122" fmla="*/ 4667085 w 5497446"/>
                <a:gd name="connsiteY122" fmla="*/ 51339 h 4752612"/>
                <a:gd name="connsiteX123" fmla="*/ 4793386 w 5497446"/>
                <a:gd name="connsiteY123" fmla="*/ 2334 h 4752612"/>
                <a:gd name="connsiteX124" fmla="*/ 4808536 w 5497446"/>
                <a:gd name="connsiteY124" fmla="*/ 506 h 4752612"/>
                <a:gd name="connsiteX125" fmla="*/ 4911816 w 5497446"/>
                <a:gd name="connsiteY125" fmla="*/ 15752 h 475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5497446" h="4752612">
                  <a:moveTo>
                    <a:pt x="278300" y="947721"/>
                  </a:moveTo>
                  <a:lnTo>
                    <a:pt x="280584" y="979923"/>
                  </a:lnTo>
                  <a:cubicBezTo>
                    <a:pt x="285725" y="1228544"/>
                    <a:pt x="203846" y="1466237"/>
                    <a:pt x="57539" y="1656778"/>
                  </a:cubicBezTo>
                  <a:lnTo>
                    <a:pt x="0" y="1724762"/>
                  </a:lnTo>
                  <a:close/>
                  <a:moveTo>
                    <a:pt x="1981707" y="1244309"/>
                  </a:moveTo>
                  <a:cubicBezTo>
                    <a:pt x="2227399" y="1318169"/>
                    <a:pt x="2439926" y="1449303"/>
                    <a:pt x="2610251" y="1621137"/>
                  </a:cubicBezTo>
                  <a:cubicBezTo>
                    <a:pt x="2611761" y="1622644"/>
                    <a:pt x="2614773" y="1625658"/>
                    <a:pt x="2616280" y="1627165"/>
                  </a:cubicBezTo>
                  <a:cubicBezTo>
                    <a:pt x="2623818" y="1633195"/>
                    <a:pt x="2629848" y="1640731"/>
                    <a:pt x="2637386" y="1648268"/>
                  </a:cubicBezTo>
                  <a:cubicBezTo>
                    <a:pt x="2640398" y="1651283"/>
                    <a:pt x="2641904" y="1652789"/>
                    <a:pt x="2644921" y="1655805"/>
                  </a:cubicBezTo>
                  <a:cubicBezTo>
                    <a:pt x="2658487" y="1669370"/>
                    <a:pt x="2670545" y="1684442"/>
                    <a:pt x="2682601" y="1698008"/>
                  </a:cubicBezTo>
                  <a:cubicBezTo>
                    <a:pt x="2684108" y="1701024"/>
                    <a:pt x="2687126" y="1702530"/>
                    <a:pt x="2688632" y="1705545"/>
                  </a:cubicBezTo>
                  <a:cubicBezTo>
                    <a:pt x="2694663" y="1711575"/>
                    <a:pt x="2699182" y="1719110"/>
                    <a:pt x="2705211" y="1725139"/>
                  </a:cubicBezTo>
                  <a:cubicBezTo>
                    <a:pt x="2709733" y="1729663"/>
                    <a:pt x="2712750" y="1732676"/>
                    <a:pt x="2715764" y="1737198"/>
                  </a:cubicBezTo>
                  <a:cubicBezTo>
                    <a:pt x="2721790" y="1744734"/>
                    <a:pt x="2726314" y="1750764"/>
                    <a:pt x="2732344" y="1758300"/>
                  </a:cubicBezTo>
                  <a:cubicBezTo>
                    <a:pt x="2735358" y="1761315"/>
                    <a:pt x="2736865" y="1765837"/>
                    <a:pt x="2739879" y="1768852"/>
                  </a:cubicBezTo>
                  <a:cubicBezTo>
                    <a:pt x="2759475" y="1792969"/>
                    <a:pt x="2777564" y="1820101"/>
                    <a:pt x="2795654" y="1845724"/>
                  </a:cubicBezTo>
                  <a:cubicBezTo>
                    <a:pt x="2795653" y="1847232"/>
                    <a:pt x="2797157" y="1848740"/>
                    <a:pt x="2798665" y="1850246"/>
                  </a:cubicBezTo>
                  <a:cubicBezTo>
                    <a:pt x="2840116" y="1913551"/>
                    <a:pt x="2877046" y="1979497"/>
                    <a:pt x="2908887" y="2047890"/>
                  </a:cubicBezTo>
                  <a:lnTo>
                    <a:pt x="2934093" y="2115047"/>
                  </a:lnTo>
                  <a:lnTo>
                    <a:pt x="2886054" y="2122061"/>
                  </a:lnTo>
                  <a:cubicBezTo>
                    <a:pt x="2810690" y="2137659"/>
                    <a:pt x="2734693" y="2157563"/>
                    <a:pt x="2657540" y="2180677"/>
                  </a:cubicBezTo>
                  <a:cubicBezTo>
                    <a:pt x="2524818" y="2227382"/>
                    <a:pt x="2385675" y="2271796"/>
                    <a:pt x="2254775" y="2333652"/>
                  </a:cubicBezTo>
                  <a:cubicBezTo>
                    <a:pt x="2246053" y="2337781"/>
                    <a:pt x="2228599" y="2346030"/>
                    <a:pt x="2219871" y="2350149"/>
                  </a:cubicBezTo>
                  <a:cubicBezTo>
                    <a:pt x="2106427" y="2403765"/>
                    <a:pt x="2004010" y="2446826"/>
                    <a:pt x="1901592" y="2489893"/>
                  </a:cubicBezTo>
                  <a:cubicBezTo>
                    <a:pt x="1875410" y="2502261"/>
                    <a:pt x="1842802" y="2512334"/>
                    <a:pt x="1816628" y="2524705"/>
                  </a:cubicBezTo>
                  <a:cubicBezTo>
                    <a:pt x="1772992" y="2545327"/>
                    <a:pt x="1731663" y="2559525"/>
                    <a:pt x="1688028" y="2580140"/>
                  </a:cubicBezTo>
                  <a:cubicBezTo>
                    <a:pt x="1626944" y="2609013"/>
                    <a:pt x="1561734" y="2629155"/>
                    <a:pt x="1500646" y="2658020"/>
                  </a:cubicBezTo>
                  <a:cubicBezTo>
                    <a:pt x="1459318" y="2672215"/>
                    <a:pt x="1415681" y="2692838"/>
                    <a:pt x="1374352" y="2707034"/>
                  </a:cubicBezTo>
                  <a:cubicBezTo>
                    <a:pt x="1237030" y="2766590"/>
                    <a:pt x="1095578" y="2817423"/>
                    <a:pt x="956433" y="2861834"/>
                  </a:cubicBezTo>
                  <a:cubicBezTo>
                    <a:pt x="876074" y="2883795"/>
                    <a:pt x="798013" y="2899336"/>
                    <a:pt x="726374" y="2917176"/>
                  </a:cubicBezTo>
                  <a:cubicBezTo>
                    <a:pt x="672195" y="2926769"/>
                    <a:pt x="611588" y="2934060"/>
                    <a:pt x="559703" y="2937230"/>
                  </a:cubicBezTo>
                  <a:cubicBezTo>
                    <a:pt x="434367" y="2943083"/>
                    <a:pt x="315928" y="2929662"/>
                    <a:pt x="193852" y="2885939"/>
                  </a:cubicBezTo>
                  <a:lnTo>
                    <a:pt x="59630" y="2823505"/>
                  </a:lnTo>
                  <a:lnTo>
                    <a:pt x="50028" y="2689815"/>
                  </a:lnTo>
                  <a:cubicBezTo>
                    <a:pt x="48120" y="2508938"/>
                    <a:pt x="79490" y="2324670"/>
                    <a:pt x="147319" y="2147185"/>
                  </a:cubicBezTo>
                  <a:cubicBezTo>
                    <a:pt x="150333" y="2141155"/>
                    <a:pt x="151839" y="2135128"/>
                    <a:pt x="154855" y="2129098"/>
                  </a:cubicBezTo>
                  <a:cubicBezTo>
                    <a:pt x="157868" y="2123068"/>
                    <a:pt x="159377" y="2117038"/>
                    <a:pt x="162392" y="2111009"/>
                  </a:cubicBezTo>
                  <a:cubicBezTo>
                    <a:pt x="168420" y="2098951"/>
                    <a:pt x="172943" y="2085385"/>
                    <a:pt x="178971" y="2073327"/>
                  </a:cubicBezTo>
                  <a:cubicBezTo>
                    <a:pt x="178971" y="2073327"/>
                    <a:pt x="178972" y="2071820"/>
                    <a:pt x="178972" y="2071820"/>
                  </a:cubicBezTo>
                  <a:cubicBezTo>
                    <a:pt x="215148" y="1988920"/>
                    <a:pt x="258858" y="1912046"/>
                    <a:pt x="307093" y="1839695"/>
                  </a:cubicBezTo>
                  <a:cubicBezTo>
                    <a:pt x="444257" y="1636209"/>
                    <a:pt x="625133" y="1476434"/>
                    <a:pt x="831634" y="1363386"/>
                  </a:cubicBezTo>
                  <a:cubicBezTo>
                    <a:pt x="834650" y="1361880"/>
                    <a:pt x="836156" y="1360373"/>
                    <a:pt x="839171" y="1358865"/>
                  </a:cubicBezTo>
                  <a:cubicBezTo>
                    <a:pt x="845199" y="1354345"/>
                    <a:pt x="852736" y="1351328"/>
                    <a:pt x="858766" y="1348314"/>
                  </a:cubicBezTo>
                  <a:cubicBezTo>
                    <a:pt x="863288" y="1345299"/>
                    <a:pt x="869317" y="1343791"/>
                    <a:pt x="873839" y="1340778"/>
                  </a:cubicBezTo>
                  <a:cubicBezTo>
                    <a:pt x="878362" y="1339271"/>
                    <a:pt x="881375" y="1336254"/>
                    <a:pt x="885897" y="1334750"/>
                  </a:cubicBezTo>
                  <a:cubicBezTo>
                    <a:pt x="893432" y="1331734"/>
                    <a:pt x="900970" y="1327213"/>
                    <a:pt x="908508" y="1324197"/>
                  </a:cubicBezTo>
                  <a:cubicBezTo>
                    <a:pt x="910016" y="1324197"/>
                    <a:pt x="911521" y="1322691"/>
                    <a:pt x="913029" y="1322691"/>
                  </a:cubicBezTo>
                  <a:cubicBezTo>
                    <a:pt x="1148169" y="1212657"/>
                    <a:pt x="1413453" y="1162915"/>
                    <a:pt x="1683262" y="1187033"/>
                  </a:cubicBezTo>
                  <a:cubicBezTo>
                    <a:pt x="1746566" y="1193061"/>
                    <a:pt x="1808367" y="1202107"/>
                    <a:pt x="1870168" y="1215671"/>
                  </a:cubicBezTo>
                  <a:cubicBezTo>
                    <a:pt x="1870166" y="1217178"/>
                    <a:pt x="1871675" y="1217178"/>
                    <a:pt x="1873182" y="1217178"/>
                  </a:cubicBezTo>
                  <a:cubicBezTo>
                    <a:pt x="1883732" y="1220194"/>
                    <a:pt x="1894283" y="1221701"/>
                    <a:pt x="1904835" y="1224715"/>
                  </a:cubicBezTo>
                  <a:cubicBezTo>
                    <a:pt x="1906341" y="1224715"/>
                    <a:pt x="1906341" y="1224715"/>
                    <a:pt x="1907848" y="1224715"/>
                  </a:cubicBezTo>
                  <a:cubicBezTo>
                    <a:pt x="1910864" y="1226222"/>
                    <a:pt x="1913878" y="1227731"/>
                    <a:pt x="1916893" y="1227731"/>
                  </a:cubicBezTo>
                  <a:cubicBezTo>
                    <a:pt x="1925936" y="1229236"/>
                    <a:pt x="1936489" y="1232252"/>
                    <a:pt x="1947039" y="1235265"/>
                  </a:cubicBezTo>
                  <a:cubicBezTo>
                    <a:pt x="1954576" y="1236773"/>
                    <a:pt x="1963620" y="1238281"/>
                    <a:pt x="1971157" y="1241296"/>
                  </a:cubicBezTo>
                  <a:cubicBezTo>
                    <a:pt x="1974170" y="1241296"/>
                    <a:pt x="1978693" y="1242802"/>
                    <a:pt x="1981707" y="1244309"/>
                  </a:cubicBezTo>
                  <a:close/>
                  <a:moveTo>
                    <a:pt x="5262147" y="2275312"/>
                  </a:moveTo>
                  <a:cubicBezTo>
                    <a:pt x="5338616" y="2302558"/>
                    <a:pt x="5411126" y="2336574"/>
                    <a:pt x="5479158" y="2376503"/>
                  </a:cubicBezTo>
                  <a:lnTo>
                    <a:pt x="5497446" y="2388412"/>
                  </a:lnTo>
                  <a:lnTo>
                    <a:pt x="4669810" y="4699257"/>
                  </a:lnTo>
                  <a:cubicBezTo>
                    <a:pt x="4662331" y="4720138"/>
                    <a:pt x="4653850" y="4737490"/>
                    <a:pt x="4644233" y="4751376"/>
                  </a:cubicBezTo>
                  <a:lnTo>
                    <a:pt x="4642953" y="4752612"/>
                  </a:lnTo>
                  <a:lnTo>
                    <a:pt x="4521514" y="4729196"/>
                  </a:lnTo>
                  <a:cubicBezTo>
                    <a:pt x="4142993" y="4635555"/>
                    <a:pt x="3845254" y="4383812"/>
                    <a:pt x="3682823" y="4060807"/>
                  </a:cubicBezTo>
                  <a:lnTo>
                    <a:pt x="3631193" y="3940500"/>
                  </a:lnTo>
                  <a:lnTo>
                    <a:pt x="3640059" y="3860136"/>
                  </a:lnTo>
                  <a:cubicBezTo>
                    <a:pt x="3648881" y="3815266"/>
                    <a:pt x="3661778" y="3769138"/>
                    <a:pt x="3679037" y="3720951"/>
                  </a:cubicBezTo>
                  <a:lnTo>
                    <a:pt x="3934476" y="3007737"/>
                  </a:lnTo>
                  <a:cubicBezTo>
                    <a:pt x="3986255" y="2863167"/>
                    <a:pt x="3996438" y="2732248"/>
                    <a:pt x="3967950" y="2606845"/>
                  </a:cubicBezTo>
                  <a:lnTo>
                    <a:pt x="3949478" y="2551406"/>
                  </a:lnTo>
                  <a:lnTo>
                    <a:pt x="3962303" y="2537577"/>
                  </a:lnTo>
                  <a:cubicBezTo>
                    <a:pt x="4268284" y="2257219"/>
                    <a:pt x="4703896" y="2130606"/>
                    <a:pt x="5136495" y="2237623"/>
                  </a:cubicBezTo>
                  <a:cubicBezTo>
                    <a:pt x="5179452" y="2248175"/>
                    <a:pt x="5221363" y="2260780"/>
                    <a:pt x="5262147" y="2275312"/>
                  </a:cubicBezTo>
                  <a:close/>
                  <a:moveTo>
                    <a:pt x="4911816" y="15752"/>
                  </a:moveTo>
                  <a:lnTo>
                    <a:pt x="5391008" y="187377"/>
                  </a:lnTo>
                  <a:lnTo>
                    <a:pt x="5411955" y="230649"/>
                  </a:lnTo>
                  <a:cubicBezTo>
                    <a:pt x="5468481" y="382511"/>
                    <a:pt x="5496743" y="547185"/>
                    <a:pt x="5490710" y="718263"/>
                  </a:cubicBezTo>
                  <a:cubicBezTo>
                    <a:pt x="5490710" y="724292"/>
                    <a:pt x="5490710" y="728813"/>
                    <a:pt x="5490710" y="734841"/>
                  </a:cubicBezTo>
                  <a:cubicBezTo>
                    <a:pt x="5489203" y="748407"/>
                    <a:pt x="5489204" y="761974"/>
                    <a:pt x="5487697" y="775539"/>
                  </a:cubicBezTo>
                  <a:cubicBezTo>
                    <a:pt x="5484682" y="802672"/>
                    <a:pt x="5481670" y="828298"/>
                    <a:pt x="5478653" y="855426"/>
                  </a:cubicBezTo>
                  <a:cubicBezTo>
                    <a:pt x="5478653" y="858441"/>
                    <a:pt x="5477145" y="861456"/>
                    <a:pt x="5477148" y="864471"/>
                  </a:cubicBezTo>
                  <a:cubicBezTo>
                    <a:pt x="5474130" y="882558"/>
                    <a:pt x="5471118" y="899141"/>
                    <a:pt x="5468104" y="917227"/>
                  </a:cubicBezTo>
                  <a:cubicBezTo>
                    <a:pt x="5465086" y="930793"/>
                    <a:pt x="5462073" y="942851"/>
                    <a:pt x="5459059" y="956417"/>
                  </a:cubicBezTo>
                  <a:cubicBezTo>
                    <a:pt x="5457551" y="963953"/>
                    <a:pt x="5456043" y="969981"/>
                    <a:pt x="5454534" y="977519"/>
                  </a:cubicBezTo>
                  <a:cubicBezTo>
                    <a:pt x="5418360" y="1128248"/>
                    <a:pt x="5356560" y="1266920"/>
                    <a:pt x="5273663" y="1390521"/>
                  </a:cubicBezTo>
                  <a:cubicBezTo>
                    <a:pt x="5269137" y="1398056"/>
                    <a:pt x="5264618" y="1404086"/>
                    <a:pt x="5260094" y="1410115"/>
                  </a:cubicBezTo>
                  <a:cubicBezTo>
                    <a:pt x="5252557" y="1420667"/>
                    <a:pt x="5246526" y="1431217"/>
                    <a:pt x="5238992" y="1440262"/>
                  </a:cubicBezTo>
                  <a:cubicBezTo>
                    <a:pt x="5228440" y="1455334"/>
                    <a:pt x="5217889" y="1470406"/>
                    <a:pt x="5205831" y="1483972"/>
                  </a:cubicBezTo>
                  <a:cubicBezTo>
                    <a:pt x="5204325" y="1483973"/>
                    <a:pt x="5204322" y="1485480"/>
                    <a:pt x="5202815" y="1486988"/>
                  </a:cubicBezTo>
                  <a:cubicBezTo>
                    <a:pt x="5112379" y="1600036"/>
                    <a:pt x="5003854" y="1694995"/>
                    <a:pt x="4883268" y="1768852"/>
                  </a:cubicBezTo>
                  <a:cubicBezTo>
                    <a:pt x="4881760" y="1768852"/>
                    <a:pt x="4881761" y="1770360"/>
                    <a:pt x="4880255" y="1770359"/>
                  </a:cubicBezTo>
                  <a:cubicBezTo>
                    <a:pt x="4865180" y="1779404"/>
                    <a:pt x="4850106" y="1788447"/>
                    <a:pt x="4835033" y="1797493"/>
                  </a:cubicBezTo>
                  <a:cubicBezTo>
                    <a:pt x="4830513" y="1800506"/>
                    <a:pt x="4827498" y="1802014"/>
                    <a:pt x="4824484" y="1803521"/>
                  </a:cubicBezTo>
                  <a:cubicBezTo>
                    <a:pt x="4812424" y="1811056"/>
                    <a:pt x="4798863" y="1818595"/>
                    <a:pt x="4785292" y="1824623"/>
                  </a:cubicBezTo>
                  <a:cubicBezTo>
                    <a:pt x="4780770" y="1827639"/>
                    <a:pt x="4774739" y="1830652"/>
                    <a:pt x="4768711" y="1833669"/>
                  </a:cubicBezTo>
                  <a:cubicBezTo>
                    <a:pt x="4756654" y="1839697"/>
                    <a:pt x="4746103" y="1845725"/>
                    <a:pt x="4734044" y="1850247"/>
                  </a:cubicBezTo>
                  <a:cubicBezTo>
                    <a:pt x="4725001" y="1853262"/>
                    <a:pt x="4717464" y="1857784"/>
                    <a:pt x="4709929" y="1860797"/>
                  </a:cubicBezTo>
                  <a:cubicBezTo>
                    <a:pt x="4699377" y="1865321"/>
                    <a:pt x="4690331" y="1868334"/>
                    <a:pt x="4679782" y="1872857"/>
                  </a:cubicBezTo>
                  <a:cubicBezTo>
                    <a:pt x="4670738" y="1875871"/>
                    <a:pt x="4660186" y="1880395"/>
                    <a:pt x="4651143" y="1883408"/>
                  </a:cubicBezTo>
                  <a:cubicBezTo>
                    <a:pt x="4640592" y="1886423"/>
                    <a:pt x="4631549" y="1889438"/>
                    <a:pt x="4622503" y="1892451"/>
                  </a:cubicBezTo>
                  <a:cubicBezTo>
                    <a:pt x="4613460" y="1895466"/>
                    <a:pt x="4602908" y="1899988"/>
                    <a:pt x="4592357" y="1903003"/>
                  </a:cubicBezTo>
                  <a:cubicBezTo>
                    <a:pt x="4583314" y="1906018"/>
                    <a:pt x="4572765" y="1909032"/>
                    <a:pt x="4563718" y="1912047"/>
                  </a:cubicBezTo>
                  <a:cubicBezTo>
                    <a:pt x="4553170" y="1915061"/>
                    <a:pt x="4544123" y="1918075"/>
                    <a:pt x="4533574" y="1921090"/>
                  </a:cubicBezTo>
                  <a:cubicBezTo>
                    <a:pt x="4521517" y="1924104"/>
                    <a:pt x="4509455" y="1927120"/>
                    <a:pt x="4497400" y="1930134"/>
                  </a:cubicBezTo>
                  <a:cubicBezTo>
                    <a:pt x="4489863" y="1933149"/>
                    <a:pt x="4482325" y="1934657"/>
                    <a:pt x="4474788" y="1936163"/>
                  </a:cubicBezTo>
                  <a:cubicBezTo>
                    <a:pt x="4458210" y="1939179"/>
                    <a:pt x="4440122" y="1942192"/>
                    <a:pt x="4423542" y="1945208"/>
                  </a:cubicBezTo>
                  <a:cubicBezTo>
                    <a:pt x="4420530" y="1945208"/>
                    <a:pt x="4417511" y="1946714"/>
                    <a:pt x="4414495" y="1946714"/>
                  </a:cubicBezTo>
                  <a:cubicBezTo>
                    <a:pt x="4167300" y="1987414"/>
                    <a:pt x="3906535" y="1957265"/>
                    <a:pt x="3662351" y="1842710"/>
                  </a:cubicBezTo>
                  <a:cubicBezTo>
                    <a:pt x="3366920" y="1704039"/>
                    <a:pt x="3149867" y="1467393"/>
                    <a:pt x="3029285" y="1190048"/>
                  </a:cubicBezTo>
                  <a:cubicBezTo>
                    <a:pt x="3029283" y="1188541"/>
                    <a:pt x="3029283" y="1188541"/>
                    <a:pt x="3029283" y="1188541"/>
                  </a:cubicBezTo>
                  <a:cubicBezTo>
                    <a:pt x="3012702" y="1152366"/>
                    <a:pt x="2999137" y="1116190"/>
                    <a:pt x="2987078" y="1078509"/>
                  </a:cubicBezTo>
                  <a:cubicBezTo>
                    <a:pt x="2987082" y="1075495"/>
                    <a:pt x="2985572" y="1070973"/>
                    <a:pt x="2984064" y="1067957"/>
                  </a:cubicBezTo>
                  <a:cubicBezTo>
                    <a:pt x="2979541" y="1051377"/>
                    <a:pt x="2973513" y="1034795"/>
                    <a:pt x="2968992" y="1016708"/>
                  </a:cubicBezTo>
                  <a:cubicBezTo>
                    <a:pt x="2967486" y="1013696"/>
                    <a:pt x="2967486" y="1009173"/>
                    <a:pt x="2965980" y="1006159"/>
                  </a:cubicBezTo>
                  <a:cubicBezTo>
                    <a:pt x="2961458" y="989577"/>
                    <a:pt x="2956932" y="971490"/>
                    <a:pt x="2953918" y="954908"/>
                  </a:cubicBezTo>
                  <a:cubicBezTo>
                    <a:pt x="2952411" y="953402"/>
                    <a:pt x="2952412" y="951895"/>
                    <a:pt x="2952411" y="950387"/>
                  </a:cubicBezTo>
                  <a:cubicBezTo>
                    <a:pt x="2949395" y="930792"/>
                    <a:pt x="2944874" y="911197"/>
                    <a:pt x="2941860" y="891604"/>
                  </a:cubicBezTo>
                  <a:cubicBezTo>
                    <a:pt x="2940353" y="890095"/>
                    <a:pt x="2940352" y="888588"/>
                    <a:pt x="2940356" y="887081"/>
                  </a:cubicBezTo>
                  <a:cubicBezTo>
                    <a:pt x="2938846" y="881050"/>
                    <a:pt x="2938847" y="876530"/>
                    <a:pt x="2937340" y="870502"/>
                  </a:cubicBezTo>
                  <a:lnTo>
                    <a:pt x="2931121" y="781763"/>
                  </a:lnTo>
                  <a:lnTo>
                    <a:pt x="3043557" y="738536"/>
                  </a:lnTo>
                  <a:lnTo>
                    <a:pt x="4006650" y="336767"/>
                  </a:lnTo>
                  <a:lnTo>
                    <a:pt x="4667085" y="51339"/>
                  </a:lnTo>
                  <a:cubicBezTo>
                    <a:pt x="4719445" y="26596"/>
                    <a:pt x="4763081" y="5980"/>
                    <a:pt x="4793386" y="2334"/>
                  </a:cubicBezTo>
                  <a:cubicBezTo>
                    <a:pt x="4799806" y="4633"/>
                    <a:pt x="4802109" y="-1795"/>
                    <a:pt x="4808536" y="506"/>
                  </a:cubicBezTo>
                  <a:cubicBezTo>
                    <a:pt x="4845262" y="-839"/>
                    <a:pt x="4879692" y="4246"/>
                    <a:pt x="4911816" y="15752"/>
                  </a:cubicBezTo>
                  <a:close/>
                </a:path>
              </a:pathLst>
            </a:custGeom>
            <a:solidFill>
              <a:srgbClr val="29B8CE"/>
            </a:solidFill>
            <a:ln w="92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Grafik 19">
              <a:extLst>
                <a:ext uri="{FF2B5EF4-FFF2-40B4-BE49-F238E27FC236}">
                  <a16:creationId xmlns:a16="http://schemas.microsoft.com/office/drawing/2014/main" id="{2A582591-3818-4B78-BC74-0A6B7E33157B}"/>
                </a:ext>
              </a:extLst>
            </p:cNvPr>
            <p:cNvSpPr/>
            <p:nvPr/>
          </p:nvSpPr>
          <p:spPr>
            <a:xfrm rot="18807008">
              <a:off x="3426754" y="2142995"/>
              <a:ext cx="1980319" cy="2900975"/>
            </a:xfrm>
            <a:custGeom>
              <a:avLst/>
              <a:gdLst>
                <a:gd name="connsiteX0" fmla="*/ 2701168 w 3617914"/>
                <a:gd name="connsiteY0" fmla="*/ 113654 h 5299894"/>
                <a:gd name="connsiteX1" fmla="*/ 760925 w 3617914"/>
                <a:gd name="connsiteY1" fmla="*/ 917564 h 5299894"/>
                <a:gd name="connsiteX2" fmla="*/ 1133353 w 3617914"/>
                <a:gd name="connsiteY2" fmla="*/ 2584439 h 5299894"/>
                <a:gd name="connsiteX3" fmla="*/ 1267655 w 3617914"/>
                <a:gd name="connsiteY3" fmla="*/ 2693024 h 5299894"/>
                <a:gd name="connsiteX4" fmla="*/ 1271465 w 3617914"/>
                <a:gd name="connsiteY4" fmla="*/ 2695882 h 5299894"/>
                <a:gd name="connsiteX5" fmla="*/ 1391480 w 3617914"/>
                <a:gd name="connsiteY5" fmla="*/ 3134984 h 5299894"/>
                <a:gd name="connsiteX6" fmla="*/ 1333378 w 3617914"/>
                <a:gd name="connsiteY6" fmla="*/ 3275954 h 5299894"/>
                <a:gd name="connsiteX7" fmla="*/ 1083823 w 3617914"/>
                <a:gd name="connsiteY7" fmla="*/ 3419782 h 5299894"/>
                <a:gd name="connsiteX8" fmla="*/ 1077155 w 3617914"/>
                <a:gd name="connsiteY8" fmla="*/ 3418829 h 5299894"/>
                <a:gd name="connsiteX9" fmla="*/ 822838 w 3617914"/>
                <a:gd name="connsiteY9" fmla="*/ 3417877 h 5299894"/>
                <a:gd name="connsiteX10" fmla="*/ 72268 w 3617914"/>
                <a:gd name="connsiteY10" fmla="*/ 3993187 h 5299894"/>
                <a:gd name="connsiteX11" fmla="*/ 583760 w 3617914"/>
                <a:gd name="connsiteY11" fmla="*/ 5227627 h 5299894"/>
                <a:gd name="connsiteX12" fmla="*/ 1818200 w 3617914"/>
                <a:gd name="connsiteY12" fmla="*/ 4716134 h 5299894"/>
                <a:gd name="connsiteX13" fmla="*/ 1694375 w 3617914"/>
                <a:gd name="connsiteY13" fmla="*/ 3778874 h 5299894"/>
                <a:gd name="connsiteX14" fmla="*/ 1513400 w 3617914"/>
                <a:gd name="connsiteY14" fmla="*/ 3599804 h 5299894"/>
                <a:gd name="connsiteX15" fmla="*/ 1507685 w 3617914"/>
                <a:gd name="connsiteY15" fmla="*/ 3595994 h 5299894"/>
                <a:gd name="connsiteX16" fmla="*/ 1432438 w 3617914"/>
                <a:gd name="connsiteY16" fmla="*/ 3317864 h 5299894"/>
                <a:gd name="connsiteX17" fmla="*/ 1490540 w 3617914"/>
                <a:gd name="connsiteY17" fmla="*/ 3176894 h 5299894"/>
                <a:gd name="connsiteX18" fmla="*/ 1885828 w 3617914"/>
                <a:gd name="connsiteY18" fmla="*/ 2951152 h 5299894"/>
                <a:gd name="connsiteX19" fmla="*/ 1889638 w 3617914"/>
                <a:gd name="connsiteY19" fmla="*/ 2952104 h 5299894"/>
                <a:gd name="connsiteX20" fmla="*/ 2061088 w 3617914"/>
                <a:gd name="connsiteY20" fmla="*/ 2970202 h 5299894"/>
                <a:gd name="connsiteX21" fmla="*/ 3503173 w 3617914"/>
                <a:gd name="connsiteY21" fmla="*/ 2054849 h 5299894"/>
                <a:gd name="connsiteX22" fmla="*/ 2701168 w 3617914"/>
                <a:gd name="connsiteY22" fmla="*/ 113654 h 529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7914" h="5299894">
                  <a:moveTo>
                    <a:pt x="2701168" y="113654"/>
                  </a:moveTo>
                  <a:cubicBezTo>
                    <a:pt x="1943930" y="-200671"/>
                    <a:pt x="1075250" y="159374"/>
                    <a:pt x="760925" y="917564"/>
                  </a:cubicBezTo>
                  <a:cubicBezTo>
                    <a:pt x="514228" y="1511924"/>
                    <a:pt x="682820" y="2174864"/>
                    <a:pt x="1133353" y="2584439"/>
                  </a:cubicBezTo>
                  <a:cubicBezTo>
                    <a:pt x="1175263" y="2622539"/>
                    <a:pt x="1220030" y="2658734"/>
                    <a:pt x="1267655" y="2693024"/>
                  </a:cubicBezTo>
                  <a:cubicBezTo>
                    <a:pt x="1268608" y="2693977"/>
                    <a:pt x="1269560" y="2694929"/>
                    <a:pt x="1271465" y="2695882"/>
                  </a:cubicBezTo>
                  <a:cubicBezTo>
                    <a:pt x="1403863" y="2794942"/>
                    <a:pt x="1458155" y="2974964"/>
                    <a:pt x="1391480" y="3134984"/>
                  </a:cubicBezTo>
                  <a:lnTo>
                    <a:pt x="1333378" y="3275954"/>
                  </a:lnTo>
                  <a:cubicBezTo>
                    <a:pt x="1291468" y="3376919"/>
                    <a:pt x="1187645" y="3434069"/>
                    <a:pt x="1083823" y="3419782"/>
                  </a:cubicBezTo>
                  <a:cubicBezTo>
                    <a:pt x="1081918" y="3419782"/>
                    <a:pt x="1079060" y="3418829"/>
                    <a:pt x="1077155" y="3418829"/>
                  </a:cubicBezTo>
                  <a:cubicBezTo>
                    <a:pt x="991430" y="3406447"/>
                    <a:pt x="905705" y="3406447"/>
                    <a:pt x="822838" y="3417877"/>
                  </a:cubicBezTo>
                  <a:cubicBezTo>
                    <a:pt x="498988" y="3460739"/>
                    <a:pt x="206570" y="3670289"/>
                    <a:pt x="72268" y="3993187"/>
                  </a:cubicBezTo>
                  <a:cubicBezTo>
                    <a:pt x="-127757" y="4475152"/>
                    <a:pt x="101795" y="5028555"/>
                    <a:pt x="583760" y="5227627"/>
                  </a:cubicBezTo>
                  <a:cubicBezTo>
                    <a:pt x="1065725" y="5427652"/>
                    <a:pt x="1619128" y="5198100"/>
                    <a:pt x="1818200" y="4716134"/>
                  </a:cubicBezTo>
                  <a:cubicBezTo>
                    <a:pt x="1952503" y="4392284"/>
                    <a:pt x="1893448" y="4037954"/>
                    <a:pt x="1694375" y="3778874"/>
                  </a:cubicBezTo>
                  <a:cubicBezTo>
                    <a:pt x="1642940" y="3712199"/>
                    <a:pt x="1582933" y="3651239"/>
                    <a:pt x="1513400" y="3599804"/>
                  </a:cubicBezTo>
                  <a:cubicBezTo>
                    <a:pt x="1511495" y="3598852"/>
                    <a:pt x="1509590" y="3596947"/>
                    <a:pt x="1507685" y="3595994"/>
                  </a:cubicBezTo>
                  <a:cubicBezTo>
                    <a:pt x="1424818" y="3532177"/>
                    <a:pt x="1391480" y="3418829"/>
                    <a:pt x="1432438" y="3317864"/>
                  </a:cubicBezTo>
                  <a:lnTo>
                    <a:pt x="1490540" y="3176894"/>
                  </a:lnTo>
                  <a:cubicBezTo>
                    <a:pt x="1557215" y="3016874"/>
                    <a:pt x="1721998" y="2927339"/>
                    <a:pt x="1885828" y="2951152"/>
                  </a:cubicBezTo>
                  <a:cubicBezTo>
                    <a:pt x="1886780" y="2951152"/>
                    <a:pt x="1888685" y="2952104"/>
                    <a:pt x="1889638" y="2952104"/>
                  </a:cubicBezTo>
                  <a:cubicBezTo>
                    <a:pt x="1946788" y="2961629"/>
                    <a:pt x="2003938" y="2967344"/>
                    <a:pt x="2061088" y="2970202"/>
                  </a:cubicBezTo>
                  <a:cubicBezTo>
                    <a:pt x="2668783" y="2998777"/>
                    <a:pt x="3257428" y="2649209"/>
                    <a:pt x="3503173" y="2054849"/>
                  </a:cubicBezTo>
                  <a:cubicBezTo>
                    <a:pt x="3819403" y="1296659"/>
                    <a:pt x="3459358" y="427979"/>
                    <a:pt x="2701168" y="1136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0ECFADE2-739F-4450-80BD-572046B88BA0}"/>
                </a:ext>
              </a:extLst>
            </p:cNvPr>
            <p:cNvSpPr/>
            <p:nvPr/>
          </p:nvSpPr>
          <p:spPr>
            <a:xfrm rot="12078484" flipH="1">
              <a:off x="-15883" y="3406746"/>
              <a:ext cx="1993002" cy="1973966"/>
            </a:xfrm>
            <a:custGeom>
              <a:avLst/>
              <a:gdLst>
                <a:gd name="connsiteX0" fmla="*/ 1189139 w 1993002"/>
                <a:gd name="connsiteY0" fmla="*/ 1946704 h 1973966"/>
                <a:gd name="connsiteX1" fmla="*/ 1843409 w 1993002"/>
                <a:gd name="connsiteY1" fmla="*/ 1753327 h 1973966"/>
                <a:gd name="connsiteX2" fmla="*/ 1773694 w 1993002"/>
                <a:gd name="connsiteY2" fmla="*/ 881892 h 1973966"/>
                <a:gd name="connsiteX3" fmla="*/ 1208134 w 1993002"/>
                <a:gd name="connsiteY3" fmla="*/ 760763 h 1973966"/>
                <a:gd name="connsiteX4" fmla="*/ 1028618 w 1993002"/>
                <a:gd name="connsiteY4" fmla="*/ 845292 h 1973966"/>
                <a:gd name="connsiteX5" fmla="*/ 1024260 w 1993002"/>
                <a:gd name="connsiteY5" fmla="*/ 847907 h 1973966"/>
                <a:gd name="connsiteX6" fmla="*/ 838645 w 1993002"/>
                <a:gd name="connsiteY6" fmla="*/ 838320 h 1973966"/>
                <a:gd name="connsiteX7" fmla="*/ 837773 w 1993002"/>
                <a:gd name="connsiteY7" fmla="*/ 837449 h 1973966"/>
                <a:gd name="connsiteX8" fmla="*/ 802045 w 1993002"/>
                <a:gd name="connsiteY8" fmla="*/ 697148 h 1973966"/>
                <a:gd name="connsiteX9" fmla="*/ 805531 w 1993002"/>
                <a:gd name="connsiteY9" fmla="*/ 688434 h 1973966"/>
                <a:gd name="connsiteX10" fmla="*/ 805530 w 1993002"/>
                <a:gd name="connsiteY10" fmla="*/ 687563 h 1973966"/>
                <a:gd name="connsiteX11" fmla="*/ 823830 w 1993002"/>
                <a:gd name="connsiteY11" fmla="*/ 638762 h 1973966"/>
                <a:gd name="connsiteX12" fmla="*/ 825573 w 1993002"/>
                <a:gd name="connsiteY12" fmla="*/ 633534 h 1973966"/>
                <a:gd name="connsiteX13" fmla="*/ 830802 w 1993002"/>
                <a:gd name="connsiteY13" fmla="*/ 614362 h 1973966"/>
                <a:gd name="connsiteX14" fmla="*/ 832545 w 1993002"/>
                <a:gd name="connsiteY14" fmla="*/ 606518 h 1973966"/>
                <a:gd name="connsiteX15" fmla="*/ 836030 w 1993002"/>
                <a:gd name="connsiteY15" fmla="*/ 589090 h 1973966"/>
                <a:gd name="connsiteX16" fmla="*/ 836902 w 1993002"/>
                <a:gd name="connsiteY16" fmla="*/ 586476 h 1973966"/>
                <a:gd name="connsiteX17" fmla="*/ 839516 w 1993002"/>
                <a:gd name="connsiteY17" fmla="*/ 570790 h 1973966"/>
                <a:gd name="connsiteX18" fmla="*/ 840388 w 1993002"/>
                <a:gd name="connsiteY18" fmla="*/ 567304 h 1973966"/>
                <a:gd name="connsiteX19" fmla="*/ 843002 w 1993002"/>
                <a:gd name="connsiteY19" fmla="*/ 549004 h 1973966"/>
                <a:gd name="connsiteX20" fmla="*/ 843874 w 1993002"/>
                <a:gd name="connsiteY20" fmla="*/ 542904 h 1973966"/>
                <a:gd name="connsiteX21" fmla="*/ 845617 w 1993002"/>
                <a:gd name="connsiteY21" fmla="*/ 521118 h 1973966"/>
                <a:gd name="connsiteX22" fmla="*/ 845616 w 1993002"/>
                <a:gd name="connsiteY22" fmla="*/ 516761 h 1973966"/>
                <a:gd name="connsiteX23" fmla="*/ 846487 w 1993002"/>
                <a:gd name="connsiteY23" fmla="*/ 497590 h 1973966"/>
                <a:gd name="connsiteX24" fmla="*/ 846488 w 1993002"/>
                <a:gd name="connsiteY24" fmla="*/ 494104 h 1973966"/>
                <a:gd name="connsiteX25" fmla="*/ 846487 w 1993002"/>
                <a:gd name="connsiteY25" fmla="*/ 492361 h 1973966"/>
                <a:gd name="connsiteX26" fmla="*/ 845617 w 1993002"/>
                <a:gd name="connsiteY26" fmla="*/ 471447 h 1973966"/>
                <a:gd name="connsiteX27" fmla="*/ 845617 w 1993002"/>
                <a:gd name="connsiteY27" fmla="*/ 464475 h 1973966"/>
                <a:gd name="connsiteX28" fmla="*/ 844745 w 1993002"/>
                <a:gd name="connsiteY28" fmla="*/ 449660 h 1973966"/>
                <a:gd name="connsiteX29" fmla="*/ 843874 w 1993002"/>
                <a:gd name="connsiteY29" fmla="*/ 438332 h 1973966"/>
                <a:gd name="connsiteX30" fmla="*/ 842131 w 1993002"/>
                <a:gd name="connsiteY30" fmla="*/ 423517 h 1973966"/>
                <a:gd name="connsiteX31" fmla="*/ 840388 w 1993002"/>
                <a:gd name="connsiteY31" fmla="*/ 412189 h 1973966"/>
                <a:gd name="connsiteX32" fmla="*/ 838645 w 1993002"/>
                <a:gd name="connsiteY32" fmla="*/ 403475 h 1973966"/>
                <a:gd name="connsiteX33" fmla="*/ 834287 w 1993002"/>
                <a:gd name="connsiteY33" fmla="*/ 382560 h 1973966"/>
                <a:gd name="connsiteX34" fmla="*/ 832545 w 1993002"/>
                <a:gd name="connsiteY34" fmla="*/ 375589 h 1973966"/>
                <a:gd name="connsiteX35" fmla="*/ 829059 w 1993002"/>
                <a:gd name="connsiteY35" fmla="*/ 363389 h 1973966"/>
                <a:gd name="connsiteX36" fmla="*/ 827316 w 1993002"/>
                <a:gd name="connsiteY36" fmla="*/ 356418 h 1973966"/>
                <a:gd name="connsiteX37" fmla="*/ 821216 w 1993002"/>
                <a:gd name="connsiteY37" fmla="*/ 338117 h 1973966"/>
                <a:gd name="connsiteX38" fmla="*/ 817731 w 1993002"/>
                <a:gd name="connsiteY38" fmla="*/ 328532 h 1973966"/>
                <a:gd name="connsiteX39" fmla="*/ 814245 w 1993002"/>
                <a:gd name="connsiteY39" fmla="*/ 318945 h 1973966"/>
                <a:gd name="connsiteX40" fmla="*/ 809016 w 1993002"/>
                <a:gd name="connsiteY40" fmla="*/ 305002 h 1973966"/>
                <a:gd name="connsiteX41" fmla="*/ 806402 w 1993002"/>
                <a:gd name="connsiteY41" fmla="*/ 298031 h 1973966"/>
                <a:gd name="connsiteX42" fmla="*/ 798559 w 1993002"/>
                <a:gd name="connsiteY42" fmla="*/ 281474 h 1973966"/>
                <a:gd name="connsiteX43" fmla="*/ 795944 w 1993002"/>
                <a:gd name="connsiteY43" fmla="*/ 277116 h 1973966"/>
                <a:gd name="connsiteX44" fmla="*/ 774159 w 1993002"/>
                <a:gd name="connsiteY44" fmla="*/ 237902 h 1973966"/>
                <a:gd name="connsiteX45" fmla="*/ 702701 w 1993002"/>
                <a:gd name="connsiteY45" fmla="*/ 146401 h 1973966"/>
                <a:gd name="connsiteX46" fmla="*/ 700086 w 1993002"/>
                <a:gd name="connsiteY46" fmla="*/ 143787 h 1973966"/>
                <a:gd name="connsiteX47" fmla="*/ 686143 w 1993002"/>
                <a:gd name="connsiteY47" fmla="*/ 130715 h 1973966"/>
                <a:gd name="connsiteX48" fmla="*/ 683530 w 1993002"/>
                <a:gd name="connsiteY48" fmla="*/ 128972 h 1973966"/>
                <a:gd name="connsiteX49" fmla="*/ 669587 w 1993002"/>
                <a:gd name="connsiteY49" fmla="*/ 116772 h 1973966"/>
                <a:gd name="connsiteX50" fmla="*/ 667844 w 1993002"/>
                <a:gd name="connsiteY50" fmla="*/ 115901 h 1973966"/>
                <a:gd name="connsiteX51" fmla="*/ 653901 w 1993002"/>
                <a:gd name="connsiteY51" fmla="*/ 104572 h 1973966"/>
                <a:gd name="connsiteX52" fmla="*/ 648672 w 1993002"/>
                <a:gd name="connsiteY52" fmla="*/ 100216 h 1973966"/>
                <a:gd name="connsiteX53" fmla="*/ 632115 w 1993002"/>
                <a:gd name="connsiteY53" fmla="*/ 88015 h 1973966"/>
                <a:gd name="connsiteX54" fmla="*/ 628629 w 1993002"/>
                <a:gd name="connsiteY54" fmla="*/ 85400 h 1973966"/>
                <a:gd name="connsiteX55" fmla="*/ 586800 w 1993002"/>
                <a:gd name="connsiteY55" fmla="*/ 60130 h 1973966"/>
                <a:gd name="connsiteX56" fmla="*/ 579828 w 1993002"/>
                <a:gd name="connsiteY56" fmla="*/ 56644 h 1973966"/>
                <a:gd name="connsiteX57" fmla="*/ 565015 w 1993002"/>
                <a:gd name="connsiteY57" fmla="*/ 48800 h 1973966"/>
                <a:gd name="connsiteX58" fmla="*/ 556300 w 1993002"/>
                <a:gd name="connsiteY58" fmla="*/ 44444 h 1973966"/>
                <a:gd name="connsiteX59" fmla="*/ 543228 w 1993002"/>
                <a:gd name="connsiteY59" fmla="*/ 38343 h 1973966"/>
                <a:gd name="connsiteX60" fmla="*/ 533643 w 1993002"/>
                <a:gd name="connsiteY60" fmla="*/ 34858 h 1973966"/>
                <a:gd name="connsiteX61" fmla="*/ 520571 w 1993002"/>
                <a:gd name="connsiteY61" fmla="*/ 29629 h 1973966"/>
                <a:gd name="connsiteX62" fmla="*/ 510986 w 1993002"/>
                <a:gd name="connsiteY62" fmla="*/ 26143 h 1973966"/>
                <a:gd name="connsiteX63" fmla="*/ 497043 w 1993002"/>
                <a:gd name="connsiteY63" fmla="*/ 21786 h 1973966"/>
                <a:gd name="connsiteX64" fmla="*/ 488328 w 1993002"/>
                <a:gd name="connsiteY64" fmla="*/ 19172 h 1973966"/>
                <a:gd name="connsiteX65" fmla="*/ 473513 w 1993002"/>
                <a:gd name="connsiteY65" fmla="*/ 14815 h 1973966"/>
                <a:gd name="connsiteX66" fmla="*/ 464799 w 1993002"/>
                <a:gd name="connsiteY66" fmla="*/ 13072 h 1973966"/>
                <a:gd name="connsiteX67" fmla="*/ 449985 w 1993002"/>
                <a:gd name="connsiteY67" fmla="*/ 9586 h 1973966"/>
                <a:gd name="connsiteX68" fmla="*/ 434299 w 1993002"/>
                <a:gd name="connsiteY68" fmla="*/ 6972 h 1973966"/>
                <a:gd name="connsiteX69" fmla="*/ 420356 w 1993002"/>
                <a:gd name="connsiteY69" fmla="*/ 4358 h 1973966"/>
                <a:gd name="connsiteX70" fmla="*/ 402928 w 1993002"/>
                <a:gd name="connsiteY70" fmla="*/ 1743 h 1973966"/>
                <a:gd name="connsiteX71" fmla="*/ 395084 w 1993002"/>
                <a:gd name="connsiteY71" fmla="*/ 872 h 1973966"/>
                <a:gd name="connsiteX72" fmla="*/ 377656 w 1993002"/>
                <a:gd name="connsiteY72" fmla="*/ 0 h 1973966"/>
                <a:gd name="connsiteX73" fmla="*/ 368941 w 1993002"/>
                <a:gd name="connsiteY73" fmla="*/ 0 h 1973966"/>
                <a:gd name="connsiteX74" fmla="*/ 353255 w 1993002"/>
                <a:gd name="connsiteY74" fmla="*/ 0 h 1973966"/>
                <a:gd name="connsiteX75" fmla="*/ 351513 w 1993002"/>
                <a:gd name="connsiteY75" fmla="*/ 0 h 1973966"/>
                <a:gd name="connsiteX76" fmla="*/ 332341 w 1993002"/>
                <a:gd name="connsiteY76" fmla="*/ 0 h 1973966"/>
                <a:gd name="connsiteX77" fmla="*/ 330598 w 1993002"/>
                <a:gd name="connsiteY77" fmla="*/ 0 h 1973966"/>
                <a:gd name="connsiteX78" fmla="*/ 328840 w 1993002"/>
                <a:gd name="connsiteY78" fmla="*/ 146 h 1973966"/>
                <a:gd name="connsiteX79" fmla="*/ 0 w 1993002"/>
                <a:gd name="connsiteY79" fmla="*/ 843225 h 1973966"/>
                <a:gd name="connsiteX80" fmla="*/ 9039 w 1993002"/>
                <a:gd name="connsiteY80" fmla="*/ 852263 h 1973966"/>
                <a:gd name="connsiteX81" fmla="*/ 15139 w 1993002"/>
                <a:gd name="connsiteY81" fmla="*/ 857492 h 1973966"/>
                <a:gd name="connsiteX82" fmla="*/ 30825 w 1993002"/>
                <a:gd name="connsiteY82" fmla="*/ 871435 h 1973966"/>
                <a:gd name="connsiteX83" fmla="*/ 31696 w 1993002"/>
                <a:gd name="connsiteY83" fmla="*/ 872307 h 1973966"/>
                <a:gd name="connsiteX84" fmla="*/ 37796 w 1993002"/>
                <a:gd name="connsiteY84" fmla="*/ 877535 h 1973966"/>
                <a:gd name="connsiteX85" fmla="*/ 43897 w 1993002"/>
                <a:gd name="connsiteY85" fmla="*/ 882764 h 1973966"/>
                <a:gd name="connsiteX86" fmla="*/ 50868 w 1993002"/>
                <a:gd name="connsiteY86" fmla="*/ 887992 h 1973966"/>
                <a:gd name="connsiteX87" fmla="*/ 56968 w 1993002"/>
                <a:gd name="connsiteY87" fmla="*/ 893221 h 1973966"/>
                <a:gd name="connsiteX88" fmla="*/ 63939 w 1993002"/>
                <a:gd name="connsiteY88" fmla="*/ 898450 h 1973966"/>
                <a:gd name="connsiteX89" fmla="*/ 70040 w 1993002"/>
                <a:gd name="connsiteY89" fmla="*/ 902807 h 1973966"/>
                <a:gd name="connsiteX90" fmla="*/ 77882 w 1993002"/>
                <a:gd name="connsiteY90" fmla="*/ 908035 h 1973966"/>
                <a:gd name="connsiteX91" fmla="*/ 83983 w 1993002"/>
                <a:gd name="connsiteY91" fmla="*/ 911521 h 1973966"/>
                <a:gd name="connsiteX92" fmla="*/ 91825 w 1993002"/>
                <a:gd name="connsiteY92" fmla="*/ 916749 h 1973966"/>
                <a:gd name="connsiteX93" fmla="*/ 97926 w 1993002"/>
                <a:gd name="connsiteY93" fmla="*/ 920235 h 1973966"/>
                <a:gd name="connsiteX94" fmla="*/ 106640 w 1993002"/>
                <a:gd name="connsiteY94" fmla="*/ 925464 h 1973966"/>
                <a:gd name="connsiteX95" fmla="*/ 111869 w 1993002"/>
                <a:gd name="connsiteY95" fmla="*/ 928950 h 1973966"/>
                <a:gd name="connsiteX96" fmla="*/ 120583 w 1993002"/>
                <a:gd name="connsiteY96" fmla="*/ 933307 h 1973966"/>
                <a:gd name="connsiteX97" fmla="*/ 125811 w 1993002"/>
                <a:gd name="connsiteY97" fmla="*/ 935921 h 1973966"/>
                <a:gd name="connsiteX98" fmla="*/ 134526 w 1993002"/>
                <a:gd name="connsiteY98" fmla="*/ 940279 h 1973966"/>
                <a:gd name="connsiteX99" fmla="*/ 140625 w 1993002"/>
                <a:gd name="connsiteY99" fmla="*/ 942892 h 1973966"/>
                <a:gd name="connsiteX100" fmla="*/ 149340 w 1993002"/>
                <a:gd name="connsiteY100" fmla="*/ 947250 h 1973966"/>
                <a:gd name="connsiteX101" fmla="*/ 155440 w 1993002"/>
                <a:gd name="connsiteY101" fmla="*/ 949864 h 1973966"/>
                <a:gd name="connsiteX102" fmla="*/ 164155 w 1993002"/>
                <a:gd name="connsiteY102" fmla="*/ 953350 h 1973966"/>
                <a:gd name="connsiteX103" fmla="*/ 170254 w 1993002"/>
                <a:gd name="connsiteY103" fmla="*/ 955965 h 1973966"/>
                <a:gd name="connsiteX104" fmla="*/ 178968 w 1993002"/>
                <a:gd name="connsiteY104" fmla="*/ 959450 h 1973966"/>
                <a:gd name="connsiteX105" fmla="*/ 185940 w 1993002"/>
                <a:gd name="connsiteY105" fmla="*/ 962064 h 1973966"/>
                <a:gd name="connsiteX106" fmla="*/ 193783 w 1993002"/>
                <a:gd name="connsiteY106" fmla="*/ 964679 h 1973966"/>
                <a:gd name="connsiteX107" fmla="*/ 201626 w 1993002"/>
                <a:gd name="connsiteY107" fmla="*/ 967293 h 1973966"/>
                <a:gd name="connsiteX108" fmla="*/ 209469 w 1993002"/>
                <a:gd name="connsiteY108" fmla="*/ 969908 h 1973966"/>
                <a:gd name="connsiteX109" fmla="*/ 217312 w 1993002"/>
                <a:gd name="connsiteY109" fmla="*/ 972521 h 1973966"/>
                <a:gd name="connsiteX110" fmla="*/ 225155 w 1993002"/>
                <a:gd name="connsiteY110" fmla="*/ 974264 h 1973966"/>
                <a:gd name="connsiteX111" fmla="*/ 233869 w 1993002"/>
                <a:gd name="connsiteY111" fmla="*/ 976007 h 1973966"/>
                <a:gd name="connsiteX112" fmla="*/ 241712 w 1993002"/>
                <a:gd name="connsiteY112" fmla="*/ 977750 h 1973966"/>
                <a:gd name="connsiteX113" fmla="*/ 250426 w 1993002"/>
                <a:gd name="connsiteY113" fmla="*/ 979493 h 1973966"/>
                <a:gd name="connsiteX114" fmla="*/ 258269 w 1993002"/>
                <a:gd name="connsiteY114" fmla="*/ 981236 h 1973966"/>
                <a:gd name="connsiteX115" fmla="*/ 266112 w 1993002"/>
                <a:gd name="connsiteY115" fmla="*/ 982979 h 1973966"/>
                <a:gd name="connsiteX116" fmla="*/ 274826 w 1993002"/>
                <a:gd name="connsiteY116" fmla="*/ 983850 h 1973966"/>
                <a:gd name="connsiteX117" fmla="*/ 282670 w 1993002"/>
                <a:gd name="connsiteY117" fmla="*/ 984721 h 1973966"/>
                <a:gd name="connsiteX118" fmla="*/ 291384 w 1993002"/>
                <a:gd name="connsiteY118" fmla="*/ 985593 h 1973966"/>
                <a:gd name="connsiteX119" fmla="*/ 298355 w 1993002"/>
                <a:gd name="connsiteY119" fmla="*/ 986464 h 1973966"/>
                <a:gd name="connsiteX120" fmla="*/ 307941 w 1993002"/>
                <a:gd name="connsiteY120" fmla="*/ 987336 h 1973966"/>
                <a:gd name="connsiteX121" fmla="*/ 314912 w 1993002"/>
                <a:gd name="connsiteY121" fmla="*/ 988207 h 1973966"/>
                <a:gd name="connsiteX122" fmla="*/ 325370 w 1993002"/>
                <a:gd name="connsiteY122" fmla="*/ 989079 h 1973966"/>
                <a:gd name="connsiteX123" fmla="*/ 331470 w 1993002"/>
                <a:gd name="connsiteY123" fmla="*/ 989079 h 1973966"/>
                <a:gd name="connsiteX124" fmla="*/ 342798 w 1993002"/>
                <a:gd name="connsiteY124" fmla="*/ 989079 h 1973966"/>
                <a:gd name="connsiteX125" fmla="*/ 348027 w 1993002"/>
                <a:gd name="connsiteY125" fmla="*/ 989079 h 1973966"/>
                <a:gd name="connsiteX126" fmla="*/ 348899 w 1993002"/>
                <a:gd name="connsiteY126" fmla="*/ 989079 h 1973966"/>
                <a:gd name="connsiteX127" fmla="*/ 370684 w 1993002"/>
                <a:gd name="connsiteY127" fmla="*/ 988207 h 1973966"/>
                <a:gd name="connsiteX128" fmla="*/ 377656 w 1993002"/>
                <a:gd name="connsiteY128" fmla="*/ 988207 h 1973966"/>
                <a:gd name="connsiteX129" fmla="*/ 394213 w 1993002"/>
                <a:gd name="connsiteY129" fmla="*/ 987336 h 1973966"/>
                <a:gd name="connsiteX130" fmla="*/ 405541 w 1993002"/>
                <a:gd name="connsiteY130" fmla="*/ 986464 h 1973966"/>
                <a:gd name="connsiteX131" fmla="*/ 416871 w 1993002"/>
                <a:gd name="connsiteY131" fmla="*/ 984721 h 1973966"/>
                <a:gd name="connsiteX132" fmla="*/ 428199 w 1993002"/>
                <a:gd name="connsiteY132" fmla="*/ 982979 h 1973966"/>
                <a:gd name="connsiteX133" fmla="*/ 436042 w 1993002"/>
                <a:gd name="connsiteY133" fmla="*/ 981236 h 1973966"/>
                <a:gd name="connsiteX134" fmla="*/ 456957 w 1993002"/>
                <a:gd name="connsiteY134" fmla="*/ 976879 h 1973966"/>
                <a:gd name="connsiteX135" fmla="*/ 463056 w 1993002"/>
                <a:gd name="connsiteY135" fmla="*/ 975136 h 1973966"/>
                <a:gd name="connsiteX136" fmla="*/ 476128 w 1993002"/>
                <a:gd name="connsiteY136" fmla="*/ 971650 h 1973966"/>
                <a:gd name="connsiteX137" fmla="*/ 478742 w 1993002"/>
                <a:gd name="connsiteY137" fmla="*/ 970779 h 1973966"/>
                <a:gd name="connsiteX138" fmla="*/ 503142 w 1993002"/>
                <a:gd name="connsiteY138" fmla="*/ 962936 h 1973966"/>
                <a:gd name="connsiteX139" fmla="*/ 510986 w 1993002"/>
                <a:gd name="connsiteY139" fmla="*/ 960321 h 1973966"/>
                <a:gd name="connsiteX140" fmla="*/ 521443 w 1993002"/>
                <a:gd name="connsiteY140" fmla="*/ 956836 h 1973966"/>
                <a:gd name="connsiteX141" fmla="*/ 522314 w 1993002"/>
                <a:gd name="connsiteY141" fmla="*/ 956836 h 1973966"/>
                <a:gd name="connsiteX142" fmla="*/ 524928 w 1993002"/>
                <a:gd name="connsiteY142" fmla="*/ 955965 h 1973966"/>
                <a:gd name="connsiteX143" fmla="*/ 544100 w 1993002"/>
                <a:gd name="connsiteY143" fmla="*/ 948121 h 1973966"/>
                <a:gd name="connsiteX144" fmla="*/ 551072 w 1993002"/>
                <a:gd name="connsiteY144" fmla="*/ 944635 h 1973966"/>
                <a:gd name="connsiteX145" fmla="*/ 565886 w 1993002"/>
                <a:gd name="connsiteY145" fmla="*/ 937664 h 1973966"/>
                <a:gd name="connsiteX146" fmla="*/ 575472 w 1993002"/>
                <a:gd name="connsiteY146" fmla="*/ 932435 h 1973966"/>
                <a:gd name="connsiteX147" fmla="*/ 587672 w 1993002"/>
                <a:gd name="connsiteY147" fmla="*/ 926336 h 1973966"/>
                <a:gd name="connsiteX148" fmla="*/ 599000 w 1993002"/>
                <a:gd name="connsiteY148" fmla="*/ 920235 h 1973966"/>
                <a:gd name="connsiteX149" fmla="*/ 608586 w 1993002"/>
                <a:gd name="connsiteY149" fmla="*/ 914136 h 1973966"/>
                <a:gd name="connsiteX150" fmla="*/ 616429 w 1993002"/>
                <a:gd name="connsiteY150" fmla="*/ 908907 h 1973966"/>
                <a:gd name="connsiteX151" fmla="*/ 624272 w 1993002"/>
                <a:gd name="connsiteY151" fmla="*/ 903678 h 1973966"/>
                <a:gd name="connsiteX152" fmla="*/ 768058 w 1993002"/>
                <a:gd name="connsiteY152" fmla="*/ 914135 h 1973966"/>
                <a:gd name="connsiteX153" fmla="*/ 768930 w 1993002"/>
                <a:gd name="connsiteY153" fmla="*/ 915007 h 1973966"/>
                <a:gd name="connsiteX154" fmla="*/ 810759 w 1993002"/>
                <a:gd name="connsiteY154" fmla="*/ 1096265 h 1973966"/>
                <a:gd name="connsiteX155" fmla="*/ 808144 w 1993002"/>
                <a:gd name="connsiteY155" fmla="*/ 1101494 h 1973966"/>
                <a:gd name="connsiteX156" fmla="*/ 756730 w 1993002"/>
                <a:gd name="connsiteY156" fmla="*/ 1293209 h 1973966"/>
                <a:gd name="connsiteX157" fmla="*/ 973717 w 1993002"/>
                <a:gd name="connsiteY157" fmla="*/ 1829142 h 1973966"/>
                <a:gd name="connsiteX158" fmla="*/ 1189139 w 1993002"/>
                <a:gd name="connsiteY158" fmla="*/ 1946704 h 1973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</a:cxnLst>
              <a:rect l="l" t="t" r="r" b="b"/>
              <a:pathLst>
                <a:path w="1993002" h="1973966">
                  <a:moveTo>
                    <a:pt x="1189139" y="1946704"/>
                  </a:moveTo>
                  <a:cubicBezTo>
                    <a:pt x="1419238" y="2017535"/>
                    <a:pt x="1679362" y="1949400"/>
                    <a:pt x="1843409" y="1753327"/>
                  </a:cubicBezTo>
                  <a:cubicBezTo>
                    <a:pt x="2069111" y="1491026"/>
                    <a:pt x="2034253" y="1101494"/>
                    <a:pt x="1773694" y="881892"/>
                  </a:cubicBezTo>
                  <a:cubicBezTo>
                    <a:pt x="1610736" y="745077"/>
                    <a:pt x="1398106" y="706734"/>
                    <a:pt x="1208134" y="760763"/>
                  </a:cubicBezTo>
                  <a:cubicBezTo>
                    <a:pt x="1144518" y="779063"/>
                    <a:pt x="1084390" y="806949"/>
                    <a:pt x="1028618" y="845292"/>
                  </a:cubicBezTo>
                  <a:cubicBezTo>
                    <a:pt x="1026875" y="846164"/>
                    <a:pt x="1026003" y="847035"/>
                    <a:pt x="1024260" y="847907"/>
                  </a:cubicBezTo>
                  <a:cubicBezTo>
                    <a:pt x="968488" y="885378"/>
                    <a:pt x="892674" y="883635"/>
                    <a:pt x="838645" y="838320"/>
                  </a:cubicBezTo>
                  <a:lnTo>
                    <a:pt x="837773" y="837449"/>
                  </a:lnTo>
                  <a:cubicBezTo>
                    <a:pt x="795944" y="802592"/>
                    <a:pt x="782873" y="745077"/>
                    <a:pt x="802045" y="697148"/>
                  </a:cubicBezTo>
                  <a:cubicBezTo>
                    <a:pt x="802916" y="694534"/>
                    <a:pt x="804659" y="691048"/>
                    <a:pt x="805531" y="688434"/>
                  </a:cubicBezTo>
                  <a:cubicBezTo>
                    <a:pt x="805531" y="688434"/>
                    <a:pt x="805530" y="687563"/>
                    <a:pt x="805530" y="687563"/>
                  </a:cubicBezTo>
                  <a:cubicBezTo>
                    <a:pt x="812502" y="671877"/>
                    <a:pt x="818602" y="655319"/>
                    <a:pt x="823830" y="638762"/>
                  </a:cubicBezTo>
                  <a:cubicBezTo>
                    <a:pt x="824702" y="637019"/>
                    <a:pt x="824702" y="635276"/>
                    <a:pt x="825573" y="633534"/>
                  </a:cubicBezTo>
                  <a:cubicBezTo>
                    <a:pt x="827316" y="627433"/>
                    <a:pt x="829059" y="620461"/>
                    <a:pt x="830802" y="614362"/>
                  </a:cubicBezTo>
                  <a:cubicBezTo>
                    <a:pt x="831674" y="611747"/>
                    <a:pt x="831674" y="609134"/>
                    <a:pt x="832545" y="606518"/>
                  </a:cubicBezTo>
                  <a:cubicBezTo>
                    <a:pt x="834287" y="600419"/>
                    <a:pt x="835160" y="595190"/>
                    <a:pt x="836030" y="589090"/>
                  </a:cubicBezTo>
                  <a:cubicBezTo>
                    <a:pt x="836030" y="588219"/>
                    <a:pt x="836902" y="587347"/>
                    <a:pt x="836902" y="586476"/>
                  </a:cubicBezTo>
                  <a:cubicBezTo>
                    <a:pt x="837773" y="581247"/>
                    <a:pt x="838645" y="576019"/>
                    <a:pt x="839516" y="570790"/>
                  </a:cubicBezTo>
                  <a:cubicBezTo>
                    <a:pt x="839516" y="569918"/>
                    <a:pt x="839516" y="568176"/>
                    <a:pt x="840388" y="567304"/>
                  </a:cubicBezTo>
                  <a:cubicBezTo>
                    <a:pt x="841259" y="561204"/>
                    <a:pt x="842131" y="555104"/>
                    <a:pt x="843002" y="549004"/>
                  </a:cubicBezTo>
                  <a:cubicBezTo>
                    <a:pt x="843002" y="547261"/>
                    <a:pt x="843874" y="544647"/>
                    <a:pt x="843874" y="542904"/>
                  </a:cubicBezTo>
                  <a:cubicBezTo>
                    <a:pt x="844745" y="535933"/>
                    <a:pt x="844745" y="528961"/>
                    <a:pt x="845617" y="521118"/>
                  </a:cubicBezTo>
                  <a:cubicBezTo>
                    <a:pt x="845616" y="519375"/>
                    <a:pt x="845616" y="518504"/>
                    <a:pt x="845616" y="516761"/>
                  </a:cubicBezTo>
                  <a:cubicBezTo>
                    <a:pt x="845616" y="510661"/>
                    <a:pt x="846487" y="503689"/>
                    <a:pt x="846487" y="497590"/>
                  </a:cubicBezTo>
                  <a:cubicBezTo>
                    <a:pt x="846487" y="496718"/>
                    <a:pt x="846488" y="494975"/>
                    <a:pt x="846488" y="494104"/>
                  </a:cubicBezTo>
                  <a:cubicBezTo>
                    <a:pt x="846487" y="493232"/>
                    <a:pt x="846487" y="493232"/>
                    <a:pt x="846487" y="492361"/>
                  </a:cubicBezTo>
                  <a:cubicBezTo>
                    <a:pt x="846488" y="485390"/>
                    <a:pt x="846488" y="478418"/>
                    <a:pt x="845617" y="471447"/>
                  </a:cubicBezTo>
                  <a:cubicBezTo>
                    <a:pt x="845617" y="468832"/>
                    <a:pt x="845616" y="466218"/>
                    <a:pt x="845617" y="464475"/>
                  </a:cubicBezTo>
                  <a:cubicBezTo>
                    <a:pt x="845616" y="459247"/>
                    <a:pt x="844745" y="454889"/>
                    <a:pt x="844745" y="449660"/>
                  </a:cubicBezTo>
                  <a:cubicBezTo>
                    <a:pt x="844745" y="446175"/>
                    <a:pt x="843874" y="441818"/>
                    <a:pt x="843874" y="438332"/>
                  </a:cubicBezTo>
                  <a:cubicBezTo>
                    <a:pt x="843002" y="433104"/>
                    <a:pt x="843002" y="428746"/>
                    <a:pt x="842131" y="423517"/>
                  </a:cubicBezTo>
                  <a:cubicBezTo>
                    <a:pt x="841259" y="420032"/>
                    <a:pt x="841259" y="415675"/>
                    <a:pt x="840388" y="412189"/>
                  </a:cubicBezTo>
                  <a:cubicBezTo>
                    <a:pt x="839516" y="409575"/>
                    <a:pt x="839516" y="406960"/>
                    <a:pt x="838645" y="403475"/>
                  </a:cubicBezTo>
                  <a:cubicBezTo>
                    <a:pt x="837773" y="396503"/>
                    <a:pt x="836030" y="389532"/>
                    <a:pt x="834287" y="382560"/>
                  </a:cubicBezTo>
                  <a:cubicBezTo>
                    <a:pt x="833416" y="379946"/>
                    <a:pt x="833417" y="378203"/>
                    <a:pt x="832545" y="375589"/>
                  </a:cubicBezTo>
                  <a:cubicBezTo>
                    <a:pt x="831674" y="371231"/>
                    <a:pt x="830802" y="367746"/>
                    <a:pt x="829059" y="363389"/>
                  </a:cubicBezTo>
                  <a:cubicBezTo>
                    <a:pt x="828188" y="360774"/>
                    <a:pt x="827316" y="358160"/>
                    <a:pt x="827316" y="356418"/>
                  </a:cubicBezTo>
                  <a:cubicBezTo>
                    <a:pt x="825573" y="350317"/>
                    <a:pt x="823830" y="344217"/>
                    <a:pt x="821216" y="338117"/>
                  </a:cubicBezTo>
                  <a:cubicBezTo>
                    <a:pt x="820345" y="334631"/>
                    <a:pt x="819473" y="332017"/>
                    <a:pt x="817731" y="328532"/>
                  </a:cubicBezTo>
                  <a:cubicBezTo>
                    <a:pt x="816859" y="325046"/>
                    <a:pt x="815116" y="322431"/>
                    <a:pt x="814245" y="318945"/>
                  </a:cubicBezTo>
                  <a:cubicBezTo>
                    <a:pt x="812502" y="314588"/>
                    <a:pt x="810759" y="310231"/>
                    <a:pt x="809016" y="305002"/>
                  </a:cubicBezTo>
                  <a:cubicBezTo>
                    <a:pt x="808144" y="302388"/>
                    <a:pt x="807273" y="300645"/>
                    <a:pt x="806402" y="298031"/>
                  </a:cubicBezTo>
                  <a:cubicBezTo>
                    <a:pt x="803788" y="292802"/>
                    <a:pt x="801173" y="286702"/>
                    <a:pt x="798559" y="281474"/>
                  </a:cubicBezTo>
                  <a:cubicBezTo>
                    <a:pt x="797687" y="279731"/>
                    <a:pt x="796816" y="277988"/>
                    <a:pt x="795944" y="277116"/>
                  </a:cubicBezTo>
                  <a:cubicBezTo>
                    <a:pt x="789845" y="264045"/>
                    <a:pt x="782001" y="250102"/>
                    <a:pt x="774159" y="237902"/>
                  </a:cubicBezTo>
                  <a:cubicBezTo>
                    <a:pt x="754115" y="204788"/>
                    <a:pt x="730587" y="174287"/>
                    <a:pt x="702701" y="146401"/>
                  </a:cubicBezTo>
                  <a:cubicBezTo>
                    <a:pt x="701829" y="145530"/>
                    <a:pt x="700958" y="144658"/>
                    <a:pt x="700086" y="143787"/>
                  </a:cubicBezTo>
                  <a:cubicBezTo>
                    <a:pt x="695730" y="139430"/>
                    <a:pt x="690501" y="135073"/>
                    <a:pt x="686143" y="130715"/>
                  </a:cubicBezTo>
                  <a:cubicBezTo>
                    <a:pt x="685272" y="129844"/>
                    <a:pt x="684401" y="128972"/>
                    <a:pt x="683530" y="128972"/>
                  </a:cubicBezTo>
                  <a:cubicBezTo>
                    <a:pt x="679172" y="124616"/>
                    <a:pt x="673943" y="121130"/>
                    <a:pt x="669587" y="116772"/>
                  </a:cubicBezTo>
                  <a:cubicBezTo>
                    <a:pt x="668715" y="116772"/>
                    <a:pt x="668715" y="115901"/>
                    <a:pt x="667844" y="115901"/>
                  </a:cubicBezTo>
                  <a:cubicBezTo>
                    <a:pt x="663486" y="112416"/>
                    <a:pt x="658258" y="108058"/>
                    <a:pt x="653901" y="104572"/>
                  </a:cubicBezTo>
                  <a:cubicBezTo>
                    <a:pt x="652158" y="102829"/>
                    <a:pt x="650415" y="101959"/>
                    <a:pt x="648672" y="100216"/>
                  </a:cubicBezTo>
                  <a:cubicBezTo>
                    <a:pt x="643444" y="95858"/>
                    <a:pt x="637343" y="92372"/>
                    <a:pt x="632115" y="88015"/>
                  </a:cubicBezTo>
                  <a:cubicBezTo>
                    <a:pt x="631244" y="87143"/>
                    <a:pt x="629501" y="86272"/>
                    <a:pt x="628629" y="85400"/>
                  </a:cubicBezTo>
                  <a:cubicBezTo>
                    <a:pt x="615558" y="75815"/>
                    <a:pt x="600743" y="67972"/>
                    <a:pt x="586800" y="60130"/>
                  </a:cubicBezTo>
                  <a:cubicBezTo>
                    <a:pt x="584186" y="59258"/>
                    <a:pt x="582443" y="57515"/>
                    <a:pt x="579828" y="56644"/>
                  </a:cubicBezTo>
                  <a:cubicBezTo>
                    <a:pt x="574600" y="54029"/>
                    <a:pt x="570243" y="51415"/>
                    <a:pt x="565015" y="48800"/>
                  </a:cubicBezTo>
                  <a:cubicBezTo>
                    <a:pt x="562400" y="47057"/>
                    <a:pt x="558914" y="46187"/>
                    <a:pt x="556300" y="44444"/>
                  </a:cubicBezTo>
                  <a:cubicBezTo>
                    <a:pt x="551943" y="42701"/>
                    <a:pt x="547586" y="40086"/>
                    <a:pt x="543228" y="38343"/>
                  </a:cubicBezTo>
                  <a:cubicBezTo>
                    <a:pt x="539743" y="36600"/>
                    <a:pt x="537129" y="35729"/>
                    <a:pt x="533643" y="34858"/>
                  </a:cubicBezTo>
                  <a:cubicBezTo>
                    <a:pt x="529285" y="33114"/>
                    <a:pt x="524928" y="31372"/>
                    <a:pt x="520571" y="29629"/>
                  </a:cubicBezTo>
                  <a:cubicBezTo>
                    <a:pt x="517085" y="28758"/>
                    <a:pt x="514471" y="27886"/>
                    <a:pt x="510986" y="26143"/>
                  </a:cubicBezTo>
                  <a:cubicBezTo>
                    <a:pt x="506628" y="24400"/>
                    <a:pt x="502271" y="22657"/>
                    <a:pt x="497043" y="21786"/>
                  </a:cubicBezTo>
                  <a:cubicBezTo>
                    <a:pt x="494428" y="20914"/>
                    <a:pt x="490942" y="20044"/>
                    <a:pt x="488328" y="19172"/>
                  </a:cubicBezTo>
                  <a:cubicBezTo>
                    <a:pt x="483971" y="17429"/>
                    <a:pt x="478742" y="16558"/>
                    <a:pt x="473513" y="14815"/>
                  </a:cubicBezTo>
                  <a:cubicBezTo>
                    <a:pt x="470900" y="13943"/>
                    <a:pt x="467414" y="13072"/>
                    <a:pt x="464799" y="13072"/>
                  </a:cubicBezTo>
                  <a:cubicBezTo>
                    <a:pt x="459571" y="12200"/>
                    <a:pt x="455214" y="10457"/>
                    <a:pt x="449985" y="9586"/>
                  </a:cubicBezTo>
                  <a:cubicBezTo>
                    <a:pt x="444757" y="8714"/>
                    <a:pt x="439528" y="7843"/>
                    <a:pt x="434299" y="6972"/>
                  </a:cubicBezTo>
                  <a:cubicBezTo>
                    <a:pt x="429942" y="6101"/>
                    <a:pt x="424713" y="5229"/>
                    <a:pt x="420356" y="4358"/>
                  </a:cubicBezTo>
                  <a:cubicBezTo>
                    <a:pt x="414256" y="3486"/>
                    <a:pt x="408156" y="2615"/>
                    <a:pt x="402928" y="1743"/>
                  </a:cubicBezTo>
                  <a:cubicBezTo>
                    <a:pt x="400313" y="1743"/>
                    <a:pt x="397699" y="1743"/>
                    <a:pt x="395084" y="872"/>
                  </a:cubicBezTo>
                  <a:cubicBezTo>
                    <a:pt x="388985" y="0"/>
                    <a:pt x="383756" y="0"/>
                    <a:pt x="377656" y="0"/>
                  </a:cubicBezTo>
                  <a:cubicBezTo>
                    <a:pt x="375042" y="0"/>
                    <a:pt x="371556" y="0"/>
                    <a:pt x="368941" y="0"/>
                  </a:cubicBezTo>
                  <a:cubicBezTo>
                    <a:pt x="363713" y="0"/>
                    <a:pt x="358484" y="0"/>
                    <a:pt x="353255" y="0"/>
                  </a:cubicBezTo>
                  <a:cubicBezTo>
                    <a:pt x="352384" y="0"/>
                    <a:pt x="351513" y="0"/>
                    <a:pt x="351513" y="0"/>
                  </a:cubicBezTo>
                  <a:cubicBezTo>
                    <a:pt x="345413" y="0"/>
                    <a:pt x="339313" y="0"/>
                    <a:pt x="332341" y="0"/>
                  </a:cubicBezTo>
                  <a:cubicBezTo>
                    <a:pt x="331470" y="0"/>
                    <a:pt x="331470" y="0"/>
                    <a:pt x="330598" y="0"/>
                  </a:cubicBezTo>
                  <a:lnTo>
                    <a:pt x="328840" y="146"/>
                  </a:lnTo>
                  <a:lnTo>
                    <a:pt x="0" y="843225"/>
                  </a:lnTo>
                  <a:lnTo>
                    <a:pt x="9039" y="852263"/>
                  </a:lnTo>
                  <a:cubicBezTo>
                    <a:pt x="10782" y="854006"/>
                    <a:pt x="13396" y="855749"/>
                    <a:pt x="15139" y="857492"/>
                  </a:cubicBezTo>
                  <a:cubicBezTo>
                    <a:pt x="20367" y="861849"/>
                    <a:pt x="25596" y="867078"/>
                    <a:pt x="30825" y="871435"/>
                  </a:cubicBezTo>
                  <a:cubicBezTo>
                    <a:pt x="30825" y="871435"/>
                    <a:pt x="31696" y="871435"/>
                    <a:pt x="31696" y="872307"/>
                  </a:cubicBezTo>
                  <a:cubicBezTo>
                    <a:pt x="33439" y="874050"/>
                    <a:pt x="36053" y="875793"/>
                    <a:pt x="37796" y="877535"/>
                  </a:cubicBezTo>
                  <a:cubicBezTo>
                    <a:pt x="39539" y="879278"/>
                    <a:pt x="42154" y="881021"/>
                    <a:pt x="43897" y="882764"/>
                  </a:cubicBezTo>
                  <a:cubicBezTo>
                    <a:pt x="46510" y="884507"/>
                    <a:pt x="48253" y="886250"/>
                    <a:pt x="50868" y="887992"/>
                  </a:cubicBezTo>
                  <a:cubicBezTo>
                    <a:pt x="52611" y="889735"/>
                    <a:pt x="55225" y="891478"/>
                    <a:pt x="56968" y="893221"/>
                  </a:cubicBezTo>
                  <a:cubicBezTo>
                    <a:pt x="59582" y="894964"/>
                    <a:pt x="61325" y="896707"/>
                    <a:pt x="63939" y="898450"/>
                  </a:cubicBezTo>
                  <a:cubicBezTo>
                    <a:pt x="65682" y="900193"/>
                    <a:pt x="68297" y="901064"/>
                    <a:pt x="70040" y="902807"/>
                  </a:cubicBezTo>
                  <a:cubicBezTo>
                    <a:pt x="72653" y="904549"/>
                    <a:pt x="75268" y="906292"/>
                    <a:pt x="77882" y="908035"/>
                  </a:cubicBezTo>
                  <a:cubicBezTo>
                    <a:pt x="79625" y="909778"/>
                    <a:pt x="82240" y="910650"/>
                    <a:pt x="83983" y="911521"/>
                  </a:cubicBezTo>
                  <a:cubicBezTo>
                    <a:pt x="86596" y="913264"/>
                    <a:pt x="89211" y="915007"/>
                    <a:pt x="91825" y="916749"/>
                  </a:cubicBezTo>
                  <a:cubicBezTo>
                    <a:pt x="93568" y="917621"/>
                    <a:pt x="95311" y="919364"/>
                    <a:pt x="97926" y="920235"/>
                  </a:cubicBezTo>
                  <a:cubicBezTo>
                    <a:pt x="100539" y="921978"/>
                    <a:pt x="104025" y="923721"/>
                    <a:pt x="106640" y="925464"/>
                  </a:cubicBezTo>
                  <a:cubicBezTo>
                    <a:pt x="108383" y="926336"/>
                    <a:pt x="110126" y="927207"/>
                    <a:pt x="111869" y="928950"/>
                  </a:cubicBezTo>
                  <a:cubicBezTo>
                    <a:pt x="114482" y="930692"/>
                    <a:pt x="117968" y="932435"/>
                    <a:pt x="120583" y="933307"/>
                  </a:cubicBezTo>
                  <a:cubicBezTo>
                    <a:pt x="122326" y="934178"/>
                    <a:pt x="124069" y="935050"/>
                    <a:pt x="125811" y="935921"/>
                  </a:cubicBezTo>
                  <a:cubicBezTo>
                    <a:pt x="128425" y="937664"/>
                    <a:pt x="131911" y="938536"/>
                    <a:pt x="134526" y="940279"/>
                  </a:cubicBezTo>
                  <a:cubicBezTo>
                    <a:pt x="136269" y="941150"/>
                    <a:pt x="138012" y="942022"/>
                    <a:pt x="140625" y="942892"/>
                  </a:cubicBezTo>
                  <a:cubicBezTo>
                    <a:pt x="143240" y="944635"/>
                    <a:pt x="146726" y="945507"/>
                    <a:pt x="149340" y="947250"/>
                  </a:cubicBezTo>
                  <a:cubicBezTo>
                    <a:pt x="151083" y="948121"/>
                    <a:pt x="153697" y="948993"/>
                    <a:pt x="155440" y="949864"/>
                  </a:cubicBezTo>
                  <a:cubicBezTo>
                    <a:pt x="158054" y="950736"/>
                    <a:pt x="161540" y="952479"/>
                    <a:pt x="164155" y="953350"/>
                  </a:cubicBezTo>
                  <a:cubicBezTo>
                    <a:pt x="165897" y="954221"/>
                    <a:pt x="168511" y="955093"/>
                    <a:pt x="170254" y="955965"/>
                  </a:cubicBezTo>
                  <a:cubicBezTo>
                    <a:pt x="172869" y="956836"/>
                    <a:pt x="176355" y="957707"/>
                    <a:pt x="178968" y="959450"/>
                  </a:cubicBezTo>
                  <a:cubicBezTo>
                    <a:pt x="181583" y="960321"/>
                    <a:pt x="183326" y="961193"/>
                    <a:pt x="185940" y="962064"/>
                  </a:cubicBezTo>
                  <a:cubicBezTo>
                    <a:pt x="188555" y="962936"/>
                    <a:pt x="191169" y="963807"/>
                    <a:pt x="193783" y="964679"/>
                  </a:cubicBezTo>
                  <a:cubicBezTo>
                    <a:pt x="196397" y="965550"/>
                    <a:pt x="199012" y="966422"/>
                    <a:pt x="201626" y="967293"/>
                  </a:cubicBezTo>
                  <a:cubicBezTo>
                    <a:pt x="204241" y="968165"/>
                    <a:pt x="206854" y="969035"/>
                    <a:pt x="209469" y="969908"/>
                  </a:cubicBezTo>
                  <a:cubicBezTo>
                    <a:pt x="212083" y="970778"/>
                    <a:pt x="214698" y="971650"/>
                    <a:pt x="217312" y="972521"/>
                  </a:cubicBezTo>
                  <a:cubicBezTo>
                    <a:pt x="219926" y="973393"/>
                    <a:pt x="222540" y="974264"/>
                    <a:pt x="225155" y="974264"/>
                  </a:cubicBezTo>
                  <a:cubicBezTo>
                    <a:pt x="227769" y="975136"/>
                    <a:pt x="230384" y="976007"/>
                    <a:pt x="233869" y="976007"/>
                  </a:cubicBezTo>
                  <a:cubicBezTo>
                    <a:pt x="236483" y="976879"/>
                    <a:pt x="239098" y="976879"/>
                    <a:pt x="241712" y="977750"/>
                  </a:cubicBezTo>
                  <a:cubicBezTo>
                    <a:pt x="244327" y="978622"/>
                    <a:pt x="246940" y="978622"/>
                    <a:pt x="250426" y="979493"/>
                  </a:cubicBezTo>
                  <a:cubicBezTo>
                    <a:pt x="253041" y="980365"/>
                    <a:pt x="255655" y="980365"/>
                    <a:pt x="258269" y="981236"/>
                  </a:cubicBezTo>
                  <a:cubicBezTo>
                    <a:pt x="260883" y="982108"/>
                    <a:pt x="263498" y="982108"/>
                    <a:pt x="266112" y="982979"/>
                  </a:cubicBezTo>
                  <a:cubicBezTo>
                    <a:pt x="268727" y="983850"/>
                    <a:pt x="271341" y="983850"/>
                    <a:pt x="274826" y="983850"/>
                  </a:cubicBezTo>
                  <a:cubicBezTo>
                    <a:pt x="277441" y="983850"/>
                    <a:pt x="280055" y="984721"/>
                    <a:pt x="282670" y="984721"/>
                  </a:cubicBezTo>
                  <a:cubicBezTo>
                    <a:pt x="285284" y="984721"/>
                    <a:pt x="288769" y="985593"/>
                    <a:pt x="291384" y="985593"/>
                  </a:cubicBezTo>
                  <a:cubicBezTo>
                    <a:pt x="293998" y="985593"/>
                    <a:pt x="296613" y="986464"/>
                    <a:pt x="298355" y="986464"/>
                  </a:cubicBezTo>
                  <a:cubicBezTo>
                    <a:pt x="301841" y="986464"/>
                    <a:pt x="304455" y="987336"/>
                    <a:pt x="307941" y="987336"/>
                  </a:cubicBezTo>
                  <a:cubicBezTo>
                    <a:pt x="310556" y="987336"/>
                    <a:pt x="312299" y="987336"/>
                    <a:pt x="314912" y="988207"/>
                  </a:cubicBezTo>
                  <a:cubicBezTo>
                    <a:pt x="318398" y="988207"/>
                    <a:pt x="321884" y="988207"/>
                    <a:pt x="325370" y="989079"/>
                  </a:cubicBezTo>
                  <a:cubicBezTo>
                    <a:pt x="327112" y="989079"/>
                    <a:pt x="329727" y="989079"/>
                    <a:pt x="331470" y="989079"/>
                  </a:cubicBezTo>
                  <a:cubicBezTo>
                    <a:pt x="334956" y="989079"/>
                    <a:pt x="338441" y="989079"/>
                    <a:pt x="342798" y="989079"/>
                  </a:cubicBezTo>
                  <a:cubicBezTo>
                    <a:pt x="344541" y="989079"/>
                    <a:pt x="346284" y="989079"/>
                    <a:pt x="348027" y="989079"/>
                  </a:cubicBezTo>
                  <a:cubicBezTo>
                    <a:pt x="348027" y="989079"/>
                    <a:pt x="348027" y="989079"/>
                    <a:pt x="348899" y="989079"/>
                  </a:cubicBezTo>
                  <a:cubicBezTo>
                    <a:pt x="355870" y="989079"/>
                    <a:pt x="362842" y="989079"/>
                    <a:pt x="370684" y="988207"/>
                  </a:cubicBezTo>
                  <a:cubicBezTo>
                    <a:pt x="373299" y="988207"/>
                    <a:pt x="375042" y="988207"/>
                    <a:pt x="377656" y="988207"/>
                  </a:cubicBezTo>
                  <a:cubicBezTo>
                    <a:pt x="382884" y="988207"/>
                    <a:pt x="388985" y="987336"/>
                    <a:pt x="394213" y="987336"/>
                  </a:cubicBezTo>
                  <a:cubicBezTo>
                    <a:pt x="397699" y="987336"/>
                    <a:pt x="402056" y="986464"/>
                    <a:pt x="405541" y="986464"/>
                  </a:cubicBezTo>
                  <a:cubicBezTo>
                    <a:pt x="409027" y="985593"/>
                    <a:pt x="413385" y="985593"/>
                    <a:pt x="416871" y="984721"/>
                  </a:cubicBezTo>
                  <a:cubicBezTo>
                    <a:pt x="420356" y="983850"/>
                    <a:pt x="424713" y="983851"/>
                    <a:pt x="428199" y="982979"/>
                  </a:cubicBezTo>
                  <a:cubicBezTo>
                    <a:pt x="430814" y="982978"/>
                    <a:pt x="433428" y="982108"/>
                    <a:pt x="436042" y="981236"/>
                  </a:cubicBezTo>
                  <a:cubicBezTo>
                    <a:pt x="443014" y="980365"/>
                    <a:pt x="449985" y="978622"/>
                    <a:pt x="456957" y="976879"/>
                  </a:cubicBezTo>
                  <a:cubicBezTo>
                    <a:pt x="458700" y="976007"/>
                    <a:pt x="461313" y="976007"/>
                    <a:pt x="463056" y="975136"/>
                  </a:cubicBezTo>
                  <a:cubicBezTo>
                    <a:pt x="467414" y="974264"/>
                    <a:pt x="471771" y="973393"/>
                    <a:pt x="476128" y="971650"/>
                  </a:cubicBezTo>
                  <a:cubicBezTo>
                    <a:pt x="476999" y="971650"/>
                    <a:pt x="477871" y="971650"/>
                    <a:pt x="478742" y="970779"/>
                  </a:cubicBezTo>
                  <a:cubicBezTo>
                    <a:pt x="486585" y="968165"/>
                    <a:pt x="495300" y="966422"/>
                    <a:pt x="503142" y="962936"/>
                  </a:cubicBezTo>
                  <a:cubicBezTo>
                    <a:pt x="505757" y="962064"/>
                    <a:pt x="508371" y="961193"/>
                    <a:pt x="510986" y="960321"/>
                  </a:cubicBezTo>
                  <a:cubicBezTo>
                    <a:pt x="514471" y="959450"/>
                    <a:pt x="517957" y="957708"/>
                    <a:pt x="521443" y="956836"/>
                  </a:cubicBezTo>
                  <a:cubicBezTo>
                    <a:pt x="521443" y="956836"/>
                    <a:pt x="522314" y="956836"/>
                    <a:pt x="522314" y="956836"/>
                  </a:cubicBezTo>
                  <a:cubicBezTo>
                    <a:pt x="523186" y="956836"/>
                    <a:pt x="524057" y="955964"/>
                    <a:pt x="524928" y="955965"/>
                  </a:cubicBezTo>
                  <a:cubicBezTo>
                    <a:pt x="531900" y="953350"/>
                    <a:pt x="538000" y="950736"/>
                    <a:pt x="544100" y="948121"/>
                  </a:cubicBezTo>
                  <a:cubicBezTo>
                    <a:pt x="546714" y="947250"/>
                    <a:pt x="549329" y="945507"/>
                    <a:pt x="551072" y="944635"/>
                  </a:cubicBezTo>
                  <a:cubicBezTo>
                    <a:pt x="556300" y="942022"/>
                    <a:pt x="561529" y="940279"/>
                    <a:pt x="565886" y="937664"/>
                  </a:cubicBezTo>
                  <a:cubicBezTo>
                    <a:pt x="569371" y="935921"/>
                    <a:pt x="571986" y="934178"/>
                    <a:pt x="575472" y="932435"/>
                  </a:cubicBezTo>
                  <a:cubicBezTo>
                    <a:pt x="579829" y="930692"/>
                    <a:pt x="583314" y="928078"/>
                    <a:pt x="587672" y="926336"/>
                  </a:cubicBezTo>
                  <a:cubicBezTo>
                    <a:pt x="591158" y="924593"/>
                    <a:pt x="595514" y="921978"/>
                    <a:pt x="599000" y="920235"/>
                  </a:cubicBezTo>
                  <a:cubicBezTo>
                    <a:pt x="602486" y="918492"/>
                    <a:pt x="605971" y="915879"/>
                    <a:pt x="608586" y="914136"/>
                  </a:cubicBezTo>
                  <a:cubicBezTo>
                    <a:pt x="611200" y="912393"/>
                    <a:pt x="613815" y="910650"/>
                    <a:pt x="616429" y="908907"/>
                  </a:cubicBezTo>
                  <a:cubicBezTo>
                    <a:pt x="619044" y="907164"/>
                    <a:pt x="621657" y="905421"/>
                    <a:pt x="624272" y="903678"/>
                  </a:cubicBezTo>
                  <a:cubicBezTo>
                    <a:pt x="668715" y="876664"/>
                    <a:pt x="726230" y="879278"/>
                    <a:pt x="768058" y="914135"/>
                  </a:cubicBezTo>
                  <a:lnTo>
                    <a:pt x="768930" y="915007"/>
                  </a:lnTo>
                  <a:cubicBezTo>
                    <a:pt x="822959" y="960321"/>
                    <a:pt x="837773" y="1035264"/>
                    <a:pt x="810759" y="1096265"/>
                  </a:cubicBezTo>
                  <a:cubicBezTo>
                    <a:pt x="809887" y="1098008"/>
                    <a:pt x="809016" y="1099751"/>
                    <a:pt x="808144" y="1101494"/>
                  </a:cubicBezTo>
                  <a:cubicBezTo>
                    <a:pt x="780258" y="1162494"/>
                    <a:pt x="762830" y="1227852"/>
                    <a:pt x="756730" y="1293209"/>
                  </a:cubicBezTo>
                  <a:cubicBezTo>
                    <a:pt x="736687" y="1490154"/>
                    <a:pt x="810759" y="1693198"/>
                    <a:pt x="973717" y="1829142"/>
                  </a:cubicBezTo>
                  <a:cubicBezTo>
                    <a:pt x="1039075" y="1884043"/>
                    <a:pt x="1112439" y="1923094"/>
                    <a:pt x="1189139" y="194670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08598A38-AF93-43AD-87EC-1701D2962E05}"/>
                </a:ext>
              </a:extLst>
            </p:cNvPr>
            <p:cNvSpPr/>
            <p:nvPr/>
          </p:nvSpPr>
          <p:spPr>
            <a:xfrm>
              <a:off x="0" y="1482939"/>
              <a:ext cx="5399797" cy="4620512"/>
            </a:xfrm>
            <a:custGeom>
              <a:avLst/>
              <a:gdLst>
                <a:gd name="connsiteX0" fmla="*/ 500240 w 5399797"/>
                <a:gd name="connsiteY0" fmla="*/ 4286145 h 4620512"/>
                <a:gd name="connsiteX1" fmla="*/ 574024 w 5399797"/>
                <a:gd name="connsiteY1" fmla="*/ 4292913 h 4620512"/>
                <a:gd name="connsiteX2" fmla="*/ 574024 w 5399797"/>
                <a:gd name="connsiteY2" fmla="*/ 4292913 h 4620512"/>
                <a:gd name="connsiteX3" fmla="*/ 757608 w 5399797"/>
                <a:gd name="connsiteY3" fmla="*/ 4273545 h 4620512"/>
                <a:gd name="connsiteX4" fmla="*/ 574025 w 5399797"/>
                <a:gd name="connsiteY4" fmla="*/ 4292913 h 4620512"/>
                <a:gd name="connsiteX5" fmla="*/ 574024 w 5399797"/>
                <a:gd name="connsiteY5" fmla="*/ 4292913 h 4620512"/>
                <a:gd name="connsiteX6" fmla="*/ 4165653 w 5399797"/>
                <a:gd name="connsiteY6" fmla="*/ 4126719 h 4620512"/>
                <a:gd name="connsiteX7" fmla="*/ 4254825 w 5399797"/>
                <a:gd name="connsiteY7" fmla="*/ 4222572 h 4620512"/>
                <a:gd name="connsiteX8" fmla="*/ 5269770 w 5399797"/>
                <a:gd name="connsiteY8" fmla="*/ 4569030 h 4620512"/>
                <a:gd name="connsiteX9" fmla="*/ 5391992 w 5399797"/>
                <a:gd name="connsiteY9" fmla="*/ 4550128 h 4620512"/>
                <a:gd name="connsiteX10" fmla="*/ 5372839 w 5399797"/>
                <a:gd name="connsiteY10" fmla="*/ 4588948 h 4620512"/>
                <a:gd name="connsiteX11" fmla="*/ 5290085 w 5399797"/>
                <a:gd name="connsiteY11" fmla="*/ 4620512 h 4620512"/>
                <a:gd name="connsiteX12" fmla="*/ 4846464 w 5399797"/>
                <a:gd name="connsiteY12" fmla="*/ 4620512 h 4620512"/>
                <a:gd name="connsiteX13" fmla="*/ 4539336 w 5399797"/>
                <a:gd name="connsiteY13" fmla="*/ 4565912 h 4620512"/>
                <a:gd name="connsiteX14" fmla="*/ 4334587 w 5399797"/>
                <a:gd name="connsiteY14" fmla="*/ 4436241 h 4620512"/>
                <a:gd name="connsiteX15" fmla="*/ 4327766 w 5399797"/>
                <a:gd name="connsiteY15" fmla="*/ 4429413 h 4620512"/>
                <a:gd name="connsiteX16" fmla="*/ 4279988 w 5399797"/>
                <a:gd name="connsiteY16" fmla="*/ 4374813 h 4620512"/>
                <a:gd name="connsiteX17" fmla="*/ 4273167 w 5399797"/>
                <a:gd name="connsiteY17" fmla="*/ 4367991 h 4620512"/>
                <a:gd name="connsiteX18" fmla="*/ 4239038 w 5399797"/>
                <a:gd name="connsiteY18" fmla="*/ 4313391 h 4620512"/>
                <a:gd name="connsiteX19" fmla="*/ 4239038 w 5399797"/>
                <a:gd name="connsiteY19" fmla="*/ 4306563 h 4620512"/>
                <a:gd name="connsiteX20" fmla="*/ 4204916 w 5399797"/>
                <a:gd name="connsiteY20" fmla="*/ 4245142 h 4620512"/>
                <a:gd name="connsiteX21" fmla="*/ 4177616 w 5399797"/>
                <a:gd name="connsiteY21" fmla="*/ 4176892 h 4620512"/>
                <a:gd name="connsiteX22" fmla="*/ 4136664 w 5399797"/>
                <a:gd name="connsiteY22" fmla="*/ 3146286 h 4620512"/>
                <a:gd name="connsiteX23" fmla="*/ 4136668 w 5399797"/>
                <a:gd name="connsiteY23" fmla="*/ 3146315 h 4620512"/>
                <a:gd name="connsiteX24" fmla="*/ 4136668 w 5399797"/>
                <a:gd name="connsiteY24" fmla="*/ 3903893 h 4620512"/>
                <a:gd name="connsiteX25" fmla="*/ 4144561 w 5399797"/>
                <a:gd name="connsiteY25" fmla="*/ 4015088 h 4620512"/>
                <a:gd name="connsiteX26" fmla="*/ 4136666 w 5399797"/>
                <a:gd name="connsiteY26" fmla="*/ 3903893 h 4620512"/>
                <a:gd name="connsiteX27" fmla="*/ 4136666 w 5399797"/>
                <a:gd name="connsiteY27" fmla="*/ 3146315 h 4620512"/>
                <a:gd name="connsiteX28" fmla="*/ 4102039 w 5399797"/>
                <a:gd name="connsiteY28" fmla="*/ 2915161 h 4620512"/>
                <a:gd name="connsiteX29" fmla="*/ 4110752 w 5399797"/>
                <a:gd name="connsiteY29" fmla="*/ 2935049 h 4620512"/>
                <a:gd name="connsiteX30" fmla="*/ 4113608 w 5399797"/>
                <a:gd name="connsiteY30" fmla="*/ 2958331 h 4620512"/>
                <a:gd name="connsiteX31" fmla="*/ 3996926 w 5399797"/>
                <a:gd name="connsiteY31" fmla="*/ 2711649 h 4620512"/>
                <a:gd name="connsiteX32" fmla="*/ 4017426 w 5399797"/>
                <a:gd name="connsiteY32" fmla="*/ 2737763 h 4620512"/>
                <a:gd name="connsiteX33" fmla="*/ 3996926 w 5399797"/>
                <a:gd name="connsiteY33" fmla="*/ 2711649 h 4620512"/>
                <a:gd name="connsiteX34" fmla="*/ 2525200 w 5399797"/>
                <a:gd name="connsiteY34" fmla="*/ 1316936 h 4620512"/>
                <a:gd name="connsiteX35" fmla="*/ 2441515 w 5399797"/>
                <a:gd name="connsiteY35" fmla="*/ 1389005 h 4620512"/>
                <a:gd name="connsiteX36" fmla="*/ 2441515 w 5399797"/>
                <a:gd name="connsiteY36" fmla="*/ 1389004 h 4620512"/>
                <a:gd name="connsiteX37" fmla="*/ 3304019 w 5399797"/>
                <a:gd name="connsiteY37" fmla="*/ 607422 h 4620512"/>
                <a:gd name="connsiteX38" fmla="*/ 2532793 w 5399797"/>
                <a:gd name="connsiteY38" fmla="*/ 1310397 h 4620512"/>
                <a:gd name="connsiteX39" fmla="*/ 2525200 w 5399797"/>
                <a:gd name="connsiteY39" fmla="*/ 1316936 h 4620512"/>
                <a:gd name="connsiteX40" fmla="*/ 2532792 w 5399797"/>
                <a:gd name="connsiteY40" fmla="*/ 1310398 h 4620512"/>
                <a:gd name="connsiteX41" fmla="*/ 3942230 w 5399797"/>
                <a:gd name="connsiteY41" fmla="*/ 22142 h 4620512"/>
                <a:gd name="connsiteX42" fmla="*/ 3931920 w 5399797"/>
                <a:gd name="connsiteY42" fmla="*/ 27301 h 4620512"/>
                <a:gd name="connsiteX43" fmla="*/ 3885847 w 5399797"/>
                <a:gd name="connsiteY43" fmla="*/ 61424 h 4620512"/>
                <a:gd name="connsiteX44" fmla="*/ 3931917 w 5399797"/>
                <a:gd name="connsiteY44" fmla="*/ 27301 h 4620512"/>
                <a:gd name="connsiteX45" fmla="*/ 4047939 w 5399797"/>
                <a:gd name="connsiteY45" fmla="*/ 0 h 4620512"/>
                <a:gd name="connsiteX46" fmla="*/ 4696315 w 5399797"/>
                <a:gd name="connsiteY46" fmla="*/ 0 h 4620512"/>
                <a:gd name="connsiteX47" fmla="*/ 4737265 w 5399797"/>
                <a:gd name="connsiteY47" fmla="*/ 0 h 4620512"/>
                <a:gd name="connsiteX48" fmla="*/ 4778215 w 5399797"/>
                <a:gd name="connsiteY48" fmla="*/ 0 h 4620512"/>
                <a:gd name="connsiteX49" fmla="*/ 4832815 w 5399797"/>
                <a:gd name="connsiteY49" fmla="*/ 6823 h 4620512"/>
                <a:gd name="connsiteX50" fmla="*/ 4853286 w 5399797"/>
                <a:gd name="connsiteY50" fmla="*/ 6823 h 4620512"/>
                <a:gd name="connsiteX51" fmla="*/ 4914714 w 5399797"/>
                <a:gd name="connsiteY51" fmla="*/ 20472 h 4620512"/>
                <a:gd name="connsiteX52" fmla="*/ 4921536 w 5399797"/>
                <a:gd name="connsiteY52" fmla="*/ 20472 h 4620512"/>
                <a:gd name="connsiteX53" fmla="*/ 4989786 w 5399797"/>
                <a:gd name="connsiteY53" fmla="*/ 40950 h 4620512"/>
                <a:gd name="connsiteX54" fmla="*/ 5215014 w 5399797"/>
                <a:gd name="connsiteY54" fmla="*/ 177450 h 4620512"/>
                <a:gd name="connsiteX55" fmla="*/ 5221835 w 5399797"/>
                <a:gd name="connsiteY55" fmla="*/ 184271 h 4620512"/>
                <a:gd name="connsiteX56" fmla="*/ 5399284 w 5399797"/>
                <a:gd name="connsiteY56" fmla="*/ 709800 h 4620512"/>
                <a:gd name="connsiteX57" fmla="*/ 5399284 w 5399797"/>
                <a:gd name="connsiteY57" fmla="*/ 1781318 h 4620512"/>
                <a:gd name="connsiteX58" fmla="*/ 5399284 w 5399797"/>
                <a:gd name="connsiteY58" fmla="*/ 2036256 h 4620512"/>
                <a:gd name="connsiteX59" fmla="*/ 5378054 w 5399797"/>
                <a:gd name="connsiteY59" fmla="*/ 2031212 h 4620512"/>
                <a:gd name="connsiteX60" fmla="*/ 5139631 w 5399797"/>
                <a:gd name="connsiteY60" fmla="*/ 2009118 h 4620512"/>
                <a:gd name="connsiteX61" fmla="*/ 5008630 w 5399797"/>
                <a:gd name="connsiteY61" fmla="*/ 2016002 h 4620512"/>
                <a:gd name="connsiteX62" fmla="*/ 4004337 w 5399797"/>
                <a:gd name="connsiteY62" fmla="*/ 2694306 h 4620512"/>
                <a:gd name="connsiteX63" fmla="*/ 3996926 w 5399797"/>
                <a:gd name="connsiteY63" fmla="*/ 2711649 h 4620512"/>
                <a:gd name="connsiteX64" fmla="*/ 3952388 w 5399797"/>
                <a:gd name="connsiteY64" fmla="*/ 2654916 h 4620512"/>
                <a:gd name="connsiteX65" fmla="*/ 3474639 w 5399797"/>
                <a:gd name="connsiteY65" fmla="*/ 2463817 h 4620512"/>
                <a:gd name="connsiteX66" fmla="*/ 3051491 w 5399797"/>
                <a:gd name="connsiteY66" fmla="*/ 2559367 h 4620512"/>
                <a:gd name="connsiteX67" fmla="*/ 2885919 w 5399797"/>
                <a:gd name="connsiteY67" fmla="*/ 2647440 h 4620512"/>
                <a:gd name="connsiteX68" fmla="*/ 2893869 w 5399797"/>
                <a:gd name="connsiteY68" fmla="*/ 2643211 h 4620512"/>
                <a:gd name="connsiteX69" fmla="*/ 2847495 w 5399797"/>
                <a:gd name="connsiteY69" fmla="*/ 2588485 h 4620512"/>
                <a:gd name="connsiteX70" fmla="*/ 2677087 w 5399797"/>
                <a:gd name="connsiteY70" fmla="*/ 2439579 h 4620512"/>
                <a:gd name="connsiteX71" fmla="*/ 2672728 w 5399797"/>
                <a:gd name="connsiteY71" fmla="*/ 2436338 h 4620512"/>
                <a:gd name="connsiteX72" fmla="*/ 2594300 w 5399797"/>
                <a:gd name="connsiteY72" fmla="*/ 2382773 h 4620512"/>
                <a:gd name="connsiteX73" fmla="*/ 2583648 w 5399797"/>
                <a:gd name="connsiteY73" fmla="*/ 2375381 h 4620512"/>
                <a:gd name="connsiteX74" fmla="*/ 2560923 w 5399797"/>
                <a:gd name="connsiteY74" fmla="*/ 2361104 h 4620512"/>
                <a:gd name="connsiteX75" fmla="*/ 2546923 w 5399797"/>
                <a:gd name="connsiteY75" fmla="*/ 2353310 h 4620512"/>
                <a:gd name="connsiteX76" fmla="*/ 2524707 w 5399797"/>
                <a:gd name="connsiteY76" fmla="*/ 2340452 h 4620512"/>
                <a:gd name="connsiteX77" fmla="*/ 2516489 w 5399797"/>
                <a:gd name="connsiteY77" fmla="*/ 2335390 h 4620512"/>
                <a:gd name="connsiteX78" fmla="*/ 2466785 w 5399797"/>
                <a:gd name="connsiteY78" fmla="*/ 2308365 h 4620512"/>
                <a:gd name="connsiteX79" fmla="*/ 2457149 w 5399797"/>
                <a:gd name="connsiteY79" fmla="*/ 2303809 h 4620512"/>
                <a:gd name="connsiteX80" fmla="*/ 2430165 w 5399797"/>
                <a:gd name="connsiteY80" fmla="*/ 2291058 h 4620512"/>
                <a:gd name="connsiteX81" fmla="*/ 2422455 w 5399797"/>
                <a:gd name="connsiteY81" fmla="*/ 2287415 h 4620512"/>
                <a:gd name="connsiteX82" fmla="*/ 1703661 w 5399797"/>
                <a:gd name="connsiteY82" fmla="*/ 2144588 h 4620512"/>
                <a:gd name="connsiteX83" fmla="*/ 1692712 w 5399797"/>
                <a:gd name="connsiteY83" fmla="*/ 2145308 h 4620512"/>
                <a:gd name="connsiteX84" fmla="*/ 1667973 w 5399797"/>
                <a:gd name="connsiteY84" fmla="*/ 2147763 h 4620512"/>
                <a:gd name="connsiteX85" fmla="*/ 1637051 w 5399797"/>
                <a:gd name="connsiteY85" fmla="*/ 2150834 h 4620512"/>
                <a:gd name="connsiteX86" fmla="*/ 1627520 w 5399797"/>
                <a:gd name="connsiteY86" fmla="*/ 2151045 h 4620512"/>
                <a:gd name="connsiteX87" fmla="*/ 1624682 w 5399797"/>
                <a:gd name="connsiteY87" fmla="*/ 2152060 h 4620512"/>
                <a:gd name="connsiteX88" fmla="*/ 1592343 w 5399797"/>
                <a:gd name="connsiteY88" fmla="*/ 2155637 h 4620512"/>
                <a:gd name="connsiteX89" fmla="*/ 1588997 w 5399797"/>
                <a:gd name="connsiteY89" fmla="*/ 2155235 h 4620512"/>
                <a:gd name="connsiteX90" fmla="*/ 1403379 w 5399797"/>
                <a:gd name="connsiteY90" fmla="*/ 2191295 h 4620512"/>
                <a:gd name="connsiteX91" fmla="*/ 723993 w 5399797"/>
                <a:gd name="connsiteY91" fmla="*/ 2578715 h 4620512"/>
                <a:gd name="connsiteX92" fmla="*/ 720244 w 5399797"/>
                <a:gd name="connsiteY92" fmla="*/ 2581658 h 4620512"/>
                <a:gd name="connsiteX93" fmla="*/ 702515 w 5399797"/>
                <a:gd name="connsiteY93" fmla="*/ 2599217 h 4620512"/>
                <a:gd name="connsiteX94" fmla="*/ 693197 w 5399797"/>
                <a:gd name="connsiteY94" fmla="*/ 2608958 h 4620512"/>
                <a:gd name="connsiteX95" fmla="*/ 681547 w 5399797"/>
                <a:gd name="connsiteY95" fmla="*/ 2621134 h 4620512"/>
                <a:gd name="connsiteX96" fmla="*/ 666657 w 5399797"/>
                <a:gd name="connsiteY96" fmla="*/ 2637675 h 4620512"/>
                <a:gd name="connsiteX97" fmla="*/ 661086 w 5399797"/>
                <a:gd name="connsiteY97" fmla="*/ 2644473 h 4620512"/>
                <a:gd name="connsiteX98" fmla="*/ 327863 w 5399797"/>
                <a:gd name="connsiteY98" fmla="*/ 3269753 h 4620512"/>
                <a:gd name="connsiteX99" fmla="*/ 285513 w 5399797"/>
                <a:gd name="connsiteY99" fmla="*/ 3531485 h 4620512"/>
                <a:gd name="connsiteX100" fmla="*/ 286020 w 5399797"/>
                <a:gd name="connsiteY100" fmla="*/ 3532905 h 4620512"/>
                <a:gd name="connsiteX101" fmla="*/ 283117 w 5399797"/>
                <a:gd name="connsiteY101" fmla="*/ 3573970 h 4620512"/>
                <a:gd name="connsiteX102" fmla="*/ 282121 w 5399797"/>
                <a:gd name="connsiteY102" fmla="*/ 3593541 h 4620512"/>
                <a:gd name="connsiteX103" fmla="*/ 281126 w 5399797"/>
                <a:gd name="connsiteY103" fmla="*/ 3613109 h 4620512"/>
                <a:gd name="connsiteX104" fmla="*/ 372495 w 5399797"/>
                <a:gd name="connsiteY104" fmla="*/ 4156767 h 4620512"/>
                <a:gd name="connsiteX105" fmla="*/ 426611 w 5399797"/>
                <a:gd name="connsiteY105" fmla="*/ 4279390 h 4620512"/>
                <a:gd name="connsiteX106" fmla="*/ 388041 w 5399797"/>
                <a:gd name="connsiteY106" fmla="*/ 4275852 h 4620512"/>
                <a:gd name="connsiteX107" fmla="*/ 212296 w 5399797"/>
                <a:gd name="connsiteY107" fmla="*/ 4217842 h 4620512"/>
                <a:gd name="connsiteX108" fmla="*/ 41675 w 5399797"/>
                <a:gd name="connsiteY108" fmla="*/ 4129113 h 4620512"/>
                <a:gd name="connsiteX109" fmla="*/ 0 w 5399797"/>
                <a:gd name="connsiteY109" fmla="*/ 4102026 h 4620512"/>
                <a:gd name="connsiteX110" fmla="*/ 0 w 5399797"/>
                <a:gd name="connsiteY110" fmla="*/ 3265097 h 4620512"/>
                <a:gd name="connsiteX111" fmla="*/ 31247 w 5399797"/>
                <a:gd name="connsiteY111" fmla="*/ 3181692 h 4620512"/>
                <a:gd name="connsiteX112" fmla="*/ 13009 w 5399797"/>
                <a:gd name="connsiteY112" fmla="*/ 2469268 h 4620512"/>
                <a:gd name="connsiteX113" fmla="*/ 0 w 5399797"/>
                <a:gd name="connsiteY113" fmla="*/ 2439720 h 4620512"/>
                <a:gd name="connsiteX114" fmla="*/ 0 w 5399797"/>
                <a:gd name="connsiteY114" fmla="*/ 2068319 h 4620512"/>
                <a:gd name="connsiteX115" fmla="*/ 180733 w 5399797"/>
                <a:gd name="connsiteY115" fmla="*/ 2097828 h 4620512"/>
                <a:gd name="connsiteX116" fmla="*/ 574024 w 5399797"/>
                <a:gd name="connsiteY116" fmla="*/ 2122568 h 4620512"/>
                <a:gd name="connsiteX117" fmla="*/ 1611422 w 5399797"/>
                <a:gd name="connsiteY117" fmla="*/ 1924646 h 4620512"/>
                <a:gd name="connsiteX118" fmla="*/ 1618244 w 5399797"/>
                <a:gd name="connsiteY118" fmla="*/ 1924646 h 4620512"/>
                <a:gd name="connsiteX119" fmla="*/ 1666022 w 5399797"/>
                <a:gd name="connsiteY119" fmla="*/ 1904168 h 4620512"/>
                <a:gd name="connsiteX120" fmla="*/ 2329217 w 5399797"/>
                <a:gd name="connsiteY120" fmla="*/ 1485715 h 4620512"/>
                <a:gd name="connsiteX121" fmla="*/ 2441515 w 5399797"/>
                <a:gd name="connsiteY121" fmla="*/ 1389005 h 4620512"/>
                <a:gd name="connsiteX122" fmla="*/ 2477291 w 5399797"/>
                <a:gd name="connsiteY122" fmla="*/ 1470450 h 4620512"/>
                <a:gd name="connsiteX123" fmla="*/ 2485722 w 5399797"/>
                <a:gd name="connsiteY123" fmla="*/ 1485042 h 4620512"/>
                <a:gd name="connsiteX124" fmla="*/ 2488661 w 5399797"/>
                <a:gd name="connsiteY124" fmla="*/ 1488792 h 4620512"/>
                <a:gd name="connsiteX125" fmla="*/ 2518416 w 5399797"/>
                <a:gd name="connsiteY125" fmla="*/ 1540576 h 4620512"/>
                <a:gd name="connsiteX126" fmla="*/ 2521359 w 5399797"/>
                <a:gd name="connsiteY126" fmla="*/ 1544324 h 4620512"/>
                <a:gd name="connsiteX127" fmla="*/ 2549995 w 5399797"/>
                <a:gd name="connsiteY127" fmla="*/ 1588506 h 4620512"/>
                <a:gd name="connsiteX128" fmla="*/ 2556388 w 5399797"/>
                <a:gd name="connsiteY128" fmla="*/ 1597423 h 4620512"/>
                <a:gd name="connsiteX129" fmla="*/ 2587858 w 5399797"/>
                <a:gd name="connsiteY129" fmla="*/ 1640588 h 4620512"/>
                <a:gd name="connsiteX130" fmla="*/ 2594252 w 5399797"/>
                <a:gd name="connsiteY130" fmla="*/ 1649505 h 4620512"/>
                <a:gd name="connsiteX131" fmla="*/ 2671087 w 5399797"/>
                <a:gd name="connsiteY131" fmla="*/ 1738864 h 4620512"/>
                <a:gd name="connsiteX132" fmla="*/ 2671597 w 5399797"/>
                <a:gd name="connsiteY132" fmla="*/ 1740282 h 4620512"/>
                <a:gd name="connsiteX133" fmla="*/ 3487655 w 5399797"/>
                <a:gd name="connsiteY133" fmla="*/ 2141267 h 4620512"/>
                <a:gd name="connsiteX134" fmla="*/ 4230822 w 5399797"/>
                <a:gd name="connsiteY134" fmla="*/ 1985574 h 4620512"/>
                <a:gd name="connsiteX135" fmla="*/ 4238831 w 5399797"/>
                <a:gd name="connsiteY135" fmla="*/ 1981105 h 4620512"/>
                <a:gd name="connsiteX136" fmla="*/ 4284025 w 5399797"/>
                <a:gd name="connsiteY136" fmla="*/ 1955310 h 4620512"/>
                <a:gd name="connsiteX137" fmla="*/ 4303281 w 5399797"/>
                <a:gd name="connsiteY137" fmla="*/ 1942011 h 4620512"/>
                <a:gd name="connsiteX138" fmla="*/ 4334288 w 5399797"/>
                <a:gd name="connsiteY138" fmla="*/ 1921299 h 4620512"/>
                <a:gd name="connsiteX139" fmla="*/ 4359618 w 5399797"/>
                <a:gd name="connsiteY139" fmla="*/ 1902622 h 4620512"/>
                <a:gd name="connsiteX140" fmla="*/ 4383529 w 5399797"/>
                <a:gd name="connsiteY140" fmla="*/ 1884451 h 4620512"/>
                <a:gd name="connsiteX141" fmla="*/ 4408352 w 5399797"/>
                <a:gd name="connsiteY141" fmla="*/ 1864352 h 4620512"/>
                <a:gd name="connsiteX142" fmla="*/ 4432267 w 5399797"/>
                <a:gd name="connsiteY142" fmla="*/ 1846181 h 4620512"/>
                <a:gd name="connsiteX143" fmla="*/ 4455670 w 5399797"/>
                <a:gd name="connsiteY143" fmla="*/ 1826592 h 4620512"/>
                <a:gd name="connsiteX144" fmla="*/ 4479985 w 5399797"/>
                <a:gd name="connsiteY144" fmla="*/ 1805073 h 4620512"/>
                <a:gd name="connsiteX145" fmla="*/ 4499131 w 5399797"/>
                <a:gd name="connsiteY145" fmla="*/ 1787010 h 4620512"/>
                <a:gd name="connsiteX146" fmla="*/ 4526179 w 5399797"/>
                <a:gd name="connsiteY146" fmla="*/ 1759714 h 4620512"/>
                <a:gd name="connsiteX147" fmla="*/ 4538739 w 5399797"/>
                <a:gd name="connsiteY147" fmla="*/ 1745606 h 4620512"/>
                <a:gd name="connsiteX148" fmla="*/ 4568520 w 5399797"/>
                <a:gd name="connsiteY148" fmla="*/ 1712525 h 4620512"/>
                <a:gd name="connsiteX149" fmla="*/ 4576419 w 5399797"/>
                <a:gd name="connsiteY149" fmla="*/ 1703293 h 4620512"/>
                <a:gd name="connsiteX150" fmla="*/ 4609843 w 5399797"/>
                <a:gd name="connsiteY150" fmla="*/ 1662502 h 4620512"/>
                <a:gd name="connsiteX151" fmla="*/ 4612173 w 5399797"/>
                <a:gd name="connsiteY151" fmla="*/ 1660067 h 4620512"/>
                <a:gd name="connsiteX152" fmla="*/ 4817967 w 5399797"/>
                <a:gd name="connsiteY152" fmla="*/ 1286963 h 4620512"/>
                <a:gd name="connsiteX153" fmla="*/ 4819790 w 5399797"/>
                <a:gd name="connsiteY153" fmla="*/ 1283106 h 4620512"/>
                <a:gd name="connsiteX154" fmla="*/ 4836271 w 5399797"/>
                <a:gd name="connsiteY154" fmla="*/ 1230774 h 4620512"/>
                <a:gd name="connsiteX155" fmla="*/ 4845973 w 5399797"/>
                <a:gd name="connsiteY155" fmla="*/ 1195278 h 4620512"/>
                <a:gd name="connsiteX156" fmla="*/ 4852140 w 5399797"/>
                <a:gd name="connsiteY156" fmla="*/ 1172256 h 4620512"/>
                <a:gd name="connsiteX157" fmla="*/ 4883163 w 5399797"/>
                <a:gd name="connsiteY157" fmla="*/ 722454 h 4620512"/>
                <a:gd name="connsiteX158" fmla="*/ 4880308 w 5399797"/>
                <a:gd name="connsiteY158" fmla="*/ 701062 h 4620512"/>
                <a:gd name="connsiteX159" fmla="*/ 4875609 w 5399797"/>
                <a:gd name="connsiteY159" fmla="*/ 661116 h 4620512"/>
                <a:gd name="connsiteX160" fmla="*/ 4866336 w 5399797"/>
                <a:gd name="connsiteY160" fmla="*/ 608400 h 4620512"/>
                <a:gd name="connsiteX161" fmla="*/ 4864702 w 5399797"/>
                <a:gd name="connsiteY161" fmla="*/ 599379 h 4620512"/>
                <a:gd name="connsiteX162" fmla="*/ 4846281 w 5399797"/>
                <a:gd name="connsiteY162" fmla="*/ 521121 h 4620512"/>
                <a:gd name="connsiteX163" fmla="*/ 4835395 w 5399797"/>
                <a:gd name="connsiteY163" fmla="*/ 481789 h 4620512"/>
                <a:gd name="connsiteX164" fmla="*/ 4829805 w 5399797"/>
                <a:gd name="connsiteY164" fmla="*/ 466182 h 4620512"/>
                <a:gd name="connsiteX165" fmla="*/ 4591248 w 5399797"/>
                <a:gd name="connsiteY165" fmla="*/ 33677 h 4620512"/>
                <a:gd name="connsiteX166" fmla="*/ 4556938 w 5399797"/>
                <a:gd name="connsiteY166" fmla="*/ 2 h 4620512"/>
                <a:gd name="connsiteX167" fmla="*/ 4047939 w 5399797"/>
                <a:gd name="connsiteY167" fmla="*/ 2 h 4620512"/>
                <a:gd name="connsiteX168" fmla="*/ 4006969 w 5399797"/>
                <a:gd name="connsiteY168" fmla="*/ 8194 h 4620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5399797" h="4620512">
                  <a:moveTo>
                    <a:pt x="500240" y="4286145"/>
                  </a:moveTo>
                  <a:lnTo>
                    <a:pt x="574024" y="4292913"/>
                  </a:lnTo>
                  <a:lnTo>
                    <a:pt x="574024" y="4292913"/>
                  </a:lnTo>
                  <a:close/>
                  <a:moveTo>
                    <a:pt x="757608" y="4273545"/>
                  </a:moveTo>
                  <a:lnTo>
                    <a:pt x="574025" y="4292913"/>
                  </a:lnTo>
                  <a:lnTo>
                    <a:pt x="574024" y="4292913"/>
                  </a:lnTo>
                  <a:close/>
                  <a:moveTo>
                    <a:pt x="4165653" y="4126719"/>
                  </a:moveTo>
                  <a:lnTo>
                    <a:pt x="4254825" y="4222572"/>
                  </a:lnTo>
                  <a:cubicBezTo>
                    <a:pt x="4516655" y="4471892"/>
                    <a:pt x="4881842" y="4608501"/>
                    <a:pt x="5269770" y="4569030"/>
                  </a:cubicBezTo>
                  <a:lnTo>
                    <a:pt x="5391992" y="4550128"/>
                  </a:lnTo>
                  <a:lnTo>
                    <a:pt x="5372839" y="4588948"/>
                  </a:lnTo>
                  <a:cubicBezTo>
                    <a:pt x="5354924" y="4610276"/>
                    <a:pt x="5327623" y="4620512"/>
                    <a:pt x="5290085" y="4620512"/>
                  </a:cubicBezTo>
                  <a:lnTo>
                    <a:pt x="4846464" y="4620512"/>
                  </a:lnTo>
                  <a:cubicBezTo>
                    <a:pt x="4730436" y="4620512"/>
                    <a:pt x="4628066" y="4600041"/>
                    <a:pt x="4539336" y="4565912"/>
                  </a:cubicBezTo>
                  <a:cubicBezTo>
                    <a:pt x="4464266" y="4538612"/>
                    <a:pt x="4396015" y="4490841"/>
                    <a:pt x="4334587" y="4436241"/>
                  </a:cubicBezTo>
                  <a:cubicBezTo>
                    <a:pt x="4334587" y="4436241"/>
                    <a:pt x="4327766" y="4429413"/>
                    <a:pt x="4327766" y="4429413"/>
                  </a:cubicBezTo>
                  <a:cubicBezTo>
                    <a:pt x="4307287" y="4408941"/>
                    <a:pt x="4293637" y="4395291"/>
                    <a:pt x="4279988" y="4374813"/>
                  </a:cubicBezTo>
                  <a:cubicBezTo>
                    <a:pt x="4279988" y="4374813"/>
                    <a:pt x="4273167" y="4367991"/>
                    <a:pt x="4273167" y="4367991"/>
                  </a:cubicBezTo>
                  <a:cubicBezTo>
                    <a:pt x="4259516" y="4347513"/>
                    <a:pt x="4252687" y="4333863"/>
                    <a:pt x="4239038" y="4313391"/>
                  </a:cubicBezTo>
                  <a:cubicBezTo>
                    <a:pt x="4239038" y="4313391"/>
                    <a:pt x="4239038" y="4306563"/>
                    <a:pt x="4239038" y="4306563"/>
                  </a:cubicBezTo>
                  <a:cubicBezTo>
                    <a:pt x="4225387" y="4286092"/>
                    <a:pt x="4211737" y="4265613"/>
                    <a:pt x="4204916" y="4245142"/>
                  </a:cubicBezTo>
                  <a:cubicBezTo>
                    <a:pt x="4191267" y="4224663"/>
                    <a:pt x="4184437" y="4204192"/>
                    <a:pt x="4177616" y="4176892"/>
                  </a:cubicBezTo>
                  <a:close/>
                  <a:moveTo>
                    <a:pt x="4136664" y="3146286"/>
                  </a:moveTo>
                  <a:lnTo>
                    <a:pt x="4136668" y="3146315"/>
                  </a:lnTo>
                  <a:lnTo>
                    <a:pt x="4136668" y="3903893"/>
                  </a:lnTo>
                  <a:lnTo>
                    <a:pt x="4144561" y="4015088"/>
                  </a:lnTo>
                  <a:lnTo>
                    <a:pt x="4136666" y="3903893"/>
                  </a:lnTo>
                  <a:lnTo>
                    <a:pt x="4136666" y="3146315"/>
                  </a:lnTo>
                  <a:close/>
                  <a:moveTo>
                    <a:pt x="4102039" y="2915161"/>
                  </a:moveTo>
                  <a:lnTo>
                    <a:pt x="4110752" y="2935049"/>
                  </a:lnTo>
                  <a:lnTo>
                    <a:pt x="4113608" y="2958331"/>
                  </a:lnTo>
                  <a:close/>
                  <a:moveTo>
                    <a:pt x="3996926" y="2711649"/>
                  </a:moveTo>
                  <a:lnTo>
                    <a:pt x="4017426" y="2737763"/>
                  </a:lnTo>
                  <a:lnTo>
                    <a:pt x="3996926" y="2711649"/>
                  </a:lnTo>
                  <a:close/>
                  <a:moveTo>
                    <a:pt x="2525200" y="1316936"/>
                  </a:moveTo>
                  <a:lnTo>
                    <a:pt x="2441515" y="1389005"/>
                  </a:lnTo>
                  <a:lnTo>
                    <a:pt x="2441515" y="1389004"/>
                  </a:lnTo>
                  <a:close/>
                  <a:moveTo>
                    <a:pt x="3304019" y="607422"/>
                  </a:moveTo>
                  <a:lnTo>
                    <a:pt x="2532793" y="1310397"/>
                  </a:lnTo>
                  <a:lnTo>
                    <a:pt x="2525200" y="1316936"/>
                  </a:lnTo>
                  <a:lnTo>
                    <a:pt x="2532792" y="1310398"/>
                  </a:lnTo>
                  <a:close/>
                  <a:moveTo>
                    <a:pt x="3942230" y="22142"/>
                  </a:moveTo>
                  <a:lnTo>
                    <a:pt x="3931920" y="27301"/>
                  </a:lnTo>
                  <a:cubicBezTo>
                    <a:pt x="3918269" y="34126"/>
                    <a:pt x="3902912" y="46070"/>
                    <a:pt x="3885847" y="61424"/>
                  </a:cubicBezTo>
                  <a:cubicBezTo>
                    <a:pt x="3902910" y="46068"/>
                    <a:pt x="3918268" y="34126"/>
                    <a:pt x="3931917" y="27301"/>
                  </a:cubicBezTo>
                  <a:close/>
                  <a:moveTo>
                    <a:pt x="4047939" y="0"/>
                  </a:moveTo>
                  <a:lnTo>
                    <a:pt x="4696315" y="0"/>
                  </a:lnTo>
                  <a:cubicBezTo>
                    <a:pt x="4709966" y="0"/>
                    <a:pt x="4723615" y="0"/>
                    <a:pt x="4737265" y="0"/>
                  </a:cubicBezTo>
                  <a:cubicBezTo>
                    <a:pt x="4750915" y="0"/>
                    <a:pt x="4764565" y="0"/>
                    <a:pt x="4778215" y="0"/>
                  </a:cubicBezTo>
                  <a:cubicBezTo>
                    <a:pt x="4791865" y="0"/>
                    <a:pt x="4812336" y="6823"/>
                    <a:pt x="4832815" y="6823"/>
                  </a:cubicBezTo>
                  <a:cubicBezTo>
                    <a:pt x="4839636" y="6823"/>
                    <a:pt x="4846464" y="6823"/>
                    <a:pt x="4853286" y="6823"/>
                  </a:cubicBezTo>
                  <a:cubicBezTo>
                    <a:pt x="4873764" y="13651"/>
                    <a:pt x="4894235" y="13651"/>
                    <a:pt x="4914714" y="20472"/>
                  </a:cubicBezTo>
                  <a:cubicBezTo>
                    <a:pt x="4914714" y="20472"/>
                    <a:pt x="4921536" y="20472"/>
                    <a:pt x="4921536" y="20472"/>
                  </a:cubicBezTo>
                  <a:cubicBezTo>
                    <a:pt x="4948836" y="27301"/>
                    <a:pt x="4969314" y="34122"/>
                    <a:pt x="4989786" y="40950"/>
                  </a:cubicBezTo>
                  <a:cubicBezTo>
                    <a:pt x="5078514" y="68251"/>
                    <a:pt x="5153586" y="116022"/>
                    <a:pt x="5215014" y="177450"/>
                  </a:cubicBezTo>
                  <a:cubicBezTo>
                    <a:pt x="5215014" y="177450"/>
                    <a:pt x="5215014" y="177450"/>
                    <a:pt x="5221835" y="184271"/>
                  </a:cubicBezTo>
                  <a:cubicBezTo>
                    <a:pt x="5344685" y="307121"/>
                    <a:pt x="5406113" y="484572"/>
                    <a:pt x="5399284" y="709800"/>
                  </a:cubicBezTo>
                  <a:lnTo>
                    <a:pt x="5399284" y="1781318"/>
                  </a:lnTo>
                  <a:lnTo>
                    <a:pt x="5399284" y="2036256"/>
                  </a:lnTo>
                  <a:lnTo>
                    <a:pt x="5378054" y="2031212"/>
                  </a:lnTo>
                  <a:cubicBezTo>
                    <a:pt x="5300543" y="2016560"/>
                    <a:pt x="5220809" y="2008984"/>
                    <a:pt x="5139631" y="2009118"/>
                  </a:cubicBezTo>
                  <a:cubicBezTo>
                    <a:pt x="5096337" y="2009188"/>
                    <a:pt x="5052629" y="2011452"/>
                    <a:pt x="5008630" y="2016002"/>
                  </a:cubicBezTo>
                  <a:cubicBezTo>
                    <a:pt x="4565280" y="2061116"/>
                    <a:pt x="4197869" y="2327194"/>
                    <a:pt x="4004337" y="2694306"/>
                  </a:cubicBezTo>
                  <a:lnTo>
                    <a:pt x="3996926" y="2711649"/>
                  </a:lnTo>
                  <a:lnTo>
                    <a:pt x="3952388" y="2654916"/>
                  </a:lnTo>
                  <a:cubicBezTo>
                    <a:pt x="3822717" y="2525245"/>
                    <a:pt x="3665739" y="2463817"/>
                    <a:pt x="3474639" y="2463817"/>
                  </a:cubicBezTo>
                  <a:cubicBezTo>
                    <a:pt x="3331318" y="2463817"/>
                    <a:pt x="3187990" y="2497946"/>
                    <a:pt x="3051491" y="2559367"/>
                  </a:cubicBezTo>
                  <a:lnTo>
                    <a:pt x="2885919" y="2647440"/>
                  </a:lnTo>
                  <a:lnTo>
                    <a:pt x="2893869" y="2643211"/>
                  </a:lnTo>
                  <a:lnTo>
                    <a:pt x="2847495" y="2588485"/>
                  </a:lnTo>
                  <a:cubicBezTo>
                    <a:pt x="2794459" y="2534833"/>
                    <a:pt x="2737456" y="2485201"/>
                    <a:pt x="2677087" y="2439579"/>
                  </a:cubicBezTo>
                  <a:cubicBezTo>
                    <a:pt x="2675159" y="2438669"/>
                    <a:pt x="2673235" y="2437758"/>
                    <a:pt x="2672728" y="2436338"/>
                  </a:cubicBezTo>
                  <a:cubicBezTo>
                    <a:pt x="2647057" y="2418314"/>
                    <a:pt x="2620880" y="2398870"/>
                    <a:pt x="2594300" y="2382773"/>
                  </a:cubicBezTo>
                  <a:cubicBezTo>
                    <a:pt x="2590444" y="2380952"/>
                    <a:pt x="2587502" y="2377202"/>
                    <a:pt x="2583648" y="2375381"/>
                  </a:cubicBezTo>
                  <a:cubicBezTo>
                    <a:pt x="2575430" y="2370318"/>
                    <a:pt x="2569139" y="2366167"/>
                    <a:pt x="2560923" y="2361104"/>
                  </a:cubicBezTo>
                  <a:cubicBezTo>
                    <a:pt x="2556562" y="2357863"/>
                    <a:pt x="2552705" y="2356043"/>
                    <a:pt x="2546923" y="2353310"/>
                  </a:cubicBezTo>
                  <a:cubicBezTo>
                    <a:pt x="2539214" y="2349666"/>
                    <a:pt x="2532419" y="2344096"/>
                    <a:pt x="2524707" y="2340452"/>
                  </a:cubicBezTo>
                  <a:cubicBezTo>
                    <a:pt x="2522273" y="2338121"/>
                    <a:pt x="2518924" y="2337722"/>
                    <a:pt x="2516489" y="2335390"/>
                  </a:cubicBezTo>
                  <a:cubicBezTo>
                    <a:pt x="2500564" y="2326685"/>
                    <a:pt x="2484130" y="2316561"/>
                    <a:pt x="2466785" y="2308365"/>
                  </a:cubicBezTo>
                  <a:cubicBezTo>
                    <a:pt x="2462926" y="2306542"/>
                    <a:pt x="2461003" y="2305632"/>
                    <a:pt x="2457149" y="2303809"/>
                  </a:cubicBezTo>
                  <a:cubicBezTo>
                    <a:pt x="2447513" y="2299256"/>
                    <a:pt x="2439293" y="2294192"/>
                    <a:pt x="2430165" y="2291058"/>
                  </a:cubicBezTo>
                  <a:cubicBezTo>
                    <a:pt x="2428237" y="2290147"/>
                    <a:pt x="2424386" y="2288325"/>
                    <a:pt x="2422455" y="2287415"/>
                  </a:cubicBezTo>
                  <a:cubicBezTo>
                    <a:pt x="2204165" y="2183074"/>
                    <a:pt x="1959869" y="2131279"/>
                    <a:pt x="1703661" y="2144588"/>
                  </a:cubicBezTo>
                  <a:cubicBezTo>
                    <a:pt x="1700316" y="2144185"/>
                    <a:pt x="1695549" y="2144292"/>
                    <a:pt x="1692712" y="2145308"/>
                  </a:cubicBezTo>
                  <a:cubicBezTo>
                    <a:pt x="1684601" y="2145011"/>
                    <a:pt x="1675577" y="2146641"/>
                    <a:pt x="1667973" y="2147763"/>
                  </a:cubicBezTo>
                  <a:cubicBezTo>
                    <a:pt x="1657024" y="2148483"/>
                    <a:pt x="1646073" y="2149201"/>
                    <a:pt x="1637051" y="2150834"/>
                  </a:cubicBezTo>
                  <a:cubicBezTo>
                    <a:pt x="1634213" y="2151851"/>
                    <a:pt x="1630868" y="2151447"/>
                    <a:pt x="1627520" y="2151045"/>
                  </a:cubicBezTo>
                  <a:cubicBezTo>
                    <a:pt x="1626100" y="2151553"/>
                    <a:pt x="1626100" y="2151553"/>
                    <a:pt x="1624682" y="2152060"/>
                  </a:cubicBezTo>
                  <a:cubicBezTo>
                    <a:pt x="1613733" y="2152782"/>
                    <a:pt x="1603293" y="2154920"/>
                    <a:pt x="1592343" y="2155637"/>
                  </a:cubicBezTo>
                  <a:cubicBezTo>
                    <a:pt x="1590924" y="2156146"/>
                    <a:pt x="1589503" y="2156654"/>
                    <a:pt x="1588997" y="2155235"/>
                  </a:cubicBezTo>
                  <a:cubicBezTo>
                    <a:pt x="1526241" y="2163303"/>
                    <a:pt x="1465009" y="2175625"/>
                    <a:pt x="1403379" y="2191295"/>
                  </a:cubicBezTo>
                  <a:cubicBezTo>
                    <a:pt x="1141239" y="2259564"/>
                    <a:pt x="908261" y="2395841"/>
                    <a:pt x="723993" y="2578715"/>
                  </a:cubicBezTo>
                  <a:cubicBezTo>
                    <a:pt x="722574" y="2579225"/>
                    <a:pt x="721664" y="2581149"/>
                    <a:pt x="720244" y="2581658"/>
                  </a:cubicBezTo>
                  <a:cubicBezTo>
                    <a:pt x="714163" y="2587040"/>
                    <a:pt x="708593" y="2593836"/>
                    <a:pt x="702515" y="2599217"/>
                  </a:cubicBezTo>
                  <a:cubicBezTo>
                    <a:pt x="698765" y="2602158"/>
                    <a:pt x="696945" y="2606013"/>
                    <a:pt x="693197" y="2608958"/>
                  </a:cubicBezTo>
                  <a:cubicBezTo>
                    <a:pt x="689955" y="2613319"/>
                    <a:pt x="684787" y="2616772"/>
                    <a:pt x="681547" y="2621134"/>
                  </a:cubicBezTo>
                  <a:cubicBezTo>
                    <a:pt x="676887" y="2626006"/>
                    <a:pt x="670808" y="2631387"/>
                    <a:pt x="666657" y="2637675"/>
                  </a:cubicBezTo>
                  <a:cubicBezTo>
                    <a:pt x="664326" y="2640111"/>
                    <a:pt x="663418" y="2642038"/>
                    <a:pt x="661086" y="2644473"/>
                  </a:cubicBezTo>
                  <a:cubicBezTo>
                    <a:pt x="504795" y="2820529"/>
                    <a:pt x="388383" y="3031934"/>
                    <a:pt x="327863" y="3269753"/>
                  </a:cubicBezTo>
                  <a:cubicBezTo>
                    <a:pt x="306847" y="3354131"/>
                    <a:pt x="291618" y="3441241"/>
                    <a:pt x="285513" y="3531485"/>
                  </a:cubicBezTo>
                  <a:cubicBezTo>
                    <a:pt x="285513" y="3531485"/>
                    <a:pt x="286020" y="3532905"/>
                    <a:pt x="286020" y="3532905"/>
                  </a:cubicBezTo>
                  <a:cubicBezTo>
                    <a:pt x="284410" y="3546289"/>
                    <a:pt x="284727" y="3560586"/>
                    <a:pt x="283117" y="3573970"/>
                  </a:cubicBezTo>
                  <a:cubicBezTo>
                    <a:pt x="282312" y="3580661"/>
                    <a:pt x="282925" y="3586848"/>
                    <a:pt x="282121" y="3593541"/>
                  </a:cubicBezTo>
                  <a:cubicBezTo>
                    <a:pt x="281314" y="3600234"/>
                    <a:pt x="281929" y="3606418"/>
                    <a:pt x="281126" y="3613109"/>
                  </a:cubicBezTo>
                  <a:cubicBezTo>
                    <a:pt x="277112" y="3803071"/>
                    <a:pt x="309711" y="3987127"/>
                    <a:pt x="372495" y="4156767"/>
                  </a:cubicBezTo>
                  <a:lnTo>
                    <a:pt x="426611" y="4279390"/>
                  </a:lnTo>
                  <a:lnTo>
                    <a:pt x="388041" y="4275852"/>
                  </a:lnTo>
                  <a:cubicBezTo>
                    <a:pt x="328323" y="4263909"/>
                    <a:pt x="270311" y="4245142"/>
                    <a:pt x="212296" y="4217842"/>
                  </a:cubicBezTo>
                  <a:cubicBezTo>
                    <a:pt x="157696" y="4197364"/>
                    <a:pt x="96275" y="4163242"/>
                    <a:pt x="41675" y="4129113"/>
                  </a:cubicBezTo>
                  <a:lnTo>
                    <a:pt x="0" y="4102026"/>
                  </a:lnTo>
                  <a:lnTo>
                    <a:pt x="0" y="3265097"/>
                  </a:lnTo>
                  <a:lnTo>
                    <a:pt x="31247" y="3181692"/>
                  </a:lnTo>
                  <a:cubicBezTo>
                    <a:pt x="104740" y="2952978"/>
                    <a:pt x="101679" y="2701596"/>
                    <a:pt x="13009" y="2469268"/>
                  </a:cubicBezTo>
                  <a:lnTo>
                    <a:pt x="0" y="2439720"/>
                  </a:lnTo>
                  <a:lnTo>
                    <a:pt x="0" y="2068319"/>
                  </a:lnTo>
                  <a:lnTo>
                    <a:pt x="180733" y="2097828"/>
                  </a:lnTo>
                  <a:cubicBezTo>
                    <a:pt x="306142" y="2114038"/>
                    <a:pt x="437524" y="2122568"/>
                    <a:pt x="574024" y="2122568"/>
                  </a:cubicBezTo>
                  <a:cubicBezTo>
                    <a:pt x="963045" y="2122568"/>
                    <a:pt x="1311123" y="2054319"/>
                    <a:pt x="1611422" y="1924646"/>
                  </a:cubicBezTo>
                  <a:cubicBezTo>
                    <a:pt x="1618244" y="1924646"/>
                    <a:pt x="1618244" y="1924646"/>
                    <a:pt x="1618244" y="1924646"/>
                  </a:cubicBezTo>
                  <a:cubicBezTo>
                    <a:pt x="1631893" y="1917818"/>
                    <a:pt x="1652372" y="1910997"/>
                    <a:pt x="1666022" y="1904168"/>
                  </a:cubicBezTo>
                  <a:cubicBezTo>
                    <a:pt x="1901484" y="1791556"/>
                    <a:pt x="2121590" y="1652073"/>
                    <a:pt x="2329217" y="1485715"/>
                  </a:cubicBezTo>
                  <a:lnTo>
                    <a:pt x="2441515" y="1389005"/>
                  </a:lnTo>
                  <a:lnTo>
                    <a:pt x="2477291" y="1470450"/>
                  </a:lnTo>
                  <a:cubicBezTo>
                    <a:pt x="2480742" y="1475616"/>
                    <a:pt x="2482266" y="1479873"/>
                    <a:pt x="2485722" y="1485042"/>
                  </a:cubicBezTo>
                  <a:cubicBezTo>
                    <a:pt x="2486225" y="1486461"/>
                    <a:pt x="2486735" y="1487880"/>
                    <a:pt x="2488661" y="1488792"/>
                  </a:cubicBezTo>
                  <a:cubicBezTo>
                    <a:pt x="2498106" y="1506222"/>
                    <a:pt x="2508968" y="1523145"/>
                    <a:pt x="2518416" y="1540576"/>
                  </a:cubicBezTo>
                  <a:cubicBezTo>
                    <a:pt x="2518925" y="1541995"/>
                    <a:pt x="2519432" y="1543414"/>
                    <a:pt x="2521359" y="1544324"/>
                  </a:cubicBezTo>
                  <a:cubicBezTo>
                    <a:pt x="2529787" y="1558918"/>
                    <a:pt x="2540147" y="1574420"/>
                    <a:pt x="2549995" y="1588506"/>
                  </a:cubicBezTo>
                  <a:cubicBezTo>
                    <a:pt x="2552429" y="1590836"/>
                    <a:pt x="2553955" y="1595095"/>
                    <a:pt x="2556388" y="1597423"/>
                  </a:cubicBezTo>
                  <a:cubicBezTo>
                    <a:pt x="2566743" y="1612926"/>
                    <a:pt x="2578009" y="1626503"/>
                    <a:pt x="2587858" y="1640588"/>
                  </a:cubicBezTo>
                  <a:cubicBezTo>
                    <a:pt x="2590294" y="1642918"/>
                    <a:pt x="2593240" y="1646667"/>
                    <a:pt x="2594252" y="1649505"/>
                  </a:cubicBezTo>
                  <a:cubicBezTo>
                    <a:pt x="2618311" y="1680914"/>
                    <a:pt x="2643280" y="1710398"/>
                    <a:pt x="2671087" y="1738864"/>
                  </a:cubicBezTo>
                  <a:cubicBezTo>
                    <a:pt x="2671087" y="1738864"/>
                    <a:pt x="2671087" y="1738864"/>
                    <a:pt x="2671597" y="1740282"/>
                  </a:cubicBezTo>
                  <a:cubicBezTo>
                    <a:pt x="2878633" y="1960727"/>
                    <a:pt x="3162768" y="2110330"/>
                    <a:pt x="3487655" y="2141267"/>
                  </a:cubicBezTo>
                  <a:cubicBezTo>
                    <a:pt x="3756165" y="2166781"/>
                    <a:pt x="4011826" y="2107238"/>
                    <a:pt x="4230822" y="1985574"/>
                  </a:cubicBezTo>
                  <a:cubicBezTo>
                    <a:pt x="4233661" y="1984556"/>
                    <a:pt x="4235995" y="1982121"/>
                    <a:pt x="4238831" y="1981105"/>
                  </a:cubicBezTo>
                  <a:cubicBezTo>
                    <a:pt x="4253423" y="1972675"/>
                    <a:pt x="4269436" y="1963739"/>
                    <a:pt x="4284025" y="1955310"/>
                  </a:cubicBezTo>
                  <a:cubicBezTo>
                    <a:pt x="4290614" y="1951351"/>
                    <a:pt x="4297202" y="1947391"/>
                    <a:pt x="4303281" y="1942011"/>
                  </a:cubicBezTo>
                  <a:cubicBezTo>
                    <a:pt x="4313614" y="1935107"/>
                    <a:pt x="4323952" y="1928202"/>
                    <a:pt x="4334288" y="1921299"/>
                  </a:cubicBezTo>
                  <a:cubicBezTo>
                    <a:pt x="4343203" y="1914904"/>
                    <a:pt x="4350703" y="1909015"/>
                    <a:pt x="4359618" y="1902622"/>
                  </a:cubicBezTo>
                  <a:cubicBezTo>
                    <a:pt x="4367117" y="1896733"/>
                    <a:pt x="4376032" y="1890337"/>
                    <a:pt x="4383529" y="1884451"/>
                  </a:cubicBezTo>
                  <a:cubicBezTo>
                    <a:pt x="4392447" y="1878054"/>
                    <a:pt x="4400855" y="1870239"/>
                    <a:pt x="4408352" y="1864352"/>
                  </a:cubicBezTo>
                  <a:cubicBezTo>
                    <a:pt x="4415852" y="1858465"/>
                    <a:pt x="4423349" y="1852577"/>
                    <a:pt x="4432267" y="1846181"/>
                  </a:cubicBezTo>
                  <a:cubicBezTo>
                    <a:pt x="4439764" y="1840295"/>
                    <a:pt x="4448172" y="1832478"/>
                    <a:pt x="4455670" y="1826592"/>
                  </a:cubicBezTo>
                  <a:cubicBezTo>
                    <a:pt x="4464077" y="1818777"/>
                    <a:pt x="4471577" y="1812891"/>
                    <a:pt x="4479985" y="1805073"/>
                  </a:cubicBezTo>
                  <a:cubicBezTo>
                    <a:pt x="4486063" y="1799696"/>
                    <a:pt x="4491634" y="1792897"/>
                    <a:pt x="4499131" y="1787010"/>
                  </a:cubicBezTo>
                  <a:cubicBezTo>
                    <a:pt x="4508959" y="1778686"/>
                    <a:pt x="4516859" y="1769455"/>
                    <a:pt x="4526179" y="1759714"/>
                  </a:cubicBezTo>
                  <a:cubicBezTo>
                    <a:pt x="4530836" y="1754841"/>
                    <a:pt x="4535498" y="1749970"/>
                    <a:pt x="4538739" y="1745606"/>
                  </a:cubicBezTo>
                  <a:cubicBezTo>
                    <a:pt x="4549482" y="1735356"/>
                    <a:pt x="4559707" y="1723687"/>
                    <a:pt x="4568520" y="1712525"/>
                  </a:cubicBezTo>
                  <a:cubicBezTo>
                    <a:pt x="4570848" y="1710090"/>
                    <a:pt x="4573179" y="1707655"/>
                    <a:pt x="4576419" y="1703293"/>
                  </a:cubicBezTo>
                  <a:cubicBezTo>
                    <a:pt x="4587559" y="1689695"/>
                    <a:pt x="4598701" y="1676099"/>
                    <a:pt x="4609843" y="1662502"/>
                  </a:cubicBezTo>
                  <a:cubicBezTo>
                    <a:pt x="4611261" y="1661994"/>
                    <a:pt x="4610752" y="1660574"/>
                    <a:pt x="4612173" y="1660067"/>
                  </a:cubicBezTo>
                  <a:cubicBezTo>
                    <a:pt x="4700793" y="1549875"/>
                    <a:pt x="4770945" y="1423885"/>
                    <a:pt x="4817967" y="1286963"/>
                  </a:cubicBezTo>
                  <a:cubicBezTo>
                    <a:pt x="4818879" y="1285036"/>
                    <a:pt x="4818372" y="1283615"/>
                    <a:pt x="4819790" y="1283106"/>
                  </a:cubicBezTo>
                  <a:cubicBezTo>
                    <a:pt x="4826567" y="1266270"/>
                    <a:pt x="4831419" y="1248523"/>
                    <a:pt x="4836271" y="1230774"/>
                  </a:cubicBezTo>
                  <a:cubicBezTo>
                    <a:pt x="4840314" y="1219720"/>
                    <a:pt x="4842435" y="1207753"/>
                    <a:pt x="4845973" y="1195278"/>
                  </a:cubicBezTo>
                  <a:cubicBezTo>
                    <a:pt x="4848198" y="1188077"/>
                    <a:pt x="4850419" y="1180876"/>
                    <a:pt x="4852140" y="1172256"/>
                  </a:cubicBezTo>
                  <a:cubicBezTo>
                    <a:pt x="4888507" y="1027944"/>
                    <a:pt x="4899930" y="876554"/>
                    <a:pt x="4883163" y="722454"/>
                  </a:cubicBezTo>
                  <a:cubicBezTo>
                    <a:pt x="4882043" y="714848"/>
                    <a:pt x="4881429" y="708664"/>
                    <a:pt x="4880308" y="701062"/>
                  </a:cubicBezTo>
                  <a:cubicBezTo>
                    <a:pt x="4878571" y="687274"/>
                    <a:pt x="4877342" y="674906"/>
                    <a:pt x="4875609" y="661116"/>
                  </a:cubicBezTo>
                  <a:cubicBezTo>
                    <a:pt x="4872349" y="643073"/>
                    <a:pt x="4869593" y="626446"/>
                    <a:pt x="4866336" y="608400"/>
                  </a:cubicBezTo>
                  <a:cubicBezTo>
                    <a:pt x="4865316" y="605563"/>
                    <a:pt x="4865719" y="602216"/>
                    <a:pt x="4864702" y="599379"/>
                  </a:cubicBezTo>
                  <a:cubicBezTo>
                    <a:pt x="4858395" y="572820"/>
                    <a:pt x="4852592" y="547681"/>
                    <a:pt x="4846281" y="521121"/>
                  </a:cubicBezTo>
                  <a:cubicBezTo>
                    <a:pt x="4843126" y="507842"/>
                    <a:pt x="4838550" y="495070"/>
                    <a:pt x="4835395" y="481789"/>
                  </a:cubicBezTo>
                  <a:cubicBezTo>
                    <a:pt x="4833362" y="476114"/>
                    <a:pt x="4831838" y="471857"/>
                    <a:pt x="4829805" y="466182"/>
                  </a:cubicBezTo>
                  <a:cubicBezTo>
                    <a:pt x="4777801" y="303088"/>
                    <a:pt x="4695669" y="157586"/>
                    <a:pt x="4591248" y="33677"/>
                  </a:cubicBezTo>
                  <a:lnTo>
                    <a:pt x="4556938" y="2"/>
                  </a:lnTo>
                  <a:lnTo>
                    <a:pt x="4047939" y="2"/>
                  </a:lnTo>
                  <a:lnTo>
                    <a:pt x="4006969" y="8194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572045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Content Placeholder 13"/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8" y="1484313"/>
            <a:ext cx="10944227" cy="4608511"/>
          </a:xfrm>
        </p:spPr>
        <p:txBody>
          <a:bodyPr/>
          <a:lstStyle>
            <a:lvl1pPr marL="342900" indent="-342900">
              <a:buClr>
                <a:schemeClr val="bg2"/>
              </a:buClr>
              <a:buFont typeface="+mj-lt"/>
              <a:buAutoNum type="arabicPeriod"/>
              <a:defRPr/>
            </a:lvl1pPr>
            <a:lvl2pPr marL="534988" indent="-179388">
              <a:defRPr/>
            </a:lvl2pPr>
            <a:lvl3pPr marL="715963" indent="-179388">
              <a:defRPr/>
            </a:lvl3pPr>
            <a:lvl4pPr marL="896938" indent="-179388">
              <a:defRPr/>
            </a:lvl4pPr>
            <a:lvl5pPr marL="449263" indent="0">
              <a:buNone/>
              <a:defRPr/>
            </a:lvl5pPr>
          </a:lstStyle>
          <a:p>
            <a:pPr lvl="0"/>
            <a:r>
              <a:rPr lang="en-US" dirty="0"/>
              <a:t>Insert your agenda points here. Use the button “increase list level” to add subitems.</a:t>
            </a:r>
            <a:br>
              <a:rPr lang="en-US" dirty="0"/>
            </a:br>
            <a:r>
              <a:rPr lang="en-US" dirty="0"/>
              <a:t>You can find other agenda designs within the slide library.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934EA1-1883-4D38-9FDC-7B4EE39EA96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116324-0C1D-439A-912E-27AE05A10F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1475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8" y="1484313"/>
            <a:ext cx="10944227" cy="460851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AB8F34D-A5C0-4BC9-B0F3-11856D9ED0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962AE53-FF41-4032-9C92-554890CB38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9056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6" hasCustomPrompt="1"/>
          </p:nvPr>
        </p:nvSpPr>
        <p:spPr bwMode="gray">
          <a:xfrm>
            <a:off x="6240464" y="1484313"/>
            <a:ext cx="532765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5" hasCustomPrompt="1"/>
          </p:nvPr>
        </p:nvSpPr>
        <p:spPr bwMode="gray">
          <a:xfrm>
            <a:off x="623392" y="1484313"/>
            <a:ext cx="532765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DEF66B1-2B35-4F3D-8FA1-45C43C9298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94110D-FB2C-4548-B1FA-4A7EB94F13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785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sz="quarter" idx="18" hasCustomPrompt="1"/>
          </p:nvPr>
        </p:nvSpPr>
        <p:spPr bwMode="gray">
          <a:xfrm>
            <a:off x="624845" y="1484314"/>
            <a:ext cx="3454931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4368803" y="1484314"/>
            <a:ext cx="3455986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20" hasCustomPrompt="1"/>
          </p:nvPr>
        </p:nvSpPr>
        <p:spPr bwMode="gray">
          <a:xfrm>
            <a:off x="8112000" y="1484313"/>
            <a:ext cx="345600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1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1328EC7-157B-409E-AF0F-00B8B6EE2D1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2B2B86B-BA50-4AE8-98E0-0C5519E10E5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2566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C1A3A0B-4241-4AC5-A07E-A9AC7CC4A1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6E51C11-1DC2-48EC-9664-E7966335E18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528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546BFA-11FA-4A75-AF85-C913ED1414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A602A5-B6D5-4348-9CDC-85CBF06530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590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>
            <a:extLst>
              <a:ext uri="{FF2B5EF4-FFF2-40B4-BE49-F238E27FC236}">
                <a16:creationId xmlns:a16="http://schemas.microsoft.com/office/drawing/2014/main" id="{3B048F8F-2117-4CA9-9663-771E19A8BE2D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6" name="Freihandform: Form 35">
            <a:extLst>
              <a:ext uri="{FF2B5EF4-FFF2-40B4-BE49-F238E27FC236}">
                <a16:creationId xmlns:a16="http://schemas.microsoft.com/office/drawing/2014/main" id="{7680D41B-3894-4B0F-B7F1-B898A63192D3}"/>
              </a:ext>
            </a:extLst>
          </p:cNvPr>
          <p:cNvSpPr/>
          <p:nvPr userDrawn="1"/>
        </p:nvSpPr>
        <p:spPr bwMode="gray">
          <a:xfrm>
            <a:off x="68894" y="0"/>
            <a:ext cx="12123107" cy="6858000"/>
          </a:xfrm>
          <a:custGeom>
            <a:avLst/>
            <a:gdLst>
              <a:gd name="connsiteX0" fmla="*/ 4746749 w 12123107"/>
              <a:gd name="connsiteY0" fmla="*/ 0 h 6858000"/>
              <a:gd name="connsiteX1" fmla="*/ 11630128 w 12123107"/>
              <a:gd name="connsiteY1" fmla="*/ 0 h 6858000"/>
              <a:gd name="connsiteX2" fmla="*/ 11636186 w 12123107"/>
              <a:gd name="connsiteY2" fmla="*/ 147212 h 6858000"/>
              <a:gd name="connsiteX3" fmla="*/ 11616919 w 12123107"/>
              <a:gd name="connsiteY3" fmla="*/ 550881 h 6858000"/>
              <a:gd name="connsiteX4" fmla="*/ 11608319 w 12123107"/>
              <a:gd name="connsiteY4" fmla="*/ 613622 h 6858000"/>
              <a:gd name="connsiteX5" fmla="*/ 11597823 w 12123107"/>
              <a:gd name="connsiteY5" fmla="*/ 694750 h 6858000"/>
              <a:gd name="connsiteX6" fmla="*/ 11578904 w 12123107"/>
              <a:gd name="connsiteY6" fmla="*/ 817481 h 6858000"/>
              <a:gd name="connsiteX7" fmla="*/ 11572496 w 12123107"/>
              <a:gd name="connsiteY7" fmla="*/ 851600 h 6858000"/>
              <a:gd name="connsiteX8" fmla="*/ 11566520 w 12123107"/>
              <a:gd name="connsiteY8" fmla="*/ 882580 h 6858000"/>
              <a:gd name="connsiteX9" fmla="*/ 11337480 w 12123107"/>
              <a:gd name="connsiteY9" fmla="*/ 1595515 h 6858000"/>
              <a:gd name="connsiteX10" fmla="*/ 11206426 w 12123107"/>
              <a:gd name="connsiteY10" fmla="*/ 1858575 h 6858000"/>
              <a:gd name="connsiteX11" fmla="*/ 11181841 w 12123107"/>
              <a:gd name="connsiteY11" fmla="*/ 1902617 h 6858000"/>
              <a:gd name="connsiteX12" fmla="*/ 11165079 w 12123107"/>
              <a:gd name="connsiteY12" fmla="*/ 1933171 h 6858000"/>
              <a:gd name="connsiteX13" fmla="*/ 11153002 w 12123107"/>
              <a:gd name="connsiteY13" fmla="*/ 1953625 h 6858000"/>
              <a:gd name="connsiteX14" fmla="*/ 11291344 w 12123107"/>
              <a:gd name="connsiteY14" fmla="*/ 2986746 h 6858000"/>
              <a:gd name="connsiteX15" fmla="*/ 11295640 w 12123107"/>
              <a:gd name="connsiteY15" fmla="*/ 2993620 h 6858000"/>
              <a:gd name="connsiteX16" fmla="*/ 12044691 w 12123107"/>
              <a:gd name="connsiteY16" fmla="*/ 3166638 h 6858000"/>
              <a:gd name="connsiteX17" fmla="*/ 12123107 w 12123107"/>
              <a:gd name="connsiteY17" fmla="*/ 3131471 h 6858000"/>
              <a:gd name="connsiteX18" fmla="*/ 12123107 w 12123107"/>
              <a:gd name="connsiteY18" fmla="*/ 6858000 h 6858000"/>
              <a:gd name="connsiteX19" fmla="*/ 10982860 w 12123107"/>
              <a:gd name="connsiteY19" fmla="*/ 6858000 h 6858000"/>
              <a:gd name="connsiteX20" fmla="*/ 10887997 w 12123107"/>
              <a:gd name="connsiteY20" fmla="*/ 6641613 h 6858000"/>
              <a:gd name="connsiteX21" fmla="*/ 11071357 w 12123107"/>
              <a:gd name="connsiteY21" fmla="*/ 4196912 h 6858000"/>
              <a:gd name="connsiteX22" fmla="*/ 11083908 w 12123107"/>
              <a:gd name="connsiteY22" fmla="*/ 4175684 h 6858000"/>
              <a:gd name="connsiteX23" fmla="*/ 10966347 w 12123107"/>
              <a:gd name="connsiteY23" fmla="*/ 3318884 h 6858000"/>
              <a:gd name="connsiteX24" fmla="*/ 10962052 w 12123107"/>
              <a:gd name="connsiteY24" fmla="*/ 3312010 h 6858000"/>
              <a:gd name="connsiteX25" fmla="*/ 10333224 w 12123107"/>
              <a:gd name="connsiteY25" fmla="*/ 3058188 h 6858000"/>
              <a:gd name="connsiteX26" fmla="*/ 9930425 w 12123107"/>
              <a:gd name="connsiteY26" fmla="*/ 3167378 h 6858000"/>
              <a:gd name="connsiteX27" fmla="*/ 9910484 w 12123107"/>
              <a:gd name="connsiteY27" fmla="*/ 3179838 h 6858000"/>
              <a:gd name="connsiteX28" fmla="*/ 8920181 w 12123107"/>
              <a:gd name="connsiteY28" fmla="*/ 3559603 h 6858000"/>
              <a:gd name="connsiteX29" fmla="*/ 8917775 w 12123107"/>
              <a:gd name="connsiteY29" fmla="*/ 3561107 h 6858000"/>
              <a:gd name="connsiteX30" fmla="*/ 8857095 w 12123107"/>
              <a:gd name="connsiteY30" fmla="*/ 3574163 h 6858000"/>
              <a:gd name="connsiteX31" fmla="*/ 8514340 w 12123107"/>
              <a:gd name="connsiteY31" fmla="*/ 3623884 h 6858000"/>
              <a:gd name="connsiteX32" fmla="*/ 8485809 w 12123107"/>
              <a:gd name="connsiteY32" fmla="*/ 3626417 h 6858000"/>
              <a:gd name="connsiteX33" fmla="*/ 8379623 w 12123107"/>
              <a:gd name="connsiteY33" fmla="*/ 3633970 h 6858000"/>
              <a:gd name="connsiteX34" fmla="*/ 8352461 w 12123107"/>
              <a:gd name="connsiteY34" fmla="*/ 3635640 h 6858000"/>
              <a:gd name="connsiteX35" fmla="*/ 8224791 w 12123107"/>
              <a:gd name="connsiteY35" fmla="*/ 3639408 h 6858000"/>
              <a:gd name="connsiteX36" fmla="*/ 8200384 w 12123107"/>
              <a:gd name="connsiteY36" fmla="*/ 3639365 h 6858000"/>
              <a:gd name="connsiteX37" fmla="*/ 8089729 w 12123107"/>
              <a:gd name="connsiteY37" fmla="*/ 3638231 h 6858000"/>
              <a:gd name="connsiteX38" fmla="*/ 8075118 w 12123107"/>
              <a:gd name="connsiteY38" fmla="*/ 3637803 h 6858000"/>
              <a:gd name="connsiteX39" fmla="*/ 8051397 w 12123107"/>
              <a:gd name="connsiteY39" fmla="*/ 3637329 h 6858000"/>
              <a:gd name="connsiteX40" fmla="*/ 7209623 w 12123107"/>
              <a:gd name="connsiteY40" fmla="*/ 4251741 h 6858000"/>
              <a:gd name="connsiteX41" fmla="*/ 7206142 w 12123107"/>
              <a:gd name="connsiteY41" fmla="*/ 4262997 h 6858000"/>
              <a:gd name="connsiteX42" fmla="*/ 7431589 w 12123107"/>
              <a:gd name="connsiteY42" fmla="*/ 4909930 h 6858000"/>
              <a:gd name="connsiteX43" fmla="*/ 7468198 w 12123107"/>
              <a:gd name="connsiteY43" fmla="*/ 4934858 h 6858000"/>
              <a:gd name="connsiteX44" fmla="*/ 7476363 w 12123107"/>
              <a:gd name="connsiteY44" fmla="*/ 4940278 h 6858000"/>
              <a:gd name="connsiteX45" fmla="*/ 7567500 w 12123107"/>
              <a:gd name="connsiteY45" fmla="*/ 5004271 h 6858000"/>
              <a:gd name="connsiteX46" fmla="*/ 7589714 w 12123107"/>
              <a:gd name="connsiteY46" fmla="*/ 5021463 h 6858000"/>
              <a:gd name="connsiteX47" fmla="*/ 7663924 w 12123107"/>
              <a:gd name="connsiteY47" fmla="*/ 5079787 h 6858000"/>
              <a:gd name="connsiteX48" fmla="*/ 7686523 w 12123107"/>
              <a:gd name="connsiteY48" fmla="*/ 5099126 h 6858000"/>
              <a:gd name="connsiteX49" fmla="*/ 7755489 w 12123107"/>
              <a:gd name="connsiteY49" fmla="*/ 5159769 h 6858000"/>
              <a:gd name="connsiteX50" fmla="*/ 7777273 w 12123107"/>
              <a:gd name="connsiteY50" fmla="*/ 5180096 h 6858000"/>
              <a:gd name="connsiteX51" fmla="*/ 7843184 w 12123107"/>
              <a:gd name="connsiteY51" fmla="*/ 5245035 h 6858000"/>
              <a:gd name="connsiteX52" fmla="*/ 7852037 w 12123107"/>
              <a:gd name="connsiteY52" fmla="*/ 5253847 h 6858000"/>
              <a:gd name="connsiteX53" fmla="*/ 7871457 w 12123107"/>
              <a:gd name="connsiteY53" fmla="*/ 5274216 h 6858000"/>
              <a:gd name="connsiteX54" fmla="*/ 7918207 w 12123107"/>
              <a:gd name="connsiteY54" fmla="*/ 5325316 h 6858000"/>
              <a:gd name="connsiteX55" fmla="*/ 7955845 w 12123107"/>
              <a:gd name="connsiteY55" fmla="*/ 5368725 h 6858000"/>
              <a:gd name="connsiteX56" fmla="*/ 7988631 w 12123107"/>
              <a:gd name="connsiteY56" fmla="*/ 5408951 h 6858000"/>
              <a:gd name="connsiteX57" fmla="*/ 8015526 w 12123107"/>
              <a:gd name="connsiteY57" fmla="*/ 5442814 h 6858000"/>
              <a:gd name="connsiteX58" fmla="*/ 8046935 w 12123107"/>
              <a:gd name="connsiteY58" fmla="*/ 5483901 h 6858000"/>
              <a:gd name="connsiteX59" fmla="*/ 8092092 w 12123107"/>
              <a:gd name="connsiteY59" fmla="*/ 5546990 h 6858000"/>
              <a:gd name="connsiteX60" fmla="*/ 8117225 w 12123107"/>
              <a:gd name="connsiteY60" fmla="*/ 5587213 h 6858000"/>
              <a:gd name="connsiteX61" fmla="*/ 8143863 w 12123107"/>
              <a:gd name="connsiteY61" fmla="*/ 5629844 h 6858000"/>
              <a:gd name="connsiteX62" fmla="*/ 8167066 w 12123107"/>
              <a:gd name="connsiteY62" fmla="*/ 5666978 h 6858000"/>
              <a:gd name="connsiteX63" fmla="*/ 8209211 w 12123107"/>
              <a:gd name="connsiteY63" fmla="*/ 5740550 h 6858000"/>
              <a:gd name="connsiteX64" fmla="*/ 8226269 w 12123107"/>
              <a:gd name="connsiteY64" fmla="*/ 5772439 h 6858000"/>
              <a:gd name="connsiteX65" fmla="*/ 8256170 w 12123107"/>
              <a:gd name="connsiteY65" fmla="*/ 5830239 h 6858000"/>
              <a:gd name="connsiteX66" fmla="*/ 8270393 w 12123107"/>
              <a:gd name="connsiteY66" fmla="*/ 5859119 h 6858000"/>
              <a:gd name="connsiteX67" fmla="*/ 8309187 w 12123107"/>
              <a:gd name="connsiteY67" fmla="*/ 5943394 h 6858000"/>
              <a:gd name="connsiteX68" fmla="*/ 8317050 w 12123107"/>
              <a:gd name="connsiteY68" fmla="*/ 5962860 h 6858000"/>
              <a:gd name="connsiteX69" fmla="*/ 8347636 w 12123107"/>
              <a:gd name="connsiteY69" fmla="*/ 6039357 h 6858000"/>
              <a:gd name="connsiteX70" fmla="*/ 8354940 w 12123107"/>
              <a:gd name="connsiteY70" fmla="*/ 6058694 h 6858000"/>
              <a:gd name="connsiteX71" fmla="*/ 8388103 w 12123107"/>
              <a:gd name="connsiteY71" fmla="*/ 6154611 h 6858000"/>
              <a:gd name="connsiteX72" fmla="*/ 8390251 w 12123107"/>
              <a:gd name="connsiteY72" fmla="*/ 6158048 h 6858000"/>
              <a:gd name="connsiteX73" fmla="*/ 8418258 w 12123107"/>
              <a:gd name="connsiteY73" fmla="*/ 6253363 h 6858000"/>
              <a:gd name="connsiteX74" fmla="*/ 8421695 w 12123107"/>
              <a:gd name="connsiteY74" fmla="*/ 6266516 h 6858000"/>
              <a:gd name="connsiteX75" fmla="*/ 8465847 w 12123107"/>
              <a:gd name="connsiteY75" fmla="*/ 6470296 h 6858000"/>
              <a:gd name="connsiteX76" fmla="*/ 8468167 w 12123107"/>
              <a:gd name="connsiteY76" fmla="*/ 6483190 h 6858000"/>
              <a:gd name="connsiteX77" fmla="*/ 8492123 w 12123107"/>
              <a:gd name="connsiteY77" fmla="*/ 6689074 h 6858000"/>
              <a:gd name="connsiteX78" fmla="*/ 8493579 w 12123107"/>
              <a:gd name="connsiteY78" fmla="*/ 6708238 h 6858000"/>
              <a:gd name="connsiteX79" fmla="*/ 8496664 w 12123107"/>
              <a:gd name="connsiteY79" fmla="*/ 6801917 h 6858000"/>
              <a:gd name="connsiteX80" fmla="*/ 8496880 w 12123107"/>
              <a:gd name="connsiteY80" fmla="*/ 6809911 h 6858000"/>
              <a:gd name="connsiteX81" fmla="*/ 8496188 w 12123107"/>
              <a:gd name="connsiteY81" fmla="*/ 6858000 h 6858000"/>
              <a:gd name="connsiteX82" fmla="*/ 3899109 w 12123107"/>
              <a:gd name="connsiteY82" fmla="*/ 6858000 h 6858000"/>
              <a:gd name="connsiteX83" fmla="*/ 3899117 w 12123107"/>
              <a:gd name="connsiteY83" fmla="*/ 6789239 h 6858000"/>
              <a:gd name="connsiteX84" fmla="*/ 3899465 w 12123107"/>
              <a:gd name="connsiteY84" fmla="*/ 6762255 h 6858000"/>
              <a:gd name="connsiteX85" fmla="*/ 3906439 w 12123107"/>
              <a:gd name="connsiteY85" fmla="*/ 6647946 h 6858000"/>
              <a:gd name="connsiteX86" fmla="*/ 3906870 w 12123107"/>
              <a:gd name="connsiteY86" fmla="*/ 6640983 h 6858000"/>
              <a:gd name="connsiteX87" fmla="*/ 3910957 w 12123107"/>
              <a:gd name="connsiteY87" fmla="*/ 6597798 h 6858000"/>
              <a:gd name="connsiteX88" fmla="*/ 3550998 w 12123107"/>
              <a:gd name="connsiteY88" fmla="*/ 6030134 h 6858000"/>
              <a:gd name="connsiteX89" fmla="*/ 3536216 w 12123107"/>
              <a:gd name="connsiteY89" fmla="*/ 6024070 h 6858000"/>
              <a:gd name="connsiteX90" fmla="*/ 3050612 w 12123107"/>
              <a:gd name="connsiteY90" fmla="*/ 6142017 h 6858000"/>
              <a:gd name="connsiteX91" fmla="*/ 3039180 w 12123107"/>
              <a:gd name="connsiteY91" fmla="*/ 6155855 h 6858000"/>
              <a:gd name="connsiteX92" fmla="*/ 1611320 w 12123107"/>
              <a:gd name="connsiteY92" fmla="*/ 6766958 h 6858000"/>
              <a:gd name="connsiteX93" fmla="*/ 3563 w 12123107"/>
              <a:gd name="connsiteY93" fmla="*/ 4939668 h 6858000"/>
              <a:gd name="connsiteX94" fmla="*/ 1830671 w 12123107"/>
              <a:gd name="connsiteY94" fmla="*/ 3331926 h 6858000"/>
              <a:gd name="connsiteX95" fmla="*/ 3438463 w 12123107"/>
              <a:gd name="connsiteY95" fmla="*/ 5159195 h 6858000"/>
              <a:gd name="connsiteX96" fmla="*/ 3437601 w 12123107"/>
              <a:gd name="connsiteY96" fmla="*/ 5176941 h 6858000"/>
              <a:gd name="connsiteX97" fmla="*/ 3707079 w 12123107"/>
              <a:gd name="connsiteY97" fmla="*/ 5597504 h 6858000"/>
              <a:gd name="connsiteX98" fmla="*/ 3722204 w 12123107"/>
              <a:gd name="connsiteY98" fmla="*/ 5603348 h 6858000"/>
              <a:gd name="connsiteX99" fmla="*/ 4374460 w 12123107"/>
              <a:gd name="connsiteY99" fmla="*/ 5441501 h 6858000"/>
              <a:gd name="connsiteX100" fmla="*/ 4380778 w 12123107"/>
              <a:gd name="connsiteY100" fmla="*/ 5433253 h 6858000"/>
              <a:gd name="connsiteX101" fmla="*/ 4395263 w 12123107"/>
              <a:gd name="connsiteY101" fmla="*/ 5415117 h 6858000"/>
              <a:gd name="connsiteX102" fmla="*/ 4401107 w 12123107"/>
              <a:gd name="connsiteY102" fmla="*/ 5407642 h 6858000"/>
              <a:gd name="connsiteX103" fmla="*/ 4405663 w 12123107"/>
              <a:gd name="connsiteY103" fmla="*/ 5401924 h 6858000"/>
              <a:gd name="connsiteX104" fmla="*/ 4480961 w 12123107"/>
              <a:gd name="connsiteY104" fmla="*/ 5312808 h 6858000"/>
              <a:gd name="connsiteX105" fmla="*/ 4483368 w 12123107"/>
              <a:gd name="connsiteY105" fmla="*/ 5311304 h 6858000"/>
              <a:gd name="connsiteX106" fmla="*/ 4558965 w 12123107"/>
              <a:gd name="connsiteY106" fmla="*/ 5231086 h 6858000"/>
              <a:gd name="connsiteX107" fmla="*/ 4576931 w 12123107"/>
              <a:gd name="connsiteY107" fmla="*/ 5213167 h 6858000"/>
              <a:gd name="connsiteX108" fmla="*/ 4652269 w 12123107"/>
              <a:gd name="connsiteY108" fmla="*/ 5141712 h 6858000"/>
              <a:gd name="connsiteX109" fmla="*/ 4672597 w 12123107"/>
              <a:gd name="connsiteY109" fmla="*/ 5123752 h 6858000"/>
              <a:gd name="connsiteX110" fmla="*/ 4742178 w 12123107"/>
              <a:gd name="connsiteY110" fmla="*/ 5064503 h 6858000"/>
              <a:gd name="connsiteX111" fmla="*/ 4753607 w 12123107"/>
              <a:gd name="connsiteY111" fmla="*/ 5054490 h 6858000"/>
              <a:gd name="connsiteX112" fmla="*/ 5004115 w 12123107"/>
              <a:gd name="connsiteY112" fmla="*/ 4879318 h 6858000"/>
              <a:gd name="connsiteX113" fmla="*/ 5006522 w 12123107"/>
              <a:gd name="connsiteY113" fmla="*/ 4877814 h 6858000"/>
              <a:gd name="connsiteX114" fmla="*/ 5068107 w 12123107"/>
              <a:gd name="connsiteY114" fmla="*/ 4841726 h 6858000"/>
              <a:gd name="connsiteX115" fmla="*/ 5081514 w 12123107"/>
              <a:gd name="connsiteY115" fmla="*/ 4833348 h 6858000"/>
              <a:gd name="connsiteX116" fmla="*/ 5132269 w 12123107"/>
              <a:gd name="connsiteY116" fmla="*/ 4805935 h 6858000"/>
              <a:gd name="connsiteX117" fmla="*/ 5162522 w 12123107"/>
              <a:gd name="connsiteY117" fmla="*/ 4790859 h 6858000"/>
              <a:gd name="connsiteX118" fmla="*/ 5198835 w 12123107"/>
              <a:gd name="connsiteY118" fmla="*/ 4772470 h 6858000"/>
              <a:gd name="connsiteX119" fmla="*/ 5244907 w 12123107"/>
              <a:gd name="connsiteY119" fmla="*/ 4751332 h 6858000"/>
              <a:gd name="connsiteX120" fmla="*/ 5265663 w 12123107"/>
              <a:gd name="connsiteY120" fmla="*/ 4741707 h 6858000"/>
              <a:gd name="connsiteX121" fmla="*/ 5327976 w 12123107"/>
              <a:gd name="connsiteY121" fmla="*/ 4715201 h 6858000"/>
              <a:gd name="connsiteX122" fmla="*/ 5333477 w 12123107"/>
              <a:gd name="connsiteY122" fmla="*/ 4711763 h 6858000"/>
              <a:gd name="connsiteX123" fmla="*/ 5695877 w 12123107"/>
              <a:gd name="connsiteY123" fmla="*/ 4598614 h 6858000"/>
              <a:gd name="connsiteX124" fmla="*/ 5712507 w 12123107"/>
              <a:gd name="connsiteY124" fmla="*/ 4595395 h 6858000"/>
              <a:gd name="connsiteX125" fmla="*/ 5799745 w 12123107"/>
              <a:gd name="connsiteY125" fmla="*/ 4578173 h 6858000"/>
              <a:gd name="connsiteX126" fmla="*/ 5827675 w 12123107"/>
              <a:gd name="connsiteY126" fmla="*/ 4573146 h 6858000"/>
              <a:gd name="connsiteX127" fmla="*/ 5928921 w 12123107"/>
              <a:gd name="connsiteY127" fmla="*/ 4557686 h 6858000"/>
              <a:gd name="connsiteX128" fmla="*/ 5955221 w 12123107"/>
              <a:gd name="connsiteY128" fmla="*/ 4554639 h 6858000"/>
              <a:gd name="connsiteX129" fmla="*/ 6064156 w 12123107"/>
              <a:gd name="connsiteY129" fmla="*/ 4545369 h 6858000"/>
              <a:gd name="connsiteX130" fmla="*/ 6068541 w 12123107"/>
              <a:gd name="connsiteY130" fmla="*/ 4545500 h 6858000"/>
              <a:gd name="connsiteX131" fmla="*/ 6182936 w 12123107"/>
              <a:gd name="connsiteY131" fmla="*/ 4541905 h 6858000"/>
              <a:gd name="connsiteX132" fmla="*/ 6190928 w 12123107"/>
              <a:gd name="connsiteY132" fmla="*/ 4541690 h 6858000"/>
              <a:gd name="connsiteX133" fmla="*/ 6201842 w 12123107"/>
              <a:gd name="connsiteY133" fmla="*/ 4541563 h 6858000"/>
              <a:gd name="connsiteX134" fmla="*/ 6222983 w 12123107"/>
              <a:gd name="connsiteY134" fmla="*/ 4541734 h 6858000"/>
              <a:gd name="connsiteX135" fmla="*/ 6234115 w 12123107"/>
              <a:gd name="connsiteY135" fmla="*/ 4541950 h 6858000"/>
              <a:gd name="connsiteX136" fmla="*/ 6767364 w 12123107"/>
              <a:gd name="connsiteY136" fmla="*/ 4132268 h 6858000"/>
              <a:gd name="connsiteX137" fmla="*/ 6770500 w 12123107"/>
              <a:gd name="connsiteY137" fmla="*/ 4121223 h 6858000"/>
              <a:gd name="connsiteX138" fmla="*/ 6412219 w 12123107"/>
              <a:gd name="connsiteY138" fmla="*/ 3150002 h 6858000"/>
              <a:gd name="connsiteX139" fmla="*/ 6038346 w 12123107"/>
              <a:gd name="connsiteY139" fmla="*/ 2889805 h 6858000"/>
              <a:gd name="connsiteX140" fmla="*/ 6032630 w 12123107"/>
              <a:gd name="connsiteY140" fmla="*/ 2885249 h 6858000"/>
              <a:gd name="connsiteX141" fmla="*/ 5933802 w 12123107"/>
              <a:gd name="connsiteY141" fmla="*/ 2803589 h 6858000"/>
              <a:gd name="connsiteX142" fmla="*/ 5925253 w 12123107"/>
              <a:gd name="connsiteY142" fmla="*/ 2796029 h 6858000"/>
              <a:gd name="connsiteX143" fmla="*/ 5743540 w 12123107"/>
              <a:gd name="connsiteY143" fmla="*/ 2626093 h 6858000"/>
              <a:gd name="connsiteX144" fmla="*/ 4815526 w 12123107"/>
              <a:gd name="connsiteY144" fmla="*/ 911383 h 6858000"/>
              <a:gd name="connsiteX145" fmla="*/ 4813982 w 12123107"/>
              <a:gd name="connsiteY145" fmla="*/ 902790 h 6858000"/>
              <a:gd name="connsiteX146" fmla="*/ 4798820 w 12123107"/>
              <a:gd name="connsiteY146" fmla="*/ 825736 h 6858000"/>
              <a:gd name="connsiteX147" fmla="*/ 4790102 w 12123107"/>
              <a:gd name="connsiteY147" fmla="*/ 778123 h 6858000"/>
              <a:gd name="connsiteX148" fmla="*/ 4784649 w 12123107"/>
              <a:gd name="connsiteY148" fmla="*/ 745678 h 6858000"/>
              <a:gd name="connsiteX149" fmla="*/ 4740100 w 12123107"/>
              <a:gd name="connsiteY149" fmla="*/ 22293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12123107" h="6858000">
                <a:moveTo>
                  <a:pt x="4746749" y="0"/>
                </a:moveTo>
                <a:lnTo>
                  <a:pt x="11630128" y="0"/>
                </a:lnTo>
                <a:lnTo>
                  <a:pt x="11636186" y="147212"/>
                </a:lnTo>
                <a:cubicBezTo>
                  <a:pt x="11637728" y="281891"/>
                  <a:pt x="11631288" y="416657"/>
                  <a:pt x="11616919" y="550881"/>
                </a:cubicBezTo>
                <a:lnTo>
                  <a:pt x="11608319" y="613622"/>
                </a:lnTo>
                <a:cubicBezTo>
                  <a:pt x="11605908" y="641895"/>
                  <a:pt x="11601780" y="667420"/>
                  <a:pt x="11597823" y="694750"/>
                </a:cubicBezTo>
                <a:cubicBezTo>
                  <a:pt x="11593265" y="734887"/>
                  <a:pt x="11586429" y="775969"/>
                  <a:pt x="11578904" y="817481"/>
                </a:cubicBezTo>
                <a:lnTo>
                  <a:pt x="11572496" y="851600"/>
                </a:lnTo>
                <a:cubicBezTo>
                  <a:pt x="11570388" y="861997"/>
                  <a:pt x="11568840" y="872523"/>
                  <a:pt x="11566520" y="882580"/>
                </a:cubicBezTo>
                <a:cubicBezTo>
                  <a:pt x="11516574" y="1127947"/>
                  <a:pt x="11439815" y="1367124"/>
                  <a:pt x="11337480" y="1595515"/>
                </a:cubicBezTo>
                <a:cubicBezTo>
                  <a:pt x="11298065" y="1684678"/>
                  <a:pt x="11253965" y="1772466"/>
                  <a:pt x="11206426" y="1858575"/>
                </a:cubicBezTo>
                <a:lnTo>
                  <a:pt x="11181841" y="1902617"/>
                </a:lnTo>
                <a:lnTo>
                  <a:pt x="11165079" y="1933171"/>
                </a:lnTo>
                <a:lnTo>
                  <a:pt x="11153002" y="1953625"/>
                </a:lnTo>
                <a:cubicBezTo>
                  <a:pt x="10962434" y="2290209"/>
                  <a:pt x="11018945" y="2712377"/>
                  <a:pt x="11291344" y="2986746"/>
                </a:cubicBezTo>
                <a:lnTo>
                  <a:pt x="11295640" y="2993620"/>
                </a:lnTo>
                <a:cubicBezTo>
                  <a:pt x="11493105" y="3193566"/>
                  <a:pt x="11786050" y="3257726"/>
                  <a:pt x="12044691" y="3166638"/>
                </a:cubicBezTo>
                <a:lnTo>
                  <a:pt x="12123107" y="3131471"/>
                </a:lnTo>
                <a:lnTo>
                  <a:pt x="12123107" y="6858000"/>
                </a:lnTo>
                <a:lnTo>
                  <a:pt x="10982860" y="6858000"/>
                </a:lnTo>
                <a:lnTo>
                  <a:pt x="10887997" y="6641613"/>
                </a:lnTo>
                <a:cubicBezTo>
                  <a:pt x="10592235" y="5868261"/>
                  <a:pt x="10631310" y="4973632"/>
                  <a:pt x="11071357" y="4196912"/>
                </a:cubicBezTo>
                <a:lnTo>
                  <a:pt x="11083908" y="4175684"/>
                </a:lnTo>
                <a:cubicBezTo>
                  <a:pt x="11240284" y="3895844"/>
                  <a:pt x="11192313" y="3546255"/>
                  <a:pt x="10966347" y="3318884"/>
                </a:cubicBezTo>
                <a:lnTo>
                  <a:pt x="10962052" y="3312010"/>
                </a:lnTo>
                <a:cubicBezTo>
                  <a:pt x="10791658" y="3140919"/>
                  <a:pt x="10563073" y="3053619"/>
                  <a:pt x="10333224" y="3058188"/>
                </a:cubicBezTo>
                <a:cubicBezTo>
                  <a:pt x="10195315" y="3060930"/>
                  <a:pt x="10056950" y="3096744"/>
                  <a:pt x="9930425" y="3167378"/>
                </a:cubicBezTo>
                <a:lnTo>
                  <a:pt x="9910484" y="3179838"/>
                </a:lnTo>
                <a:cubicBezTo>
                  <a:pt x="9602160" y="3357191"/>
                  <a:pt x="9267984" y="3485214"/>
                  <a:pt x="8920181" y="3559603"/>
                </a:cubicBezTo>
                <a:lnTo>
                  <a:pt x="8917775" y="3561107"/>
                </a:lnTo>
                <a:lnTo>
                  <a:pt x="8857095" y="3574163"/>
                </a:lnTo>
                <a:cubicBezTo>
                  <a:pt x="8743844" y="3596645"/>
                  <a:pt x="8629407" y="3613176"/>
                  <a:pt x="8514340" y="3623884"/>
                </a:cubicBezTo>
                <a:lnTo>
                  <a:pt x="8485809" y="3626417"/>
                </a:lnTo>
                <a:cubicBezTo>
                  <a:pt x="8450397" y="3629421"/>
                  <a:pt x="8415115" y="3631866"/>
                  <a:pt x="8379623" y="3633970"/>
                </a:cubicBezTo>
                <a:lnTo>
                  <a:pt x="8352461" y="3635640"/>
                </a:lnTo>
                <a:cubicBezTo>
                  <a:pt x="8309876" y="3637869"/>
                  <a:pt x="8267549" y="3638985"/>
                  <a:pt x="8224791" y="3639408"/>
                </a:cubicBezTo>
                <a:lnTo>
                  <a:pt x="8200384" y="3639365"/>
                </a:lnTo>
                <a:cubicBezTo>
                  <a:pt x="8163811" y="3639744"/>
                  <a:pt x="8126596" y="3639096"/>
                  <a:pt x="8089729" y="3638231"/>
                </a:cubicBezTo>
                <a:lnTo>
                  <a:pt x="8075118" y="3637803"/>
                </a:lnTo>
                <a:lnTo>
                  <a:pt x="8051397" y="3637329"/>
                </a:lnTo>
                <a:cubicBezTo>
                  <a:pt x="7664637" y="3629933"/>
                  <a:pt x="7320586" y="3881242"/>
                  <a:pt x="7209623" y="4251741"/>
                </a:cubicBezTo>
                <a:lnTo>
                  <a:pt x="7206142" y="4262997"/>
                </a:lnTo>
                <a:cubicBezTo>
                  <a:pt x="7130372" y="4504904"/>
                  <a:pt x="7221829" y="4767562"/>
                  <a:pt x="7431589" y="4909930"/>
                </a:cubicBezTo>
                <a:cubicBezTo>
                  <a:pt x="7443791" y="4919514"/>
                  <a:pt x="7455823" y="4927296"/>
                  <a:pt x="7468198" y="4934858"/>
                </a:cubicBezTo>
                <a:cubicBezTo>
                  <a:pt x="7471045" y="4936429"/>
                  <a:pt x="7473716" y="4938104"/>
                  <a:pt x="7476363" y="4940278"/>
                </a:cubicBezTo>
                <a:cubicBezTo>
                  <a:pt x="7507472" y="4960992"/>
                  <a:pt x="7537894" y="4982138"/>
                  <a:pt x="7567500" y="5004271"/>
                </a:cubicBezTo>
                <a:cubicBezTo>
                  <a:pt x="7575323" y="5009903"/>
                  <a:pt x="7582456" y="5015962"/>
                  <a:pt x="7589714" y="5021463"/>
                </a:cubicBezTo>
                <a:cubicBezTo>
                  <a:pt x="7615025" y="5040545"/>
                  <a:pt x="7639775" y="5059502"/>
                  <a:pt x="7663924" y="5079787"/>
                </a:cubicBezTo>
                <a:cubicBezTo>
                  <a:pt x="7671613" y="5085976"/>
                  <a:pt x="7679176" y="5092723"/>
                  <a:pt x="7686523" y="5099126"/>
                </a:cubicBezTo>
                <a:cubicBezTo>
                  <a:pt x="7709898" y="5118938"/>
                  <a:pt x="7733144" y="5139308"/>
                  <a:pt x="7755489" y="5159769"/>
                </a:cubicBezTo>
                <a:cubicBezTo>
                  <a:pt x="7763052" y="5166516"/>
                  <a:pt x="7770270" y="5173478"/>
                  <a:pt x="7777273" y="5180096"/>
                </a:cubicBezTo>
                <a:cubicBezTo>
                  <a:pt x="7799702" y="5201455"/>
                  <a:pt x="7821788" y="5223030"/>
                  <a:pt x="7843184" y="5245035"/>
                </a:cubicBezTo>
                <a:cubicBezTo>
                  <a:pt x="7847739" y="5246968"/>
                  <a:pt x="7845593" y="5247357"/>
                  <a:pt x="7852037" y="5253847"/>
                </a:cubicBezTo>
                <a:cubicBezTo>
                  <a:pt x="7858481" y="5260335"/>
                  <a:pt x="7866517" y="5266308"/>
                  <a:pt x="7871457" y="5274216"/>
                </a:cubicBezTo>
                <a:cubicBezTo>
                  <a:pt x="7887270" y="5291108"/>
                  <a:pt x="7905360" y="5310878"/>
                  <a:pt x="7918207" y="5325316"/>
                </a:cubicBezTo>
                <a:cubicBezTo>
                  <a:pt x="7931054" y="5339755"/>
                  <a:pt x="7944544" y="5355228"/>
                  <a:pt x="7955845" y="5368725"/>
                </a:cubicBezTo>
                <a:cubicBezTo>
                  <a:pt x="7967144" y="5382217"/>
                  <a:pt x="7979391" y="5397988"/>
                  <a:pt x="7988631" y="5408951"/>
                </a:cubicBezTo>
                <a:cubicBezTo>
                  <a:pt x="7997868" y="5419909"/>
                  <a:pt x="8005126" y="5429233"/>
                  <a:pt x="8015526" y="5442814"/>
                </a:cubicBezTo>
                <a:cubicBezTo>
                  <a:pt x="8025924" y="5456396"/>
                  <a:pt x="8037695" y="5469115"/>
                  <a:pt x="8046935" y="5483901"/>
                </a:cubicBezTo>
                <a:cubicBezTo>
                  <a:pt x="8062402" y="5504830"/>
                  <a:pt x="8078558" y="5525330"/>
                  <a:pt x="8092092" y="5546990"/>
                </a:cubicBezTo>
                <a:cubicBezTo>
                  <a:pt x="8100470" y="5560399"/>
                  <a:pt x="8108204" y="5572776"/>
                  <a:pt x="8117225" y="5587213"/>
                </a:cubicBezTo>
                <a:cubicBezTo>
                  <a:pt x="8126248" y="5601654"/>
                  <a:pt x="8135057" y="5615751"/>
                  <a:pt x="8143863" y="5629844"/>
                </a:cubicBezTo>
                <a:lnTo>
                  <a:pt x="8167066" y="5666978"/>
                </a:lnTo>
                <a:cubicBezTo>
                  <a:pt x="8181757" y="5691257"/>
                  <a:pt x="8194175" y="5716486"/>
                  <a:pt x="8209211" y="5740550"/>
                </a:cubicBezTo>
                <a:cubicBezTo>
                  <a:pt x="8213380" y="5751811"/>
                  <a:pt x="8219823" y="5762123"/>
                  <a:pt x="8226269" y="5772439"/>
                </a:cubicBezTo>
                <a:cubicBezTo>
                  <a:pt x="8236624" y="5791305"/>
                  <a:pt x="8244569" y="5811673"/>
                  <a:pt x="8256170" y="5830239"/>
                </a:cubicBezTo>
                <a:cubicBezTo>
                  <a:pt x="8261069" y="5839607"/>
                  <a:pt x="8264593" y="5849835"/>
                  <a:pt x="8270393" y="5859119"/>
                </a:cubicBezTo>
                <a:cubicBezTo>
                  <a:pt x="8283969" y="5886968"/>
                  <a:pt x="8296857" y="5915246"/>
                  <a:pt x="8309187" y="5943394"/>
                </a:cubicBezTo>
                <a:lnTo>
                  <a:pt x="8317050" y="5962860"/>
                </a:lnTo>
                <a:cubicBezTo>
                  <a:pt x="8327555" y="5988321"/>
                  <a:pt x="8337608" y="6013591"/>
                  <a:pt x="8347636" y="6039357"/>
                </a:cubicBezTo>
                <a:cubicBezTo>
                  <a:pt x="8350256" y="6045843"/>
                  <a:pt x="8351287" y="6052848"/>
                  <a:pt x="8354940" y="6058694"/>
                </a:cubicBezTo>
                <a:cubicBezTo>
                  <a:pt x="8366710" y="6090536"/>
                  <a:pt x="8377924" y="6122253"/>
                  <a:pt x="8388103" y="6154611"/>
                </a:cubicBezTo>
                <a:lnTo>
                  <a:pt x="8390251" y="6158048"/>
                </a:lnTo>
                <a:cubicBezTo>
                  <a:pt x="8400346" y="6189507"/>
                  <a:pt x="8409755" y="6221395"/>
                  <a:pt x="8418258" y="6253363"/>
                </a:cubicBezTo>
                <a:cubicBezTo>
                  <a:pt x="8419589" y="6257790"/>
                  <a:pt x="8419333" y="6262735"/>
                  <a:pt x="8421695" y="6266516"/>
                </a:cubicBezTo>
                <a:cubicBezTo>
                  <a:pt x="8439763" y="6333148"/>
                  <a:pt x="8454623" y="6401304"/>
                  <a:pt x="8465847" y="6470296"/>
                </a:cubicBezTo>
                <a:lnTo>
                  <a:pt x="8468167" y="6483190"/>
                </a:lnTo>
                <a:cubicBezTo>
                  <a:pt x="8479202" y="6551344"/>
                  <a:pt x="8487188" y="6619973"/>
                  <a:pt x="8492123" y="6689074"/>
                </a:cubicBezTo>
                <a:lnTo>
                  <a:pt x="8493579" y="6708238"/>
                </a:lnTo>
                <a:cubicBezTo>
                  <a:pt x="8494607" y="6738190"/>
                  <a:pt x="8496152" y="6769734"/>
                  <a:pt x="8496664" y="6801917"/>
                </a:cubicBezTo>
                <a:lnTo>
                  <a:pt x="8496880" y="6809911"/>
                </a:lnTo>
                <a:lnTo>
                  <a:pt x="8496188" y="6858000"/>
                </a:lnTo>
                <a:lnTo>
                  <a:pt x="3899109" y="6858000"/>
                </a:lnTo>
                <a:lnTo>
                  <a:pt x="3899117" y="6789239"/>
                </a:lnTo>
                <a:lnTo>
                  <a:pt x="3899465" y="6762255"/>
                </a:lnTo>
                <a:cubicBezTo>
                  <a:pt x="3900931" y="6724050"/>
                  <a:pt x="3903169" y="6686320"/>
                  <a:pt x="3906439" y="6647946"/>
                </a:cubicBezTo>
                <a:lnTo>
                  <a:pt x="3906870" y="6640983"/>
                </a:lnTo>
                <a:cubicBezTo>
                  <a:pt x="3908761" y="6626415"/>
                  <a:pt x="3910311" y="6612066"/>
                  <a:pt x="3910957" y="6597798"/>
                </a:cubicBezTo>
                <a:cubicBezTo>
                  <a:pt x="3925828" y="6350923"/>
                  <a:pt x="3780812" y="6122205"/>
                  <a:pt x="3550998" y="6030134"/>
                </a:cubicBezTo>
                <a:lnTo>
                  <a:pt x="3536216" y="6024070"/>
                </a:lnTo>
                <a:cubicBezTo>
                  <a:pt x="3365767" y="5956089"/>
                  <a:pt x="3170840" y="6003318"/>
                  <a:pt x="3050612" y="6142017"/>
                </a:cubicBezTo>
                <a:lnTo>
                  <a:pt x="3039180" y="6155855"/>
                </a:lnTo>
                <a:cubicBezTo>
                  <a:pt x="2687455" y="6574970"/>
                  <a:pt x="2157439" y="6801933"/>
                  <a:pt x="1611320" y="6766958"/>
                </a:cubicBezTo>
                <a:cubicBezTo>
                  <a:pt x="662746" y="6706196"/>
                  <a:pt x="-57041" y="5888197"/>
                  <a:pt x="3563" y="4939668"/>
                </a:cubicBezTo>
                <a:cubicBezTo>
                  <a:pt x="64168" y="3991144"/>
                  <a:pt x="882308" y="3271507"/>
                  <a:pt x="1830671" y="3331926"/>
                </a:cubicBezTo>
                <a:cubicBezTo>
                  <a:pt x="2779285" y="3392669"/>
                  <a:pt x="3499069" y="4210670"/>
                  <a:pt x="3438463" y="5159195"/>
                </a:cubicBezTo>
                <a:cubicBezTo>
                  <a:pt x="3437732" y="5164908"/>
                  <a:pt x="3437774" y="5171097"/>
                  <a:pt x="3437601" y="5176941"/>
                </a:cubicBezTo>
                <a:cubicBezTo>
                  <a:pt x="3428679" y="5360350"/>
                  <a:pt x="3536727" y="5528984"/>
                  <a:pt x="3707079" y="5597504"/>
                </a:cubicBezTo>
                <a:lnTo>
                  <a:pt x="3722204" y="5603348"/>
                </a:lnTo>
                <a:cubicBezTo>
                  <a:pt x="3951848" y="5695530"/>
                  <a:pt x="4214597" y="5630304"/>
                  <a:pt x="4374460" y="5441501"/>
                </a:cubicBezTo>
                <a:lnTo>
                  <a:pt x="4380778" y="5433253"/>
                </a:lnTo>
                <a:lnTo>
                  <a:pt x="4395263" y="5415117"/>
                </a:lnTo>
                <a:lnTo>
                  <a:pt x="4401107" y="5407642"/>
                </a:lnTo>
                <a:lnTo>
                  <a:pt x="4405663" y="5401924"/>
                </a:lnTo>
                <a:cubicBezTo>
                  <a:pt x="4430290" y="5371720"/>
                  <a:pt x="4455130" y="5341856"/>
                  <a:pt x="4480961" y="5312808"/>
                </a:cubicBezTo>
                <a:lnTo>
                  <a:pt x="4483368" y="5311304"/>
                </a:lnTo>
                <a:cubicBezTo>
                  <a:pt x="4507908" y="5284020"/>
                  <a:pt x="4533222" y="5257208"/>
                  <a:pt x="4558965" y="5231086"/>
                </a:cubicBezTo>
                <a:lnTo>
                  <a:pt x="4576931" y="5213167"/>
                </a:lnTo>
                <a:cubicBezTo>
                  <a:pt x="4601730" y="5188593"/>
                  <a:pt x="4626612" y="5164915"/>
                  <a:pt x="4652269" y="5141712"/>
                </a:cubicBezTo>
                <a:lnTo>
                  <a:pt x="4672597" y="5123752"/>
                </a:lnTo>
                <a:cubicBezTo>
                  <a:pt x="4695461" y="5103731"/>
                  <a:pt x="4718325" y="5083708"/>
                  <a:pt x="4742178" y="5064503"/>
                </a:cubicBezTo>
                <a:lnTo>
                  <a:pt x="4753607" y="5054490"/>
                </a:lnTo>
                <a:cubicBezTo>
                  <a:pt x="4833048" y="4990514"/>
                  <a:pt x="4916758" y="4931995"/>
                  <a:pt x="5004115" y="4879318"/>
                </a:cubicBezTo>
                <a:lnTo>
                  <a:pt x="5006522" y="4877814"/>
                </a:lnTo>
                <a:cubicBezTo>
                  <a:pt x="5027880" y="4866861"/>
                  <a:pt x="5047822" y="4854401"/>
                  <a:pt x="5068107" y="4841726"/>
                </a:cubicBezTo>
                <a:lnTo>
                  <a:pt x="5081514" y="4833348"/>
                </a:lnTo>
                <a:cubicBezTo>
                  <a:pt x="5098318" y="4824283"/>
                  <a:pt x="5116108" y="4816033"/>
                  <a:pt x="5132269" y="4805935"/>
                </a:cubicBezTo>
                <a:lnTo>
                  <a:pt x="5162522" y="4790859"/>
                </a:lnTo>
                <a:lnTo>
                  <a:pt x="5198835" y="4772470"/>
                </a:lnTo>
                <a:lnTo>
                  <a:pt x="5244907" y="4751332"/>
                </a:lnTo>
                <a:lnTo>
                  <a:pt x="5265663" y="4741707"/>
                </a:lnTo>
                <a:cubicBezTo>
                  <a:pt x="5286289" y="4732642"/>
                  <a:pt x="5306919" y="4723579"/>
                  <a:pt x="5327976" y="4715201"/>
                </a:cubicBezTo>
                <a:lnTo>
                  <a:pt x="5333477" y="4711763"/>
                </a:lnTo>
                <a:cubicBezTo>
                  <a:pt x="5450969" y="4664165"/>
                  <a:pt x="5572112" y="4626231"/>
                  <a:pt x="5695877" y="4598614"/>
                </a:cubicBezTo>
                <a:lnTo>
                  <a:pt x="5712507" y="4595395"/>
                </a:lnTo>
                <a:cubicBezTo>
                  <a:pt x="5741385" y="4588823"/>
                  <a:pt x="5770566" y="4583498"/>
                  <a:pt x="5799745" y="4578173"/>
                </a:cubicBezTo>
                <a:lnTo>
                  <a:pt x="5827675" y="4573146"/>
                </a:lnTo>
                <a:cubicBezTo>
                  <a:pt x="5860724" y="4566360"/>
                  <a:pt x="5894499" y="4561507"/>
                  <a:pt x="5928921" y="4557686"/>
                </a:cubicBezTo>
                <a:lnTo>
                  <a:pt x="5955221" y="4554639"/>
                </a:lnTo>
                <a:cubicBezTo>
                  <a:pt x="5991550" y="4550583"/>
                  <a:pt x="6027862" y="4547494"/>
                  <a:pt x="6064156" y="4545369"/>
                </a:cubicBezTo>
                <a:lnTo>
                  <a:pt x="6068541" y="4545500"/>
                </a:lnTo>
                <a:cubicBezTo>
                  <a:pt x="6106101" y="4542110"/>
                  <a:pt x="6144903" y="4542239"/>
                  <a:pt x="6182936" y="4541905"/>
                </a:cubicBezTo>
                <a:lnTo>
                  <a:pt x="6190928" y="4541690"/>
                </a:lnTo>
                <a:lnTo>
                  <a:pt x="6201842" y="4541563"/>
                </a:lnTo>
                <a:cubicBezTo>
                  <a:pt x="6208803" y="4541993"/>
                  <a:pt x="6215893" y="4541863"/>
                  <a:pt x="6222983" y="4541734"/>
                </a:cubicBezTo>
                <a:lnTo>
                  <a:pt x="6234115" y="4541950"/>
                </a:lnTo>
                <a:cubicBezTo>
                  <a:pt x="6481422" y="4534182"/>
                  <a:pt x="6696268" y="4369342"/>
                  <a:pt x="6767364" y="4132268"/>
                </a:cubicBezTo>
                <a:lnTo>
                  <a:pt x="6770500" y="4121223"/>
                </a:lnTo>
                <a:cubicBezTo>
                  <a:pt x="6880405" y="3753777"/>
                  <a:pt x="6734388" y="3357900"/>
                  <a:pt x="6412219" y="3150002"/>
                </a:cubicBezTo>
                <a:cubicBezTo>
                  <a:pt x="6281952" y="3071737"/>
                  <a:pt x="6157060" y="2984854"/>
                  <a:pt x="6038346" y="2889805"/>
                </a:cubicBezTo>
                <a:lnTo>
                  <a:pt x="6032630" y="2885249"/>
                </a:lnTo>
                <a:cubicBezTo>
                  <a:pt x="5999114" y="2858387"/>
                  <a:pt x="5966287" y="2831095"/>
                  <a:pt x="5933802" y="2803589"/>
                </a:cubicBezTo>
                <a:cubicBezTo>
                  <a:pt x="5931112" y="2800970"/>
                  <a:pt x="5928252" y="2798456"/>
                  <a:pt x="5925253" y="2796029"/>
                </a:cubicBezTo>
                <a:cubicBezTo>
                  <a:pt x="5863849" y="2742133"/>
                  <a:pt x="5802321" y="2684973"/>
                  <a:pt x="5743540" y="2626093"/>
                </a:cubicBezTo>
                <a:cubicBezTo>
                  <a:pt x="5274963" y="2156416"/>
                  <a:pt x="4952458" y="1560563"/>
                  <a:pt x="4815526" y="911383"/>
                </a:cubicBezTo>
                <a:cubicBezTo>
                  <a:pt x="4816990" y="907603"/>
                  <a:pt x="4815485" y="905195"/>
                  <a:pt x="4813982" y="902790"/>
                </a:cubicBezTo>
                <a:cubicBezTo>
                  <a:pt x="4808653" y="877433"/>
                  <a:pt x="4803457" y="851520"/>
                  <a:pt x="4798820" y="825736"/>
                </a:cubicBezTo>
                <a:cubicBezTo>
                  <a:pt x="4795686" y="810008"/>
                  <a:pt x="4792893" y="794066"/>
                  <a:pt x="4790102" y="778123"/>
                </a:cubicBezTo>
                <a:lnTo>
                  <a:pt x="4784649" y="745678"/>
                </a:lnTo>
                <a:cubicBezTo>
                  <a:pt x="4756435" y="572571"/>
                  <a:pt x="4741577" y="397810"/>
                  <a:pt x="4740100" y="222935"/>
                </a:cubicBez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CF0399A4-9644-4F0B-A175-276E6E7E4EA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5728771 w 12192000"/>
              <a:gd name="connsiteY0" fmla="*/ 4119891 h 6858000"/>
              <a:gd name="connsiteX1" fmla="*/ 6527378 w 12192000"/>
              <a:gd name="connsiteY1" fmla="*/ 4456992 h 6858000"/>
              <a:gd name="connsiteX2" fmla="*/ 6535610 w 12192000"/>
              <a:gd name="connsiteY2" fmla="*/ 4466758 h 6858000"/>
              <a:gd name="connsiteX3" fmla="*/ 6953138 w 12192000"/>
              <a:gd name="connsiteY3" fmla="*/ 4841016 h 6858000"/>
              <a:gd name="connsiteX4" fmla="*/ 12159748 w 12192000"/>
              <a:gd name="connsiteY4" fmla="*/ 5365346 h 6858000"/>
              <a:gd name="connsiteX5" fmla="*/ 12192000 w 12192000"/>
              <a:gd name="connsiteY5" fmla="*/ 5348004 h 6858000"/>
              <a:gd name="connsiteX6" fmla="*/ 12192000 w 12192000"/>
              <a:gd name="connsiteY6" fmla="*/ 6858000 h 6858000"/>
              <a:gd name="connsiteX7" fmla="*/ 4407642 w 12192000"/>
              <a:gd name="connsiteY7" fmla="*/ 6858000 h 6858000"/>
              <a:gd name="connsiteX8" fmla="*/ 4432309 w 12192000"/>
              <a:gd name="connsiteY8" fmla="*/ 6671235 h 6858000"/>
              <a:gd name="connsiteX9" fmla="*/ 4446157 w 12192000"/>
              <a:gd name="connsiteY9" fmla="*/ 6274494 h 6858000"/>
              <a:gd name="connsiteX10" fmla="*/ 4310106 w 12192000"/>
              <a:gd name="connsiteY10" fmla="*/ 5457721 h 6858000"/>
              <a:gd name="connsiteX11" fmla="*/ 4302296 w 12192000"/>
              <a:gd name="connsiteY11" fmla="*/ 5436791 h 6858000"/>
              <a:gd name="connsiteX12" fmla="*/ 4633650 w 12192000"/>
              <a:gd name="connsiteY12" fmla="*/ 4560233 h 6858000"/>
              <a:gd name="connsiteX13" fmla="*/ 5055319 w 12192000"/>
              <a:gd name="connsiteY13" fmla="*/ 4299251 h 6858000"/>
              <a:gd name="connsiteX14" fmla="*/ 5728771 w 12192000"/>
              <a:gd name="connsiteY14" fmla="*/ 4119891 h 6858000"/>
              <a:gd name="connsiteX15" fmla="*/ 0 w 12192000"/>
              <a:gd name="connsiteY15" fmla="*/ 0 h 6858000"/>
              <a:gd name="connsiteX16" fmla="*/ 5261191 w 12192000"/>
              <a:gd name="connsiteY16" fmla="*/ 0 h 6858000"/>
              <a:gd name="connsiteX17" fmla="*/ 5211013 w 12192000"/>
              <a:gd name="connsiteY17" fmla="*/ 235581 h 6858000"/>
              <a:gd name="connsiteX18" fmla="*/ 5242054 w 12192000"/>
              <a:gd name="connsiteY18" fmla="*/ 2057045 h 6858000"/>
              <a:gd name="connsiteX19" fmla="*/ 5389305 w 12192000"/>
              <a:gd name="connsiteY19" fmla="*/ 2599103 h 6858000"/>
              <a:gd name="connsiteX20" fmla="*/ 5393907 w 12192000"/>
              <a:gd name="connsiteY20" fmla="*/ 2613894 h 6858000"/>
              <a:gd name="connsiteX21" fmla="*/ 4873986 w 12192000"/>
              <a:gd name="connsiteY21" fmla="*/ 4000092 h 6858000"/>
              <a:gd name="connsiteX22" fmla="*/ 4452318 w 12192000"/>
              <a:gd name="connsiteY22" fmla="*/ 4261074 h 6858000"/>
              <a:gd name="connsiteX23" fmla="*/ 3520473 w 12192000"/>
              <a:gd name="connsiteY23" fmla="*/ 4164946 h 6858000"/>
              <a:gd name="connsiteX24" fmla="*/ 3504709 w 12192000"/>
              <a:gd name="connsiteY24" fmla="*/ 4149734 h 6858000"/>
              <a:gd name="connsiteX25" fmla="*/ 2836059 w 12192000"/>
              <a:gd name="connsiteY25" fmla="*/ 3662849 h 6858000"/>
              <a:gd name="connsiteX26" fmla="*/ 133535 w 12192000"/>
              <a:gd name="connsiteY26" fmla="*/ 3554635 h 6858000"/>
              <a:gd name="connsiteX27" fmla="*/ 0 w 12192000"/>
              <a:gd name="connsiteY27" fmla="*/ 361907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5728771" y="4119891"/>
                </a:moveTo>
                <a:cubicBezTo>
                  <a:pt x="6023402" y="4129304"/>
                  <a:pt x="6309941" y="4246161"/>
                  <a:pt x="6527378" y="4456992"/>
                </a:cubicBezTo>
                <a:cubicBezTo>
                  <a:pt x="6529888" y="4458805"/>
                  <a:pt x="6533097" y="4464943"/>
                  <a:pt x="6535610" y="4466758"/>
                </a:cubicBezTo>
                <a:cubicBezTo>
                  <a:pt x="6668134" y="4600718"/>
                  <a:pt x="6807915" y="4724633"/>
                  <a:pt x="6953138" y="4841016"/>
                </a:cubicBezTo>
                <a:cubicBezTo>
                  <a:pt x="8404067" y="5996725"/>
                  <a:pt x="10443859" y="6244355"/>
                  <a:pt x="12159748" y="5365346"/>
                </a:cubicBezTo>
                <a:lnTo>
                  <a:pt x="12192000" y="5348004"/>
                </a:lnTo>
                <a:lnTo>
                  <a:pt x="12192000" y="6858000"/>
                </a:lnTo>
                <a:lnTo>
                  <a:pt x="4407642" y="6858000"/>
                </a:lnTo>
                <a:lnTo>
                  <a:pt x="4432309" y="6671235"/>
                </a:lnTo>
                <a:cubicBezTo>
                  <a:pt x="4445398" y="6539795"/>
                  <a:pt x="4450079" y="6407266"/>
                  <a:pt x="4446157" y="6274494"/>
                </a:cubicBezTo>
                <a:cubicBezTo>
                  <a:pt x="4437548" y="6000753"/>
                  <a:pt x="4395454" y="5725753"/>
                  <a:pt x="4310106" y="5457721"/>
                </a:cubicBezTo>
                <a:cubicBezTo>
                  <a:pt x="4306897" y="5451582"/>
                  <a:pt x="4305503" y="5442932"/>
                  <a:pt x="4302296" y="5436791"/>
                </a:cubicBezTo>
                <a:cubicBezTo>
                  <a:pt x="4205379" y="5110719"/>
                  <a:pt x="4333372" y="4748401"/>
                  <a:pt x="4633650" y="4560233"/>
                </a:cubicBezTo>
                <a:lnTo>
                  <a:pt x="5055319" y="4299251"/>
                </a:lnTo>
                <a:cubicBezTo>
                  <a:pt x="5265561" y="4170244"/>
                  <a:pt x="5499613" y="4112569"/>
                  <a:pt x="5728771" y="4119891"/>
                </a:cubicBezTo>
                <a:close/>
                <a:moveTo>
                  <a:pt x="0" y="0"/>
                </a:moveTo>
                <a:lnTo>
                  <a:pt x="5261191" y="0"/>
                </a:lnTo>
                <a:lnTo>
                  <a:pt x="5211013" y="235581"/>
                </a:lnTo>
                <a:cubicBezTo>
                  <a:pt x="5106971" y="833090"/>
                  <a:pt x="5114656" y="1451462"/>
                  <a:pt x="5242054" y="2057045"/>
                </a:cubicBezTo>
                <a:cubicBezTo>
                  <a:pt x="5279977" y="2237310"/>
                  <a:pt x="5329059" y="2417996"/>
                  <a:pt x="5389305" y="2599103"/>
                </a:cubicBezTo>
                <a:cubicBezTo>
                  <a:pt x="5390003" y="2603430"/>
                  <a:pt x="5390699" y="2607754"/>
                  <a:pt x="5393907" y="2613894"/>
                </a:cubicBezTo>
                <a:cubicBezTo>
                  <a:pt x="5554280" y="3127216"/>
                  <a:pt x="5354540" y="3705218"/>
                  <a:pt x="4873986" y="4000092"/>
                </a:cubicBezTo>
                <a:lnTo>
                  <a:pt x="4452318" y="4261074"/>
                </a:lnTo>
                <a:cubicBezTo>
                  <a:pt x="4149530" y="4447428"/>
                  <a:pt x="3766970" y="4400352"/>
                  <a:pt x="3520473" y="4164946"/>
                </a:cubicBezTo>
                <a:cubicBezTo>
                  <a:pt x="3515451" y="4161317"/>
                  <a:pt x="3509731" y="4153362"/>
                  <a:pt x="3504709" y="4149734"/>
                </a:cubicBezTo>
                <a:cubicBezTo>
                  <a:pt x="3302293" y="3953818"/>
                  <a:pt x="3076293" y="3790545"/>
                  <a:pt x="2836059" y="3662849"/>
                </a:cubicBezTo>
                <a:cubicBezTo>
                  <a:pt x="2017575" y="3222015"/>
                  <a:pt x="1019468" y="3163465"/>
                  <a:pt x="133535" y="3554635"/>
                </a:cubicBezTo>
                <a:lnTo>
                  <a:pt x="0" y="3619074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10" name="Group 9"/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11" name="Freeform 9"/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392" y="3861048"/>
            <a:ext cx="3431578" cy="2231777"/>
          </a:xfrm>
          <a:prstGeom prst="rect">
            <a:avLst/>
          </a:prstGeom>
        </p:spPr>
        <p:txBody>
          <a:bodyPr wrap="none" anchor="b"/>
          <a:lstStyle>
            <a:lvl1pPr marL="0" indent="0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240463" y="980728"/>
            <a:ext cx="5327651" cy="1368151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accent4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</a:t>
            </a:r>
          </a:p>
        </p:txBody>
      </p:sp>
    </p:spTree>
    <p:extLst>
      <p:ext uri="{BB962C8B-B14F-4D97-AF65-F5344CB8AC3E}">
        <p14:creationId xmlns:p14="http://schemas.microsoft.com/office/powerpoint/2010/main" val="2652724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5">
            <a:extLst>
              <a:ext uri="{FF2B5EF4-FFF2-40B4-BE49-F238E27FC236}">
                <a16:creationId xmlns:a16="http://schemas.microsoft.com/office/drawing/2014/main" id="{93CCD95C-EF50-4937-B31B-5AE1A346217B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951538" y="1989138"/>
            <a:ext cx="5617069" cy="1251710"/>
          </a:xfrm>
          <a:prstGeom prst="rect">
            <a:avLst/>
          </a:prstGeom>
        </p:spPr>
        <p:txBody>
          <a:bodyPr wrap="none" tIns="0" bIns="216000" anchor="ctr"/>
          <a:lstStyle>
            <a:lvl1pPr marL="0" indent="0" algn="l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1538" y="3356992"/>
            <a:ext cx="5617070" cy="2232000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accent1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 </a:t>
            </a:r>
          </a:p>
        </p:txBody>
      </p:sp>
      <p:grpSp>
        <p:nvGrpSpPr>
          <p:cNvPr id="22" name="Group 9">
            <a:extLst>
              <a:ext uri="{FF2B5EF4-FFF2-40B4-BE49-F238E27FC236}">
                <a16:creationId xmlns:a16="http://schemas.microsoft.com/office/drawing/2014/main" id="{F1287BCB-FB34-41B7-927D-F95F9B409E5C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4EE73A32-570C-436C-B4CC-D1AF2F5700F5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12562D50-892E-410A-BB2F-36E111F8345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DC9AF8D9-AA94-4445-B08E-957E3FDEC0D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FE7088EE-EAD6-4413-9188-C1E3D6D9C25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79EEEA4-105C-4D6D-886B-6270CD048E24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4D673D9-70D1-44F2-B53C-D9EE55F28D8D}"/>
              </a:ext>
            </a:extLst>
          </p:cNvPr>
          <p:cNvGrpSpPr/>
          <p:nvPr userDrawn="1"/>
        </p:nvGrpSpPr>
        <p:grpSpPr>
          <a:xfrm>
            <a:off x="0" y="1905897"/>
            <a:ext cx="5871468" cy="4436830"/>
            <a:chOff x="0" y="1905897"/>
            <a:chExt cx="5871468" cy="4436830"/>
          </a:xfrm>
        </p:grpSpPr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AA6FA98B-DBA3-4BD3-9A89-28E294BE1B2B}"/>
                </a:ext>
              </a:extLst>
            </p:cNvPr>
            <p:cNvSpPr/>
            <p:nvPr/>
          </p:nvSpPr>
          <p:spPr>
            <a:xfrm rot="20417692">
              <a:off x="185764" y="1905897"/>
              <a:ext cx="5349565" cy="4436830"/>
            </a:xfrm>
            <a:custGeom>
              <a:avLst/>
              <a:gdLst>
                <a:gd name="connsiteX0" fmla="*/ 2622499 w 5349565"/>
                <a:gd name="connsiteY0" fmla="*/ 1715533 h 4436830"/>
                <a:gd name="connsiteX1" fmla="*/ 3110045 w 5349565"/>
                <a:gd name="connsiteY1" fmla="*/ 2007827 h 4436830"/>
                <a:gd name="connsiteX2" fmla="*/ 3114721 w 5349565"/>
                <a:gd name="connsiteY2" fmla="*/ 2012503 h 4436830"/>
                <a:gd name="connsiteX3" fmla="*/ 3131092 w 5349565"/>
                <a:gd name="connsiteY3" fmla="*/ 2028873 h 4436830"/>
                <a:gd name="connsiteX4" fmla="*/ 3136937 w 5349565"/>
                <a:gd name="connsiteY4" fmla="*/ 2034719 h 4436830"/>
                <a:gd name="connsiteX5" fmla="*/ 3166164 w 5349565"/>
                <a:gd name="connsiteY5" fmla="*/ 2067454 h 4436830"/>
                <a:gd name="connsiteX6" fmla="*/ 3170842 w 5349565"/>
                <a:gd name="connsiteY6" fmla="*/ 2073300 h 4436830"/>
                <a:gd name="connsiteX7" fmla="*/ 3183702 w 5349565"/>
                <a:gd name="connsiteY7" fmla="*/ 2088499 h 4436830"/>
                <a:gd name="connsiteX8" fmla="*/ 3191888 w 5349565"/>
                <a:gd name="connsiteY8" fmla="*/ 2097853 h 4436830"/>
                <a:gd name="connsiteX9" fmla="*/ 3204748 w 5349565"/>
                <a:gd name="connsiteY9" fmla="*/ 2114221 h 4436830"/>
                <a:gd name="connsiteX10" fmla="*/ 3210593 w 5349565"/>
                <a:gd name="connsiteY10" fmla="*/ 2122406 h 4436830"/>
                <a:gd name="connsiteX11" fmla="*/ 3253856 w 5349565"/>
                <a:gd name="connsiteY11" fmla="*/ 2182035 h 4436830"/>
                <a:gd name="connsiteX12" fmla="*/ 3256191 w 5349565"/>
                <a:gd name="connsiteY12" fmla="*/ 2185541 h 4436830"/>
                <a:gd name="connsiteX13" fmla="*/ 3341688 w 5349565"/>
                <a:gd name="connsiteY13" fmla="*/ 2338849 h 4436830"/>
                <a:gd name="connsiteX14" fmla="*/ 3361240 w 5349565"/>
                <a:gd name="connsiteY14" fmla="*/ 2390940 h 4436830"/>
                <a:gd name="connsiteX15" fmla="*/ 3323978 w 5349565"/>
                <a:gd name="connsiteY15" fmla="*/ 2396381 h 4436830"/>
                <a:gd name="connsiteX16" fmla="*/ 3146725 w 5349565"/>
                <a:gd name="connsiteY16" fmla="*/ 2441848 h 4436830"/>
                <a:gd name="connsiteX17" fmla="*/ 2834311 w 5349565"/>
                <a:gd name="connsiteY17" fmla="*/ 2560507 h 4436830"/>
                <a:gd name="connsiteX18" fmla="*/ 2807237 w 5349565"/>
                <a:gd name="connsiteY18" fmla="*/ 2573303 h 4436830"/>
                <a:gd name="connsiteX19" fmla="*/ 2560356 w 5349565"/>
                <a:gd name="connsiteY19" fmla="*/ 2681699 h 4436830"/>
                <a:gd name="connsiteX20" fmla="*/ 2494453 w 5349565"/>
                <a:gd name="connsiteY20" fmla="*/ 2708701 h 4436830"/>
                <a:gd name="connsiteX21" fmla="*/ 2394700 w 5349565"/>
                <a:gd name="connsiteY21" fmla="*/ 2751700 h 4436830"/>
                <a:gd name="connsiteX22" fmla="*/ 2249353 w 5349565"/>
                <a:gd name="connsiteY22" fmla="*/ 2812110 h 4436830"/>
                <a:gd name="connsiteX23" fmla="*/ 2151390 w 5349565"/>
                <a:gd name="connsiteY23" fmla="*/ 2850129 h 4436830"/>
                <a:gd name="connsiteX24" fmla="*/ 1827222 w 5349565"/>
                <a:gd name="connsiteY24" fmla="*/ 2970204 h 4436830"/>
                <a:gd name="connsiteX25" fmla="*/ 1648771 w 5349565"/>
                <a:gd name="connsiteY25" fmla="*/ 3013130 h 4436830"/>
                <a:gd name="connsiteX26" fmla="*/ 1519489 w 5349565"/>
                <a:gd name="connsiteY26" fmla="*/ 3028686 h 4436830"/>
                <a:gd name="connsiteX27" fmla="*/ 1235707 w 5349565"/>
                <a:gd name="connsiteY27" fmla="*/ 2988901 h 4436830"/>
                <a:gd name="connsiteX28" fmla="*/ 1131595 w 5349565"/>
                <a:gd name="connsiteY28" fmla="*/ 2940472 h 4436830"/>
                <a:gd name="connsiteX29" fmla="*/ 1124147 w 5349565"/>
                <a:gd name="connsiteY29" fmla="*/ 2836773 h 4436830"/>
                <a:gd name="connsiteX30" fmla="*/ 1199614 w 5349565"/>
                <a:gd name="connsiteY30" fmla="*/ 2415869 h 4436830"/>
                <a:gd name="connsiteX31" fmla="*/ 1205459 w 5349565"/>
                <a:gd name="connsiteY31" fmla="*/ 2401840 h 4436830"/>
                <a:gd name="connsiteX32" fmla="*/ 1211305 w 5349565"/>
                <a:gd name="connsiteY32" fmla="*/ 2387809 h 4436830"/>
                <a:gd name="connsiteX33" fmla="*/ 1224164 w 5349565"/>
                <a:gd name="connsiteY33" fmla="*/ 2358580 h 4436830"/>
                <a:gd name="connsiteX34" fmla="*/ 1224166 w 5349565"/>
                <a:gd name="connsiteY34" fmla="*/ 2357410 h 4436830"/>
                <a:gd name="connsiteX35" fmla="*/ 1323545 w 5349565"/>
                <a:gd name="connsiteY35" fmla="*/ 2177357 h 4436830"/>
                <a:gd name="connsiteX36" fmla="*/ 1730418 w 5349565"/>
                <a:gd name="connsiteY36" fmla="*/ 1807897 h 4436830"/>
                <a:gd name="connsiteX37" fmla="*/ 1736264 w 5349565"/>
                <a:gd name="connsiteY37" fmla="*/ 1804390 h 4436830"/>
                <a:gd name="connsiteX38" fmla="*/ 1751463 w 5349565"/>
                <a:gd name="connsiteY38" fmla="*/ 1796206 h 4436830"/>
                <a:gd name="connsiteX39" fmla="*/ 1763156 w 5349565"/>
                <a:gd name="connsiteY39" fmla="*/ 1790360 h 4436830"/>
                <a:gd name="connsiteX40" fmla="*/ 1772509 w 5349565"/>
                <a:gd name="connsiteY40" fmla="*/ 1785685 h 4436830"/>
                <a:gd name="connsiteX41" fmla="*/ 1790047 w 5349565"/>
                <a:gd name="connsiteY41" fmla="*/ 1777499 h 4436830"/>
                <a:gd name="connsiteX42" fmla="*/ 1793554 w 5349565"/>
                <a:gd name="connsiteY42" fmla="*/ 1776331 h 4436830"/>
                <a:gd name="connsiteX43" fmla="*/ 2391003 w 5349565"/>
                <a:gd name="connsiteY43" fmla="*/ 1671105 h 4436830"/>
                <a:gd name="connsiteX44" fmla="*/ 2535981 w 5349565"/>
                <a:gd name="connsiteY44" fmla="*/ 1693318 h 4436830"/>
                <a:gd name="connsiteX45" fmla="*/ 2538319 w 5349565"/>
                <a:gd name="connsiteY45" fmla="*/ 1694487 h 4436830"/>
                <a:gd name="connsiteX46" fmla="*/ 2562871 w 5349565"/>
                <a:gd name="connsiteY46" fmla="*/ 1700333 h 4436830"/>
                <a:gd name="connsiteX47" fmla="*/ 2565209 w 5349565"/>
                <a:gd name="connsiteY47" fmla="*/ 1700334 h 4436830"/>
                <a:gd name="connsiteX48" fmla="*/ 2572225 w 5349565"/>
                <a:gd name="connsiteY48" fmla="*/ 1702673 h 4436830"/>
                <a:gd name="connsiteX49" fmla="*/ 2595608 w 5349565"/>
                <a:gd name="connsiteY49" fmla="*/ 1708517 h 4436830"/>
                <a:gd name="connsiteX50" fmla="*/ 2614316 w 5349565"/>
                <a:gd name="connsiteY50" fmla="*/ 1713195 h 4436830"/>
                <a:gd name="connsiteX51" fmla="*/ 2622499 w 5349565"/>
                <a:gd name="connsiteY51" fmla="*/ 1715533 h 4436830"/>
                <a:gd name="connsiteX52" fmla="*/ 5167050 w 5349565"/>
                <a:gd name="connsiteY52" fmla="*/ 2515253 h 4436830"/>
                <a:gd name="connsiteX53" fmla="*/ 5335380 w 5349565"/>
                <a:gd name="connsiteY53" fmla="*/ 2593745 h 4436830"/>
                <a:gd name="connsiteX54" fmla="*/ 5349565 w 5349565"/>
                <a:gd name="connsiteY54" fmla="*/ 2602983 h 4436830"/>
                <a:gd name="connsiteX55" fmla="*/ 4707590 w 5349565"/>
                <a:gd name="connsiteY55" fmla="*/ 4395445 h 4436830"/>
                <a:gd name="connsiteX56" fmla="*/ 4687750 w 5349565"/>
                <a:gd name="connsiteY56" fmla="*/ 4435871 h 4436830"/>
                <a:gd name="connsiteX57" fmla="*/ 4686757 w 5349565"/>
                <a:gd name="connsiteY57" fmla="*/ 4436830 h 4436830"/>
                <a:gd name="connsiteX58" fmla="*/ 4592560 w 5349565"/>
                <a:gd name="connsiteY58" fmla="*/ 4418667 h 4436830"/>
                <a:gd name="connsiteX59" fmla="*/ 3942010 w 5349565"/>
                <a:gd name="connsiteY59" fmla="*/ 3900216 h 4436830"/>
                <a:gd name="connsiteX60" fmla="*/ 3901962 w 5349565"/>
                <a:gd name="connsiteY60" fmla="*/ 3806897 h 4436830"/>
                <a:gd name="connsiteX61" fmla="*/ 3908839 w 5349565"/>
                <a:gd name="connsiteY61" fmla="*/ 3744560 h 4436830"/>
                <a:gd name="connsiteX62" fmla="*/ 3939073 w 5349565"/>
                <a:gd name="connsiteY62" fmla="*/ 3636598 h 4436830"/>
                <a:gd name="connsiteX63" fmla="*/ 4137211 w 5349565"/>
                <a:gd name="connsiteY63" fmla="*/ 3083377 h 4436830"/>
                <a:gd name="connsiteX64" fmla="*/ 4163175 w 5349565"/>
                <a:gd name="connsiteY64" fmla="*/ 2772416 h 4436830"/>
                <a:gd name="connsiteX65" fmla="*/ 4148848 w 5349565"/>
                <a:gd name="connsiteY65" fmla="*/ 2729412 h 4436830"/>
                <a:gd name="connsiteX66" fmla="*/ 4158795 w 5349565"/>
                <a:gd name="connsiteY66" fmla="*/ 2718686 h 4436830"/>
                <a:gd name="connsiteX67" fmla="*/ 5069585 w 5349565"/>
                <a:gd name="connsiteY67" fmla="*/ 2486019 h 4436830"/>
                <a:gd name="connsiteX68" fmla="*/ 5167050 w 5349565"/>
                <a:gd name="connsiteY68" fmla="*/ 2515253 h 4436830"/>
                <a:gd name="connsiteX69" fmla="*/ 430836 w 5349565"/>
                <a:gd name="connsiteY69" fmla="*/ 0 h 4436830"/>
                <a:gd name="connsiteX70" fmla="*/ 537054 w 5349565"/>
                <a:gd name="connsiteY70" fmla="*/ 205263 h 4436830"/>
                <a:gd name="connsiteX71" fmla="*/ 468879 w 5349565"/>
                <a:gd name="connsiteY71" fmla="*/ 247047 h 4436830"/>
                <a:gd name="connsiteX72" fmla="*/ 456018 w 5349565"/>
                <a:gd name="connsiteY72" fmla="*/ 254064 h 4436830"/>
                <a:gd name="connsiteX73" fmla="*/ 446663 w 5349565"/>
                <a:gd name="connsiteY73" fmla="*/ 258740 h 4436830"/>
                <a:gd name="connsiteX74" fmla="*/ 440818 w 5349565"/>
                <a:gd name="connsiteY74" fmla="*/ 262247 h 4436830"/>
                <a:gd name="connsiteX75" fmla="*/ 316887 w 5349565"/>
                <a:gd name="connsiteY75" fmla="*/ 535836 h 4436830"/>
                <a:gd name="connsiteX76" fmla="*/ 316886 w 5349565"/>
                <a:gd name="connsiteY76" fmla="*/ 538173 h 4436830"/>
                <a:gd name="connsiteX77" fmla="*/ 507462 w 5349565"/>
                <a:gd name="connsiteY77" fmla="*/ 699519 h 4436830"/>
                <a:gd name="connsiteX78" fmla="*/ 514477 w 5349565"/>
                <a:gd name="connsiteY78" fmla="*/ 699519 h 4436830"/>
                <a:gd name="connsiteX79" fmla="*/ 775203 w 5349565"/>
                <a:gd name="connsiteY79" fmla="*/ 755640 h 4436830"/>
                <a:gd name="connsiteX80" fmla="*/ 950178 w 5349565"/>
                <a:gd name="connsiteY80" fmla="*/ 849338 h 4436830"/>
                <a:gd name="connsiteX81" fmla="*/ 1010301 w 5349565"/>
                <a:gd name="connsiteY81" fmla="*/ 896950 h 4436830"/>
                <a:gd name="connsiteX82" fmla="*/ 1064814 w 5349565"/>
                <a:gd name="connsiteY82" fmla="*/ 953936 h 4436830"/>
                <a:gd name="connsiteX83" fmla="*/ 1102500 w 5349565"/>
                <a:gd name="connsiteY83" fmla="*/ 987286 h 4436830"/>
                <a:gd name="connsiteX84" fmla="*/ 1159683 w 5349565"/>
                <a:gd name="connsiteY84" fmla="*/ 1060962 h 4436830"/>
                <a:gd name="connsiteX85" fmla="*/ 1282625 w 5349565"/>
                <a:gd name="connsiteY85" fmla="*/ 1343736 h 4436830"/>
                <a:gd name="connsiteX86" fmla="*/ 657117 w 5349565"/>
                <a:gd name="connsiteY86" fmla="*/ 2341041 h 4436830"/>
                <a:gd name="connsiteX87" fmla="*/ 645226 w 5349565"/>
                <a:gd name="connsiteY87" fmla="*/ 2343103 h 4436830"/>
                <a:gd name="connsiteX88" fmla="*/ 621316 w 5349565"/>
                <a:gd name="connsiteY88" fmla="*/ 2302128 h 4436830"/>
                <a:gd name="connsiteX89" fmla="*/ 446047 w 5349565"/>
                <a:gd name="connsiteY89" fmla="*/ 1975060 h 4436830"/>
                <a:gd name="connsiteX90" fmla="*/ 315936 w 5349565"/>
                <a:gd name="connsiteY90" fmla="*/ 1726023 h 4436830"/>
                <a:gd name="connsiteX91" fmla="*/ 288559 w 5349565"/>
                <a:gd name="connsiteY91" fmla="*/ 1676857 h 4436830"/>
                <a:gd name="connsiteX92" fmla="*/ 285359 w 5349565"/>
                <a:gd name="connsiteY92" fmla="*/ 1670085 h 4436830"/>
                <a:gd name="connsiteX93" fmla="*/ 103323 w 5349565"/>
                <a:gd name="connsiteY93" fmla="*/ 1346218 h 4436830"/>
                <a:gd name="connsiteX94" fmla="*/ 13429 w 5349565"/>
                <a:gd name="connsiteY94" fmla="*/ 1218429 h 4436830"/>
                <a:gd name="connsiteX95" fmla="*/ 0 w 5349565"/>
                <a:gd name="connsiteY95" fmla="*/ 1202939 h 4436830"/>
                <a:gd name="connsiteX96" fmla="*/ 4895308 w 5349565"/>
                <a:gd name="connsiteY96" fmla="*/ 762573 h 4436830"/>
                <a:gd name="connsiteX97" fmla="*/ 5267004 w 5349565"/>
                <a:gd name="connsiteY97" fmla="*/ 895697 h 4436830"/>
                <a:gd name="connsiteX98" fmla="*/ 5283252 w 5349565"/>
                <a:gd name="connsiteY98" fmla="*/ 929263 h 4436830"/>
                <a:gd name="connsiteX99" fmla="*/ 5344340 w 5349565"/>
                <a:gd name="connsiteY99" fmla="*/ 1307492 h 4436830"/>
                <a:gd name="connsiteX100" fmla="*/ 5344340 w 5349565"/>
                <a:gd name="connsiteY100" fmla="*/ 1320351 h 4436830"/>
                <a:gd name="connsiteX101" fmla="*/ 5342003 w 5349565"/>
                <a:gd name="connsiteY101" fmla="*/ 1351920 h 4436830"/>
                <a:gd name="connsiteX102" fmla="*/ 5334988 w 5349565"/>
                <a:gd name="connsiteY102" fmla="*/ 1413886 h 4436830"/>
                <a:gd name="connsiteX103" fmla="*/ 5333820 w 5349565"/>
                <a:gd name="connsiteY103" fmla="*/ 1420901 h 4436830"/>
                <a:gd name="connsiteX104" fmla="*/ 5326805 w 5349565"/>
                <a:gd name="connsiteY104" fmla="*/ 1461822 h 4436830"/>
                <a:gd name="connsiteX105" fmla="*/ 5319789 w 5349565"/>
                <a:gd name="connsiteY105" fmla="*/ 1492222 h 4436830"/>
                <a:gd name="connsiteX106" fmla="*/ 5316279 w 5349565"/>
                <a:gd name="connsiteY106" fmla="*/ 1508590 h 4436830"/>
                <a:gd name="connsiteX107" fmla="*/ 5175983 w 5349565"/>
                <a:gd name="connsiteY107" fmla="*/ 1828944 h 4436830"/>
                <a:gd name="connsiteX108" fmla="*/ 5165457 w 5349565"/>
                <a:gd name="connsiteY108" fmla="*/ 1844143 h 4436830"/>
                <a:gd name="connsiteX109" fmla="*/ 5149089 w 5349565"/>
                <a:gd name="connsiteY109" fmla="*/ 1867527 h 4436830"/>
                <a:gd name="connsiteX110" fmla="*/ 5123367 w 5349565"/>
                <a:gd name="connsiteY110" fmla="*/ 1901432 h 4436830"/>
                <a:gd name="connsiteX111" fmla="*/ 5121027 w 5349565"/>
                <a:gd name="connsiteY111" fmla="*/ 1903771 h 4436830"/>
                <a:gd name="connsiteX112" fmla="*/ 4873163 w 5349565"/>
                <a:gd name="connsiteY112" fmla="*/ 2122406 h 4436830"/>
                <a:gd name="connsiteX113" fmla="*/ 4870827 w 5349565"/>
                <a:gd name="connsiteY113" fmla="*/ 2123576 h 4436830"/>
                <a:gd name="connsiteX114" fmla="*/ 4835749 w 5349565"/>
                <a:gd name="connsiteY114" fmla="*/ 2144622 h 4436830"/>
                <a:gd name="connsiteX115" fmla="*/ 4827566 w 5349565"/>
                <a:gd name="connsiteY115" fmla="*/ 2149298 h 4436830"/>
                <a:gd name="connsiteX116" fmla="*/ 4797167 w 5349565"/>
                <a:gd name="connsiteY116" fmla="*/ 2165666 h 4436830"/>
                <a:gd name="connsiteX117" fmla="*/ 4784305 w 5349565"/>
                <a:gd name="connsiteY117" fmla="*/ 2172683 h 4436830"/>
                <a:gd name="connsiteX118" fmla="*/ 4757414 w 5349565"/>
                <a:gd name="connsiteY118" fmla="*/ 2185542 h 4436830"/>
                <a:gd name="connsiteX119" fmla="*/ 4738709 w 5349565"/>
                <a:gd name="connsiteY119" fmla="*/ 2193726 h 4436830"/>
                <a:gd name="connsiteX120" fmla="*/ 4715325 w 5349565"/>
                <a:gd name="connsiteY120" fmla="*/ 2203080 h 4436830"/>
                <a:gd name="connsiteX121" fmla="*/ 4693110 w 5349565"/>
                <a:gd name="connsiteY121" fmla="*/ 2211265 h 4436830"/>
                <a:gd name="connsiteX122" fmla="*/ 4670895 w 5349565"/>
                <a:gd name="connsiteY122" fmla="*/ 2218279 h 4436830"/>
                <a:gd name="connsiteX123" fmla="*/ 4647511 w 5349565"/>
                <a:gd name="connsiteY123" fmla="*/ 2226463 h 4436830"/>
                <a:gd name="connsiteX124" fmla="*/ 4625297 w 5349565"/>
                <a:gd name="connsiteY124" fmla="*/ 2233479 h 4436830"/>
                <a:gd name="connsiteX125" fmla="*/ 4601915 w 5349565"/>
                <a:gd name="connsiteY125" fmla="*/ 2240493 h 4436830"/>
                <a:gd name="connsiteX126" fmla="*/ 4573855 w 5349565"/>
                <a:gd name="connsiteY126" fmla="*/ 2247508 h 4436830"/>
                <a:gd name="connsiteX127" fmla="*/ 4556316 w 5349565"/>
                <a:gd name="connsiteY127" fmla="*/ 2252184 h 4436830"/>
                <a:gd name="connsiteX128" fmla="*/ 4516566 w 5349565"/>
                <a:gd name="connsiteY128" fmla="*/ 2259201 h 4436830"/>
                <a:gd name="connsiteX129" fmla="*/ 4509548 w 5349565"/>
                <a:gd name="connsiteY129" fmla="*/ 2260369 h 4436830"/>
                <a:gd name="connsiteX130" fmla="*/ 3926131 w 5349565"/>
                <a:gd name="connsiteY130" fmla="*/ 2179696 h 4436830"/>
                <a:gd name="connsiteX131" fmla="*/ 3435078 w 5349565"/>
                <a:gd name="connsiteY131" fmla="*/ 1673443 h 4436830"/>
                <a:gd name="connsiteX132" fmla="*/ 3435076 w 5349565"/>
                <a:gd name="connsiteY132" fmla="*/ 1672274 h 4436830"/>
                <a:gd name="connsiteX133" fmla="*/ 3402339 w 5349565"/>
                <a:gd name="connsiteY133" fmla="*/ 1586925 h 4436830"/>
                <a:gd name="connsiteX134" fmla="*/ 3400001 w 5349565"/>
                <a:gd name="connsiteY134" fmla="*/ 1578740 h 4436830"/>
                <a:gd name="connsiteX135" fmla="*/ 3388310 w 5349565"/>
                <a:gd name="connsiteY135" fmla="*/ 1538988 h 4436830"/>
                <a:gd name="connsiteX136" fmla="*/ 3385974 w 5349565"/>
                <a:gd name="connsiteY136" fmla="*/ 1530806 h 4436830"/>
                <a:gd name="connsiteX137" fmla="*/ 3376618 w 5349565"/>
                <a:gd name="connsiteY137" fmla="*/ 1491052 h 4436830"/>
                <a:gd name="connsiteX138" fmla="*/ 3375448 w 5349565"/>
                <a:gd name="connsiteY138" fmla="*/ 1487545 h 4436830"/>
                <a:gd name="connsiteX139" fmla="*/ 3367264 w 5349565"/>
                <a:gd name="connsiteY139" fmla="*/ 1441948 h 4436830"/>
                <a:gd name="connsiteX140" fmla="*/ 3366098 w 5349565"/>
                <a:gd name="connsiteY140" fmla="*/ 1438440 h 4436830"/>
                <a:gd name="connsiteX141" fmla="*/ 3363758 w 5349565"/>
                <a:gd name="connsiteY141" fmla="*/ 1425579 h 4436830"/>
                <a:gd name="connsiteX142" fmla="*/ 3358934 w 5349565"/>
                <a:gd name="connsiteY142" fmla="*/ 1356747 h 4436830"/>
                <a:gd name="connsiteX143" fmla="*/ 3446149 w 5349565"/>
                <a:gd name="connsiteY143" fmla="*/ 1323217 h 4436830"/>
                <a:gd name="connsiteX144" fmla="*/ 4193194 w 5349565"/>
                <a:gd name="connsiteY144" fmla="*/ 1011576 h 4436830"/>
                <a:gd name="connsiteX145" fmla="*/ 4705476 w 5349565"/>
                <a:gd name="connsiteY145" fmla="*/ 790177 h 4436830"/>
                <a:gd name="connsiteX146" fmla="*/ 4803444 w 5349565"/>
                <a:gd name="connsiteY146" fmla="*/ 752165 h 4436830"/>
                <a:gd name="connsiteX147" fmla="*/ 4815196 w 5349565"/>
                <a:gd name="connsiteY147" fmla="*/ 750747 h 4436830"/>
                <a:gd name="connsiteX148" fmla="*/ 4895308 w 5349565"/>
                <a:gd name="connsiteY148" fmla="*/ 762573 h 443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5349565" h="4436830">
                  <a:moveTo>
                    <a:pt x="2622499" y="1715533"/>
                  </a:moveTo>
                  <a:cubicBezTo>
                    <a:pt x="2813076" y="1772823"/>
                    <a:pt x="2977928" y="1874541"/>
                    <a:pt x="3110045" y="2007827"/>
                  </a:cubicBezTo>
                  <a:cubicBezTo>
                    <a:pt x="3111215" y="2008997"/>
                    <a:pt x="3113552" y="2011334"/>
                    <a:pt x="3114721" y="2012503"/>
                  </a:cubicBezTo>
                  <a:cubicBezTo>
                    <a:pt x="3120568" y="2017180"/>
                    <a:pt x="3125245" y="2023027"/>
                    <a:pt x="3131092" y="2028873"/>
                  </a:cubicBezTo>
                  <a:cubicBezTo>
                    <a:pt x="3133429" y="2031211"/>
                    <a:pt x="3134596" y="2032380"/>
                    <a:pt x="3136937" y="2034719"/>
                  </a:cubicBezTo>
                  <a:cubicBezTo>
                    <a:pt x="3147460" y="2045241"/>
                    <a:pt x="3156813" y="2056932"/>
                    <a:pt x="3166164" y="2067454"/>
                  </a:cubicBezTo>
                  <a:cubicBezTo>
                    <a:pt x="3167334" y="2069794"/>
                    <a:pt x="3169674" y="2070962"/>
                    <a:pt x="3170842" y="2073300"/>
                  </a:cubicBezTo>
                  <a:cubicBezTo>
                    <a:pt x="3175520" y="2077977"/>
                    <a:pt x="3179026" y="2083823"/>
                    <a:pt x="3183702" y="2088499"/>
                  </a:cubicBezTo>
                  <a:cubicBezTo>
                    <a:pt x="3187210" y="2092008"/>
                    <a:pt x="3189550" y="2094346"/>
                    <a:pt x="3191888" y="2097853"/>
                  </a:cubicBezTo>
                  <a:cubicBezTo>
                    <a:pt x="3196562" y="2103699"/>
                    <a:pt x="3200071" y="2108376"/>
                    <a:pt x="3204748" y="2114221"/>
                  </a:cubicBezTo>
                  <a:cubicBezTo>
                    <a:pt x="3207087" y="2116560"/>
                    <a:pt x="3208255" y="2120068"/>
                    <a:pt x="3210593" y="2122406"/>
                  </a:cubicBezTo>
                  <a:cubicBezTo>
                    <a:pt x="3225793" y="2141113"/>
                    <a:pt x="3239824" y="2162158"/>
                    <a:pt x="3253856" y="2182035"/>
                  </a:cubicBezTo>
                  <a:cubicBezTo>
                    <a:pt x="3253855" y="2183204"/>
                    <a:pt x="3255022" y="2184373"/>
                    <a:pt x="3256191" y="2185541"/>
                  </a:cubicBezTo>
                  <a:cubicBezTo>
                    <a:pt x="3288344" y="2234646"/>
                    <a:pt x="3316990" y="2285797"/>
                    <a:pt x="3341688" y="2338849"/>
                  </a:cubicBezTo>
                  <a:lnTo>
                    <a:pt x="3361240" y="2390940"/>
                  </a:lnTo>
                  <a:lnTo>
                    <a:pt x="3323978" y="2396381"/>
                  </a:lnTo>
                  <a:cubicBezTo>
                    <a:pt x="3265520" y="2408480"/>
                    <a:pt x="3206571" y="2423920"/>
                    <a:pt x="3146725" y="2441848"/>
                  </a:cubicBezTo>
                  <a:cubicBezTo>
                    <a:pt x="3043776" y="2478076"/>
                    <a:pt x="2935847" y="2512526"/>
                    <a:pt x="2834311" y="2560507"/>
                  </a:cubicBezTo>
                  <a:cubicBezTo>
                    <a:pt x="2827545" y="2563709"/>
                    <a:pt x="2814007" y="2570107"/>
                    <a:pt x="2807237" y="2573303"/>
                  </a:cubicBezTo>
                  <a:cubicBezTo>
                    <a:pt x="2719241" y="2614892"/>
                    <a:pt x="2639799" y="2648293"/>
                    <a:pt x="2560356" y="2681699"/>
                  </a:cubicBezTo>
                  <a:cubicBezTo>
                    <a:pt x="2540047" y="2691292"/>
                    <a:pt x="2514754" y="2699106"/>
                    <a:pt x="2494453" y="2708701"/>
                  </a:cubicBezTo>
                  <a:cubicBezTo>
                    <a:pt x="2460604" y="2724698"/>
                    <a:pt x="2428546" y="2735710"/>
                    <a:pt x="2394700" y="2751700"/>
                  </a:cubicBezTo>
                  <a:cubicBezTo>
                    <a:pt x="2347320" y="2774096"/>
                    <a:pt x="2296737" y="2789720"/>
                    <a:pt x="2249353" y="2812110"/>
                  </a:cubicBezTo>
                  <a:cubicBezTo>
                    <a:pt x="2217296" y="2823121"/>
                    <a:pt x="2183447" y="2839118"/>
                    <a:pt x="2151390" y="2850129"/>
                  </a:cubicBezTo>
                  <a:cubicBezTo>
                    <a:pt x="2044873" y="2896325"/>
                    <a:pt x="1935152" y="2935754"/>
                    <a:pt x="1827222" y="2970204"/>
                  </a:cubicBezTo>
                  <a:cubicBezTo>
                    <a:pt x="1764889" y="2987239"/>
                    <a:pt x="1704339" y="2999293"/>
                    <a:pt x="1648771" y="3013130"/>
                  </a:cubicBezTo>
                  <a:cubicBezTo>
                    <a:pt x="1606746" y="3020572"/>
                    <a:pt x="1559734" y="3026227"/>
                    <a:pt x="1519489" y="3028686"/>
                  </a:cubicBezTo>
                  <a:cubicBezTo>
                    <a:pt x="1422269" y="3033226"/>
                    <a:pt x="1330399" y="3022815"/>
                    <a:pt x="1235707" y="2988901"/>
                  </a:cubicBezTo>
                  <a:lnTo>
                    <a:pt x="1131595" y="2940472"/>
                  </a:lnTo>
                  <a:lnTo>
                    <a:pt x="1124147" y="2836773"/>
                  </a:lnTo>
                  <a:cubicBezTo>
                    <a:pt x="1122667" y="2696472"/>
                    <a:pt x="1147000" y="2553539"/>
                    <a:pt x="1199614" y="2415869"/>
                  </a:cubicBezTo>
                  <a:cubicBezTo>
                    <a:pt x="1201951" y="2411192"/>
                    <a:pt x="1203119" y="2406517"/>
                    <a:pt x="1205459" y="2401840"/>
                  </a:cubicBezTo>
                  <a:cubicBezTo>
                    <a:pt x="1207796" y="2397162"/>
                    <a:pt x="1208967" y="2392484"/>
                    <a:pt x="1211305" y="2387809"/>
                  </a:cubicBezTo>
                  <a:cubicBezTo>
                    <a:pt x="1215981" y="2378456"/>
                    <a:pt x="1219488" y="2367933"/>
                    <a:pt x="1224164" y="2358580"/>
                  </a:cubicBezTo>
                  <a:cubicBezTo>
                    <a:pt x="1224164" y="2358580"/>
                    <a:pt x="1224166" y="2357410"/>
                    <a:pt x="1224166" y="2357410"/>
                  </a:cubicBezTo>
                  <a:cubicBezTo>
                    <a:pt x="1252226" y="2293107"/>
                    <a:pt x="1286131" y="2233477"/>
                    <a:pt x="1323545" y="2177357"/>
                  </a:cubicBezTo>
                  <a:cubicBezTo>
                    <a:pt x="1429940" y="2019518"/>
                    <a:pt x="1570241" y="1895586"/>
                    <a:pt x="1730418" y="1807897"/>
                  </a:cubicBezTo>
                  <a:cubicBezTo>
                    <a:pt x="1732758" y="1806729"/>
                    <a:pt x="1733926" y="1805559"/>
                    <a:pt x="1736264" y="1804390"/>
                  </a:cubicBezTo>
                  <a:cubicBezTo>
                    <a:pt x="1740940" y="1800884"/>
                    <a:pt x="1746786" y="1798544"/>
                    <a:pt x="1751463" y="1796206"/>
                  </a:cubicBezTo>
                  <a:cubicBezTo>
                    <a:pt x="1754971" y="1793867"/>
                    <a:pt x="1759648" y="1792698"/>
                    <a:pt x="1763156" y="1790360"/>
                  </a:cubicBezTo>
                  <a:cubicBezTo>
                    <a:pt x="1766664" y="1789191"/>
                    <a:pt x="1769001" y="1786852"/>
                    <a:pt x="1772509" y="1785685"/>
                  </a:cubicBezTo>
                  <a:cubicBezTo>
                    <a:pt x="1778354" y="1783345"/>
                    <a:pt x="1784200" y="1779838"/>
                    <a:pt x="1790047" y="1777499"/>
                  </a:cubicBezTo>
                  <a:cubicBezTo>
                    <a:pt x="1791217" y="1777499"/>
                    <a:pt x="1792385" y="1776331"/>
                    <a:pt x="1793554" y="1776331"/>
                  </a:cubicBezTo>
                  <a:cubicBezTo>
                    <a:pt x="1975945" y="1690981"/>
                    <a:pt x="2181720" y="1652397"/>
                    <a:pt x="2391003" y="1671105"/>
                  </a:cubicBezTo>
                  <a:cubicBezTo>
                    <a:pt x="2440106" y="1675781"/>
                    <a:pt x="2488045" y="1682797"/>
                    <a:pt x="2535981" y="1693318"/>
                  </a:cubicBezTo>
                  <a:cubicBezTo>
                    <a:pt x="2535980" y="1694487"/>
                    <a:pt x="2537150" y="1694487"/>
                    <a:pt x="2538319" y="1694487"/>
                  </a:cubicBezTo>
                  <a:cubicBezTo>
                    <a:pt x="2546503" y="1696827"/>
                    <a:pt x="2554687" y="1697996"/>
                    <a:pt x="2562871" y="1700333"/>
                  </a:cubicBezTo>
                  <a:cubicBezTo>
                    <a:pt x="2564040" y="1700334"/>
                    <a:pt x="2564040" y="1700334"/>
                    <a:pt x="2565209" y="1700334"/>
                  </a:cubicBezTo>
                  <a:cubicBezTo>
                    <a:pt x="2567548" y="1701503"/>
                    <a:pt x="2569886" y="1702673"/>
                    <a:pt x="2572225" y="1702673"/>
                  </a:cubicBezTo>
                  <a:cubicBezTo>
                    <a:pt x="2579239" y="1703840"/>
                    <a:pt x="2587425" y="1706180"/>
                    <a:pt x="2595608" y="1708517"/>
                  </a:cubicBezTo>
                  <a:cubicBezTo>
                    <a:pt x="2601454" y="1709686"/>
                    <a:pt x="2608469" y="1710857"/>
                    <a:pt x="2614316" y="1713195"/>
                  </a:cubicBezTo>
                  <a:cubicBezTo>
                    <a:pt x="2616653" y="1713195"/>
                    <a:pt x="2620162" y="1714363"/>
                    <a:pt x="2622499" y="1715533"/>
                  </a:cubicBezTo>
                  <a:close/>
                  <a:moveTo>
                    <a:pt x="5167050" y="2515253"/>
                  </a:moveTo>
                  <a:cubicBezTo>
                    <a:pt x="5226365" y="2536388"/>
                    <a:pt x="5282609" y="2562773"/>
                    <a:pt x="5335380" y="2593745"/>
                  </a:cubicBezTo>
                  <a:lnTo>
                    <a:pt x="5349565" y="2602983"/>
                  </a:lnTo>
                  <a:lnTo>
                    <a:pt x="4707590" y="4395445"/>
                  </a:lnTo>
                  <a:cubicBezTo>
                    <a:pt x="4701789" y="4411640"/>
                    <a:pt x="4695210" y="4425100"/>
                    <a:pt x="4687750" y="4435871"/>
                  </a:cubicBezTo>
                  <a:lnTo>
                    <a:pt x="4686757" y="4436830"/>
                  </a:lnTo>
                  <a:lnTo>
                    <a:pt x="4592560" y="4418667"/>
                  </a:lnTo>
                  <a:cubicBezTo>
                    <a:pt x="4298952" y="4346032"/>
                    <a:pt x="4068003" y="4150762"/>
                    <a:pt x="3942010" y="3900216"/>
                  </a:cubicBezTo>
                  <a:lnTo>
                    <a:pt x="3901962" y="3806897"/>
                  </a:lnTo>
                  <a:lnTo>
                    <a:pt x="3908839" y="3744560"/>
                  </a:lnTo>
                  <a:cubicBezTo>
                    <a:pt x="3915682" y="3709756"/>
                    <a:pt x="3925686" y="3673976"/>
                    <a:pt x="3939073" y="3636598"/>
                  </a:cubicBezTo>
                  <a:lnTo>
                    <a:pt x="4137211" y="3083377"/>
                  </a:lnTo>
                  <a:cubicBezTo>
                    <a:pt x="4177373" y="2971237"/>
                    <a:pt x="4185273" y="2869687"/>
                    <a:pt x="4163175" y="2772416"/>
                  </a:cubicBezTo>
                  <a:lnTo>
                    <a:pt x="4148848" y="2729412"/>
                  </a:lnTo>
                  <a:lnTo>
                    <a:pt x="4158795" y="2718686"/>
                  </a:lnTo>
                  <a:cubicBezTo>
                    <a:pt x="4396137" y="2501219"/>
                    <a:pt x="4734030" y="2403009"/>
                    <a:pt x="5069585" y="2486019"/>
                  </a:cubicBezTo>
                  <a:cubicBezTo>
                    <a:pt x="5102906" y="2494204"/>
                    <a:pt x="5135415" y="2503982"/>
                    <a:pt x="5167050" y="2515253"/>
                  </a:cubicBezTo>
                  <a:close/>
                  <a:moveTo>
                    <a:pt x="430836" y="0"/>
                  </a:moveTo>
                  <a:lnTo>
                    <a:pt x="537054" y="205263"/>
                  </a:lnTo>
                  <a:lnTo>
                    <a:pt x="468879" y="247047"/>
                  </a:lnTo>
                  <a:cubicBezTo>
                    <a:pt x="464202" y="249387"/>
                    <a:pt x="460693" y="251725"/>
                    <a:pt x="456018" y="254064"/>
                  </a:cubicBezTo>
                  <a:cubicBezTo>
                    <a:pt x="452511" y="255233"/>
                    <a:pt x="450172" y="257571"/>
                    <a:pt x="446663" y="258740"/>
                  </a:cubicBezTo>
                  <a:cubicBezTo>
                    <a:pt x="444326" y="259909"/>
                    <a:pt x="443158" y="261079"/>
                    <a:pt x="440818" y="262247"/>
                  </a:cubicBezTo>
                  <a:cubicBezTo>
                    <a:pt x="344946" y="313691"/>
                    <a:pt x="291164" y="424763"/>
                    <a:pt x="316887" y="535836"/>
                  </a:cubicBezTo>
                  <a:lnTo>
                    <a:pt x="316886" y="538173"/>
                  </a:lnTo>
                  <a:cubicBezTo>
                    <a:pt x="337932" y="630538"/>
                    <a:pt x="417436" y="694842"/>
                    <a:pt x="507462" y="699519"/>
                  </a:cubicBezTo>
                  <a:cubicBezTo>
                    <a:pt x="509801" y="699518"/>
                    <a:pt x="512138" y="699520"/>
                    <a:pt x="514477" y="699519"/>
                  </a:cubicBezTo>
                  <a:cubicBezTo>
                    <a:pt x="605672" y="704195"/>
                    <a:pt x="693361" y="724072"/>
                    <a:pt x="775203" y="755640"/>
                  </a:cubicBezTo>
                  <a:cubicBezTo>
                    <a:pt x="837170" y="779900"/>
                    <a:pt x="895920" y="811395"/>
                    <a:pt x="950178" y="849338"/>
                  </a:cubicBezTo>
                  <a:lnTo>
                    <a:pt x="1010301" y="896950"/>
                  </a:lnTo>
                  <a:lnTo>
                    <a:pt x="1064814" y="953936"/>
                  </a:lnTo>
                  <a:lnTo>
                    <a:pt x="1102500" y="987286"/>
                  </a:lnTo>
                  <a:lnTo>
                    <a:pt x="1159683" y="1060962"/>
                  </a:lnTo>
                  <a:cubicBezTo>
                    <a:pt x="1216530" y="1144244"/>
                    <a:pt x="1258949" y="1239386"/>
                    <a:pt x="1282625" y="1343736"/>
                  </a:cubicBezTo>
                  <a:cubicBezTo>
                    <a:pt x="1383175" y="1790359"/>
                    <a:pt x="1104910" y="2234646"/>
                    <a:pt x="657117" y="2341041"/>
                  </a:cubicBezTo>
                  <a:lnTo>
                    <a:pt x="645226" y="2343103"/>
                  </a:lnTo>
                  <a:lnTo>
                    <a:pt x="621316" y="2302128"/>
                  </a:lnTo>
                  <a:cubicBezTo>
                    <a:pt x="563367" y="2197022"/>
                    <a:pt x="507197" y="2086933"/>
                    <a:pt x="446047" y="1975060"/>
                  </a:cubicBezTo>
                  <a:cubicBezTo>
                    <a:pt x="405875" y="1898818"/>
                    <a:pt x="362505" y="1815806"/>
                    <a:pt x="315936" y="1726023"/>
                  </a:cubicBezTo>
                  <a:cubicBezTo>
                    <a:pt x="304552" y="1710698"/>
                    <a:pt x="298154" y="1697160"/>
                    <a:pt x="288559" y="1676857"/>
                  </a:cubicBezTo>
                  <a:cubicBezTo>
                    <a:pt x="285359" y="1670085"/>
                    <a:pt x="285359" y="1670085"/>
                    <a:pt x="285359" y="1670085"/>
                  </a:cubicBezTo>
                  <a:cubicBezTo>
                    <a:pt x="230979" y="1555016"/>
                    <a:pt x="173025" y="1449908"/>
                    <a:pt x="103323" y="1346218"/>
                  </a:cubicBezTo>
                  <a:cubicBezTo>
                    <a:pt x="74161" y="1302035"/>
                    <a:pt x="44553" y="1259097"/>
                    <a:pt x="13429" y="1218429"/>
                  </a:cubicBezTo>
                  <a:lnTo>
                    <a:pt x="0" y="1202939"/>
                  </a:lnTo>
                  <a:close/>
                  <a:moveTo>
                    <a:pt x="4895308" y="762573"/>
                  </a:moveTo>
                  <a:lnTo>
                    <a:pt x="5267004" y="895697"/>
                  </a:lnTo>
                  <a:lnTo>
                    <a:pt x="5283252" y="929263"/>
                  </a:lnTo>
                  <a:cubicBezTo>
                    <a:pt x="5327098" y="1047058"/>
                    <a:pt x="5349019" y="1174791"/>
                    <a:pt x="5344340" y="1307492"/>
                  </a:cubicBezTo>
                  <a:cubicBezTo>
                    <a:pt x="5344340" y="1312169"/>
                    <a:pt x="5344340" y="1315675"/>
                    <a:pt x="5344340" y="1320351"/>
                  </a:cubicBezTo>
                  <a:cubicBezTo>
                    <a:pt x="5343171" y="1330874"/>
                    <a:pt x="5343172" y="1341397"/>
                    <a:pt x="5342003" y="1351920"/>
                  </a:cubicBezTo>
                  <a:cubicBezTo>
                    <a:pt x="5339664" y="1372966"/>
                    <a:pt x="5337328" y="1392843"/>
                    <a:pt x="5334988" y="1413886"/>
                  </a:cubicBezTo>
                  <a:cubicBezTo>
                    <a:pt x="5334988" y="1416224"/>
                    <a:pt x="5333818" y="1418563"/>
                    <a:pt x="5333820" y="1420901"/>
                  </a:cubicBezTo>
                  <a:cubicBezTo>
                    <a:pt x="5331480" y="1434931"/>
                    <a:pt x="5329143" y="1447794"/>
                    <a:pt x="5326805" y="1461822"/>
                  </a:cubicBezTo>
                  <a:cubicBezTo>
                    <a:pt x="5324464" y="1472346"/>
                    <a:pt x="5322127" y="1481699"/>
                    <a:pt x="5319789" y="1492222"/>
                  </a:cubicBezTo>
                  <a:cubicBezTo>
                    <a:pt x="5318619" y="1498067"/>
                    <a:pt x="5317450" y="1502743"/>
                    <a:pt x="5316279" y="1508590"/>
                  </a:cubicBezTo>
                  <a:cubicBezTo>
                    <a:pt x="5288220" y="1625507"/>
                    <a:pt x="5240284" y="1733071"/>
                    <a:pt x="5175983" y="1828944"/>
                  </a:cubicBezTo>
                  <a:cubicBezTo>
                    <a:pt x="5172472" y="1834790"/>
                    <a:pt x="5168966" y="1839467"/>
                    <a:pt x="5165457" y="1844143"/>
                  </a:cubicBezTo>
                  <a:cubicBezTo>
                    <a:pt x="5159611" y="1852328"/>
                    <a:pt x="5154933" y="1860512"/>
                    <a:pt x="5149089" y="1867527"/>
                  </a:cubicBezTo>
                  <a:cubicBezTo>
                    <a:pt x="5140904" y="1879219"/>
                    <a:pt x="5132720" y="1890910"/>
                    <a:pt x="5123367" y="1901432"/>
                  </a:cubicBezTo>
                  <a:cubicBezTo>
                    <a:pt x="5122199" y="1901433"/>
                    <a:pt x="5122196" y="1902602"/>
                    <a:pt x="5121027" y="1903771"/>
                  </a:cubicBezTo>
                  <a:cubicBezTo>
                    <a:pt x="5050879" y="1991460"/>
                    <a:pt x="4966698" y="2065117"/>
                    <a:pt x="4873163" y="2122406"/>
                  </a:cubicBezTo>
                  <a:cubicBezTo>
                    <a:pt x="4871993" y="2122406"/>
                    <a:pt x="4871995" y="2123576"/>
                    <a:pt x="4870827" y="2123576"/>
                  </a:cubicBezTo>
                  <a:cubicBezTo>
                    <a:pt x="4859133" y="2130591"/>
                    <a:pt x="4847441" y="2137606"/>
                    <a:pt x="4835749" y="2144622"/>
                  </a:cubicBezTo>
                  <a:cubicBezTo>
                    <a:pt x="4832243" y="2146959"/>
                    <a:pt x="4829904" y="2148129"/>
                    <a:pt x="4827566" y="2149298"/>
                  </a:cubicBezTo>
                  <a:cubicBezTo>
                    <a:pt x="4818212" y="2155143"/>
                    <a:pt x="4807693" y="2160990"/>
                    <a:pt x="4797167" y="2165666"/>
                  </a:cubicBezTo>
                  <a:cubicBezTo>
                    <a:pt x="4793658" y="2168006"/>
                    <a:pt x="4788981" y="2170343"/>
                    <a:pt x="4784305" y="2172683"/>
                  </a:cubicBezTo>
                  <a:cubicBezTo>
                    <a:pt x="4774952" y="2177359"/>
                    <a:pt x="4766768" y="2182034"/>
                    <a:pt x="4757414" y="2185542"/>
                  </a:cubicBezTo>
                  <a:cubicBezTo>
                    <a:pt x="4750400" y="2187881"/>
                    <a:pt x="4744554" y="2191388"/>
                    <a:pt x="4738709" y="2193726"/>
                  </a:cubicBezTo>
                  <a:cubicBezTo>
                    <a:pt x="4730524" y="2197235"/>
                    <a:pt x="4723507" y="2199572"/>
                    <a:pt x="4715325" y="2203080"/>
                  </a:cubicBezTo>
                  <a:cubicBezTo>
                    <a:pt x="4708310" y="2205418"/>
                    <a:pt x="4700125" y="2208927"/>
                    <a:pt x="4693110" y="2211265"/>
                  </a:cubicBezTo>
                  <a:cubicBezTo>
                    <a:pt x="4684926" y="2213603"/>
                    <a:pt x="4677911" y="2215941"/>
                    <a:pt x="4670895" y="2218279"/>
                  </a:cubicBezTo>
                  <a:cubicBezTo>
                    <a:pt x="4663881" y="2220617"/>
                    <a:pt x="4655696" y="2224125"/>
                    <a:pt x="4647511" y="2226463"/>
                  </a:cubicBezTo>
                  <a:cubicBezTo>
                    <a:pt x="4640497" y="2228802"/>
                    <a:pt x="4632314" y="2231140"/>
                    <a:pt x="4625297" y="2233479"/>
                  </a:cubicBezTo>
                  <a:cubicBezTo>
                    <a:pt x="4617116" y="2235816"/>
                    <a:pt x="4610097" y="2238155"/>
                    <a:pt x="4601915" y="2240493"/>
                  </a:cubicBezTo>
                  <a:cubicBezTo>
                    <a:pt x="4592562" y="2242831"/>
                    <a:pt x="4583207" y="2245170"/>
                    <a:pt x="4573855" y="2247508"/>
                  </a:cubicBezTo>
                  <a:cubicBezTo>
                    <a:pt x="4568010" y="2249847"/>
                    <a:pt x="4562162" y="2251016"/>
                    <a:pt x="4556316" y="2252184"/>
                  </a:cubicBezTo>
                  <a:cubicBezTo>
                    <a:pt x="4543457" y="2254524"/>
                    <a:pt x="4529427" y="2256862"/>
                    <a:pt x="4516566" y="2259201"/>
                  </a:cubicBezTo>
                  <a:cubicBezTo>
                    <a:pt x="4514230" y="2259201"/>
                    <a:pt x="4511888" y="2260369"/>
                    <a:pt x="4509548" y="2260369"/>
                  </a:cubicBezTo>
                  <a:cubicBezTo>
                    <a:pt x="4317806" y="2291939"/>
                    <a:pt x="4115537" y="2268554"/>
                    <a:pt x="3926131" y="2179696"/>
                  </a:cubicBezTo>
                  <a:cubicBezTo>
                    <a:pt x="3696973" y="2072132"/>
                    <a:pt x="3528611" y="1888572"/>
                    <a:pt x="3435078" y="1673443"/>
                  </a:cubicBezTo>
                  <a:cubicBezTo>
                    <a:pt x="3435076" y="1672274"/>
                    <a:pt x="3435076" y="1672274"/>
                    <a:pt x="3435076" y="1672274"/>
                  </a:cubicBezTo>
                  <a:cubicBezTo>
                    <a:pt x="3422215" y="1644214"/>
                    <a:pt x="3411693" y="1616153"/>
                    <a:pt x="3402339" y="1586925"/>
                  </a:cubicBezTo>
                  <a:cubicBezTo>
                    <a:pt x="3402343" y="1584587"/>
                    <a:pt x="3401171" y="1581080"/>
                    <a:pt x="3400001" y="1578740"/>
                  </a:cubicBezTo>
                  <a:cubicBezTo>
                    <a:pt x="3396493" y="1565880"/>
                    <a:pt x="3391817" y="1553018"/>
                    <a:pt x="3388310" y="1538988"/>
                  </a:cubicBezTo>
                  <a:cubicBezTo>
                    <a:pt x="3387142" y="1536652"/>
                    <a:pt x="3387142" y="1533143"/>
                    <a:pt x="3385974" y="1530806"/>
                  </a:cubicBezTo>
                  <a:cubicBezTo>
                    <a:pt x="3382466" y="1517943"/>
                    <a:pt x="3378955" y="1503913"/>
                    <a:pt x="3376618" y="1491052"/>
                  </a:cubicBezTo>
                  <a:cubicBezTo>
                    <a:pt x="3375448" y="1489883"/>
                    <a:pt x="3375450" y="1488714"/>
                    <a:pt x="3375448" y="1487545"/>
                  </a:cubicBezTo>
                  <a:cubicBezTo>
                    <a:pt x="3373109" y="1472345"/>
                    <a:pt x="3369603" y="1457146"/>
                    <a:pt x="3367264" y="1441948"/>
                  </a:cubicBezTo>
                  <a:cubicBezTo>
                    <a:pt x="3366096" y="1440777"/>
                    <a:pt x="3366095" y="1439608"/>
                    <a:pt x="3366098" y="1438440"/>
                  </a:cubicBezTo>
                  <a:cubicBezTo>
                    <a:pt x="3364926" y="1433762"/>
                    <a:pt x="3364927" y="1430255"/>
                    <a:pt x="3363758" y="1425579"/>
                  </a:cubicBezTo>
                  <a:lnTo>
                    <a:pt x="3358934" y="1356747"/>
                  </a:lnTo>
                  <a:lnTo>
                    <a:pt x="3446149" y="1323217"/>
                  </a:lnTo>
                  <a:lnTo>
                    <a:pt x="4193194" y="1011576"/>
                  </a:lnTo>
                  <a:lnTo>
                    <a:pt x="4705476" y="790177"/>
                  </a:lnTo>
                  <a:cubicBezTo>
                    <a:pt x="4746090" y="770984"/>
                    <a:pt x="4779937" y="754993"/>
                    <a:pt x="4803444" y="752165"/>
                  </a:cubicBezTo>
                  <a:cubicBezTo>
                    <a:pt x="4808424" y="753948"/>
                    <a:pt x="4810210" y="748962"/>
                    <a:pt x="4815196" y="750747"/>
                  </a:cubicBezTo>
                  <a:cubicBezTo>
                    <a:pt x="4843683" y="749704"/>
                    <a:pt x="4870390" y="753648"/>
                    <a:pt x="4895308" y="762573"/>
                  </a:cubicBezTo>
                  <a:close/>
                </a:path>
              </a:pathLst>
            </a:custGeom>
            <a:solidFill>
              <a:srgbClr val="29B8CE"/>
            </a:solidFill>
            <a:ln w="92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Grafik 29">
              <a:extLst>
                <a:ext uri="{FF2B5EF4-FFF2-40B4-BE49-F238E27FC236}">
                  <a16:creationId xmlns:a16="http://schemas.microsoft.com/office/drawing/2014/main" id="{B12165D3-DE42-422E-B5EC-309289F2A1ED}"/>
                </a:ext>
              </a:extLst>
            </p:cNvPr>
            <p:cNvSpPr/>
            <p:nvPr/>
          </p:nvSpPr>
          <p:spPr>
            <a:xfrm rot="12078484" flipH="1">
              <a:off x="516302" y="3348326"/>
              <a:ext cx="2365594" cy="1531153"/>
            </a:xfrm>
            <a:custGeom>
              <a:avLst/>
              <a:gdLst>
                <a:gd name="connsiteX0" fmla="*/ 3093720 w 3333429"/>
                <a:gd name="connsiteY0" fmla="*/ 963930 h 2157594"/>
                <a:gd name="connsiteX1" fmla="*/ 2475548 w 3333429"/>
                <a:gd name="connsiteY1" fmla="*/ 831533 h 2157594"/>
                <a:gd name="connsiteX2" fmla="*/ 2279333 w 3333429"/>
                <a:gd name="connsiteY2" fmla="*/ 923925 h 2157594"/>
                <a:gd name="connsiteX3" fmla="*/ 2274570 w 3333429"/>
                <a:gd name="connsiteY3" fmla="*/ 926783 h 2157594"/>
                <a:gd name="connsiteX4" fmla="*/ 2071688 w 3333429"/>
                <a:gd name="connsiteY4" fmla="*/ 916305 h 2157594"/>
                <a:gd name="connsiteX5" fmla="*/ 2070735 w 3333429"/>
                <a:gd name="connsiteY5" fmla="*/ 915353 h 2157594"/>
                <a:gd name="connsiteX6" fmla="*/ 2031683 w 3333429"/>
                <a:gd name="connsiteY6" fmla="*/ 762000 h 2157594"/>
                <a:gd name="connsiteX7" fmla="*/ 2035493 w 3333429"/>
                <a:gd name="connsiteY7" fmla="*/ 752475 h 2157594"/>
                <a:gd name="connsiteX8" fmla="*/ 2035493 w 3333429"/>
                <a:gd name="connsiteY8" fmla="*/ 751523 h 2157594"/>
                <a:gd name="connsiteX9" fmla="*/ 2055495 w 3333429"/>
                <a:gd name="connsiteY9" fmla="*/ 698183 h 2157594"/>
                <a:gd name="connsiteX10" fmla="*/ 2057400 w 3333429"/>
                <a:gd name="connsiteY10" fmla="*/ 692468 h 2157594"/>
                <a:gd name="connsiteX11" fmla="*/ 2063115 w 3333429"/>
                <a:gd name="connsiteY11" fmla="*/ 671513 h 2157594"/>
                <a:gd name="connsiteX12" fmla="*/ 2065020 w 3333429"/>
                <a:gd name="connsiteY12" fmla="*/ 662940 h 2157594"/>
                <a:gd name="connsiteX13" fmla="*/ 2068830 w 3333429"/>
                <a:gd name="connsiteY13" fmla="*/ 643890 h 2157594"/>
                <a:gd name="connsiteX14" fmla="*/ 2069783 w 3333429"/>
                <a:gd name="connsiteY14" fmla="*/ 641033 h 2157594"/>
                <a:gd name="connsiteX15" fmla="*/ 2072640 w 3333429"/>
                <a:gd name="connsiteY15" fmla="*/ 623888 h 2157594"/>
                <a:gd name="connsiteX16" fmla="*/ 2073593 w 3333429"/>
                <a:gd name="connsiteY16" fmla="*/ 620078 h 2157594"/>
                <a:gd name="connsiteX17" fmla="*/ 2076450 w 3333429"/>
                <a:gd name="connsiteY17" fmla="*/ 600075 h 2157594"/>
                <a:gd name="connsiteX18" fmla="*/ 2077403 w 3333429"/>
                <a:gd name="connsiteY18" fmla="*/ 593408 h 2157594"/>
                <a:gd name="connsiteX19" fmla="*/ 2079308 w 3333429"/>
                <a:gd name="connsiteY19" fmla="*/ 569595 h 2157594"/>
                <a:gd name="connsiteX20" fmla="*/ 2079308 w 3333429"/>
                <a:gd name="connsiteY20" fmla="*/ 564833 h 2157594"/>
                <a:gd name="connsiteX21" fmla="*/ 2080260 w 3333429"/>
                <a:gd name="connsiteY21" fmla="*/ 543878 h 2157594"/>
                <a:gd name="connsiteX22" fmla="*/ 2080260 w 3333429"/>
                <a:gd name="connsiteY22" fmla="*/ 540068 h 2157594"/>
                <a:gd name="connsiteX23" fmla="*/ 2080260 w 3333429"/>
                <a:gd name="connsiteY23" fmla="*/ 538163 h 2157594"/>
                <a:gd name="connsiteX24" fmla="*/ 2079308 w 3333429"/>
                <a:gd name="connsiteY24" fmla="*/ 515303 h 2157594"/>
                <a:gd name="connsiteX25" fmla="*/ 2079308 w 3333429"/>
                <a:gd name="connsiteY25" fmla="*/ 507683 h 2157594"/>
                <a:gd name="connsiteX26" fmla="*/ 2078355 w 3333429"/>
                <a:gd name="connsiteY26" fmla="*/ 491490 h 2157594"/>
                <a:gd name="connsiteX27" fmla="*/ 2077403 w 3333429"/>
                <a:gd name="connsiteY27" fmla="*/ 479108 h 2157594"/>
                <a:gd name="connsiteX28" fmla="*/ 2075498 w 3333429"/>
                <a:gd name="connsiteY28" fmla="*/ 462915 h 2157594"/>
                <a:gd name="connsiteX29" fmla="*/ 2073593 w 3333429"/>
                <a:gd name="connsiteY29" fmla="*/ 450533 h 2157594"/>
                <a:gd name="connsiteX30" fmla="*/ 2071688 w 3333429"/>
                <a:gd name="connsiteY30" fmla="*/ 441008 h 2157594"/>
                <a:gd name="connsiteX31" fmla="*/ 2066925 w 3333429"/>
                <a:gd name="connsiteY31" fmla="*/ 418148 h 2157594"/>
                <a:gd name="connsiteX32" fmla="*/ 2065020 w 3333429"/>
                <a:gd name="connsiteY32" fmla="*/ 410528 h 2157594"/>
                <a:gd name="connsiteX33" fmla="*/ 2061210 w 3333429"/>
                <a:gd name="connsiteY33" fmla="*/ 397193 h 2157594"/>
                <a:gd name="connsiteX34" fmla="*/ 2059305 w 3333429"/>
                <a:gd name="connsiteY34" fmla="*/ 389573 h 2157594"/>
                <a:gd name="connsiteX35" fmla="*/ 2052638 w 3333429"/>
                <a:gd name="connsiteY35" fmla="*/ 369570 h 2157594"/>
                <a:gd name="connsiteX36" fmla="*/ 2048828 w 3333429"/>
                <a:gd name="connsiteY36" fmla="*/ 359093 h 2157594"/>
                <a:gd name="connsiteX37" fmla="*/ 2045018 w 3333429"/>
                <a:gd name="connsiteY37" fmla="*/ 348615 h 2157594"/>
                <a:gd name="connsiteX38" fmla="*/ 2039303 w 3333429"/>
                <a:gd name="connsiteY38" fmla="*/ 333375 h 2157594"/>
                <a:gd name="connsiteX39" fmla="*/ 2036445 w 3333429"/>
                <a:gd name="connsiteY39" fmla="*/ 325755 h 2157594"/>
                <a:gd name="connsiteX40" fmla="*/ 2027873 w 3333429"/>
                <a:gd name="connsiteY40" fmla="*/ 307658 h 2157594"/>
                <a:gd name="connsiteX41" fmla="*/ 2025015 w 3333429"/>
                <a:gd name="connsiteY41" fmla="*/ 302895 h 2157594"/>
                <a:gd name="connsiteX42" fmla="*/ 2001203 w 3333429"/>
                <a:gd name="connsiteY42" fmla="*/ 260033 h 2157594"/>
                <a:gd name="connsiteX43" fmla="*/ 2001203 w 3333429"/>
                <a:gd name="connsiteY43" fmla="*/ 260033 h 2157594"/>
                <a:gd name="connsiteX44" fmla="*/ 1923098 w 3333429"/>
                <a:gd name="connsiteY44" fmla="*/ 160020 h 2157594"/>
                <a:gd name="connsiteX45" fmla="*/ 1920240 w 3333429"/>
                <a:gd name="connsiteY45" fmla="*/ 157163 h 2157594"/>
                <a:gd name="connsiteX46" fmla="*/ 1905000 w 3333429"/>
                <a:gd name="connsiteY46" fmla="*/ 142875 h 2157594"/>
                <a:gd name="connsiteX47" fmla="*/ 1902143 w 3333429"/>
                <a:gd name="connsiteY47" fmla="*/ 140970 h 2157594"/>
                <a:gd name="connsiteX48" fmla="*/ 1886903 w 3333429"/>
                <a:gd name="connsiteY48" fmla="*/ 127635 h 2157594"/>
                <a:gd name="connsiteX49" fmla="*/ 1884998 w 3333429"/>
                <a:gd name="connsiteY49" fmla="*/ 126683 h 2157594"/>
                <a:gd name="connsiteX50" fmla="*/ 1869758 w 3333429"/>
                <a:gd name="connsiteY50" fmla="*/ 114300 h 2157594"/>
                <a:gd name="connsiteX51" fmla="*/ 1864043 w 3333429"/>
                <a:gd name="connsiteY51" fmla="*/ 109538 h 2157594"/>
                <a:gd name="connsiteX52" fmla="*/ 1845945 w 3333429"/>
                <a:gd name="connsiteY52" fmla="*/ 96203 h 2157594"/>
                <a:gd name="connsiteX53" fmla="*/ 1842135 w 3333429"/>
                <a:gd name="connsiteY53" fmla="*/ 93345 h 2157594"/>
                <a:gd name="connsiteX54" fmla="*/ 1796415 w 3333429"/>
                <a:gd name="connsiteY54" fmla="*/ 65723 h 2157594"/>
                <a:gd name="connsiteX55" fmla="*/ 1788795 w 3333429"/>
                <a:gd name="connsiteY55" fmla="*/ 61913 h 2157594"/>
                <a:gd name="connsiteX56" fmla="*/ 1772603 w 3333429"/>
                <a:gd name="connsiteY56" fmla="*/ 53340 h 2157594"/>
                <a:gd name="connsiteX57" fmla="*/ 1763078 w 3333429"/>
                <a:gd name="connsiteY57" fmla="*/ 48578 h 2157594"/>
                <a:gd name="connsiteX58" fmla="*/ 1748790 w 3333429"/>
                <a:gd name="connsiteY58" fmla="*/ 41910 h 2157594"/>
                <a:gd name="connsiteX59" fmla="*/ 1738313 w 3333429"/>
                <a:gd name="connsiteY59" fmla="*/ 38100 h 2157594"/>
                <a:gd name="connsiteX60" fmla="*/ 1724025 w 3333429"/>
                <a:gd name="connsiteY60" fmla="*/ 32385 h 2157594"/>
                <a:gd name="connsiteX61" fmla="*/ 1713548 w 3333429"/>
                <a:gd name="connsiteY61" fmla="*/ 28575 h 2157594"/>
                <a:gd name="connsiteX62" fmla="*/ 1698308 w 3333429"/>
                <a:gd name="connsiteY62" fmla="*/ 23813 h 2157594"/>
                <a:gd name="connsiteX63" fmla="*/ 1688783 w 3333429"/>
                <a:gd name="connsiteY63" fmla="*/ 20955 h 2157594"/>
                <a:gd name="connsiteX64" fmla="*/ 1672590 w 3333429"/>
                <a:gd name="connsiteY64" fmla="*/ 16193 h 2157594"/>
                <a:gd name="connsiteX65" fmla="*/ 1663065 w 3333429"/>
                <a:gd name="connsiteY65" fmla="*/ 14288 h 2157594"/>
                <a:gd name="connsiteX66" fmla="*/ 1646873 w 3333429"/>
                <a:gd name="connsiteY66" fmla="*/ 10478 h 2157594"/>
                <a:gd name="connsiteX67" fmla="*/ 1629728 w 3333429"/>
                <a:gd name="connsiteY67" fmla="*/ 7620 h 2157594"/>
                <a:gd name="connsiteX68" fmla="*/ 1614488 w 3333429"/>
                <a:gd name="connsiteY68" fmla="*/ 4763 h 2157594"/>
                <a:gd name="connsiteX69" fmla="*/ 1595438 w 3333429"/>
                <a:gd name="connsiteY69" fmla="*/ 1905 h 2157594"/>
                <a:gd name="connsiteX70" fmla="*/ 1586865 w 3333429"/>
                <a:gd name="connsiteY70" fmla="*/ 953 h 2157594"/>
                <a:gd name="connsiteX71" fmla="*/ 1567815 w 3333429"/>
                <a:gd name="connsiteY71" fmla="*/ 0 h 2157594"/>
                <a:gd name="connsiteX72" fmla="*/ 1558290 w 3333429"/>
                <a:gd name="connsiteY72" fmla="*/ 0 h 2157594"/>
                <a:gd name="connsiteX73" fmla="*/ 1541145 w 3333429"/>
                <a:gd name="connsiteY73" fmla="*/ 0 h 2157594"/>
                <a:gd name="connsiteX74" fmla="*/ 1539240 w 3333429"/>
                <a:gd name="connsiteY74" fmla="*/ 0 h 2157594"/>
                <a:gd name="connsiteX75" fmla="*/ 1518285 w 3333429"/>
                <a:gd name="connsiteY75" fmla="*/ 0 h 2157594"/>
                <a:gd name="connsiteX76" fmla="*/ 1516380 w 3333429"/>
                <a:gd name="connsiteY76" fmla="*/ 0 h 2157594"/>
                <a:gd name="connsiteX77" fmla="*/ 1493520 w 3333429"/>
                <a:gd name="connsiteY77" fmla="*/ 1905 h 2157594"/>
                <a:gd name="connsiteX78" fmla="*/ 1490663 w 3333429"/>
                <a:gd name="connsiteY78" fmla="*/ 1905 h 2157594"/>
                <a:gd name="connsiteX79" fmla="*/ 1319213 w 3333429"/>
                <a:gd name="connsiteY79" fmla="*/ 46673 h 2157594"/>
                <a:gd name="connsiteX80" fmla="*/ 1314450 w 3333429"/>
                <a:gd name="connsiteY80" fmla="*/ 48578 h 2157594"/>
                <a:gd name="connsiteX81" fmla="*/ 1295400 w 3333429"/>
                <a:gd name="connsiteY81" fmla="*/ 58103 h 2157594"/>
                <a:gd name="connsiteX82" fmla="*/ 1290638 w 3333429"/>
                <a:gd name="connsiteY82" fmla="*/ 60960 h 2157594"/>
                <a:gd name="connsiteX83" fmla="*/ 1274445 w 3333429"/>
                <a:gd name="connsiteY83" fmla="*/ 69533 h 2157594"/>
                <a:gd name="connsiteX84" fmla="*/ 1265873 w 3333429"/>
                <a:gd name="connsiteY84" fmla="*/ 74295 h 2157594"/>
                <a:gd name="connsiteX85" fmla="*/ 1255395 w 3333429"/>
                <a:gd name="connsiteY85" fmla="*/ 80963 h 2157594"/>
                <a:gd name="connsiteX86" fmla="*/ 1239203 w 3333429"/>
                <a:gd name="connsiteY86" fmla="*/ 91440 h 2157594"/>
                <a:gd name="connsiteX87" fmla="*/ 1231583 w 3333429"/>
                <a:gd name="connsiteY87" fmla="*/ 97155 h 2157594"/>
                <a:gd name="connsiteX88" fmla="*/ 1221105 w 3333429"/>
                <a:gd name="connsiteY88" fmla="*/ 104775 h 2157594"/>
                <a:gd name="connsiteX89" fmla="*/ 1213485 w 3333429"/>
                <a:gd name="connsiteY89" fmla="*/ 110490 h 2157594"/>
                <a:gd name="connsiteX90" fmla="*/ 1197293 w 3333429"/>
                <a:gd name="connsiteY90" fmla="*/ 123825 h 2157594"/>
                <a:gd name="connsiteX91" fmla="*/ 1189673 w 3333429"/>
                <a:gd name="connsiteY91" fmla="*/ 130493 h 2157594"/>
                <a:gd name="connsiteX92" fmla="*/ 1181100 w 3333429"/>
                <a:gd name="connsiteY92" fmla="*/ 138113 h 2157594"/>
                <a:gd name="connsiteX93" fmla="*/ 1167765 w 3333429"/>
                <a:gd name="connsiteY93" fmla="*/ 150495 h 2157594"/>
                <a:gd name="connsiteX94" fmla="*/ 1160145 w 3333429"/>
                <a:gd name="connsiteY94" fmla="*/ 158115 h 2157594"/>
                <a:gd name="connsiteX95" fmla="*/ 1148715 w 3333429"/>
                <a:gd name="connsiteY95" fmla="*/ 170498 h 2157594"/>
                <a:gd name="connsiteX96" fmla="*/ 1143953 w 3333429"/>
                <a:gd name="connsiteY96" fmla="*/ 176213 h 2157594"/>
                <a:gd name="connsiteX97" fmla="*/ 1128713 w 3333429"/>
                <a:gd name="connsiteY97" fmla="*/ 193358 h 2157594"/>
                <a:gd name="connsiteX98" fmla="*/ 1127760 w 3333429"/>
                <a:gd name="connsiteY98" fmla="*/ 194310 h 2157594"/>
                <a:gd name="connsiteX99" fmla="*/ 1125855 w 3333429"/>
                <a:gd name="connsiteY99" fmla="*/ 197168 h 2157594"/>
                <a:gd name="connsiteX100" fmla="*/ 1112520 w 3333429"/>
                <a:gd name="connsiteY100" fmla="*/ 214313 h 2157594"/>
                <a:gd name="connsiteX101" fmla="*/ 1109663 w 3333429"/>
                <a:gd name="connsiteY101" fmla="*/ 217170 h 2157594"/>
                <a:gd name="connsiteX102" fmla="*/ 1095375 w 3333429"/>
                <a:gd name="connsiteY102" fmla="*/ 236220 h 2157594"/>
                <a:gd name="connsiteX103" fmla="*/ 1091565 w 3333429"/>
                <a:gd name="connsiteY103" fmla="*/ 240983 h 2157594"/>
                <a:gd name="connsiteX104" fmla="*/ 1080135 w 3333429"/>
                <a:gd name="connsiteY104" fmla="*/ 258128 h 2157594"/>
                <a:gd name="connsiteX105" fmla="*/ 1078230 w 3333429"/>
                <a:gd name="connsiteY105" fmla="*/ 260985 h 2157594"/>
                <a:gd name="connsiteX106" fmla="*/ 1069658 w 3333429"/>
                <a:gd name="connsiteY106" fmla="*/ 276225 h 2157594"/>
                <a:gd name="connsiteX107" fmla="*/ 1067753 w 3333429"/>
                <a:gd name="connsiteY107" fmla="*/ 279083 h 2157594"/>
                <a:gd name="connsiteX108" fmla="*/ 1059180 w 3333429"/>
                <a:gd name="connsiteY108" fmla="*/ 296228 h 2157594"/>
                <a:gd name="connsiteX109" fmla="*/ 1055370 w 3333429"/>
                <a:gd name="connsiteY109" fmla="*/ 303848 h 2157594"/>
                <a:gd name="connsiteX110" fmla="*/ 1045845 w 3333429"/>
                <a:gd name="connsiteY110" fmla="*/ 323850 h 2157594"/>
                <a:gd name="connsiteX111" fmla="*/ 1042988 w 3333429"/>
                <a:gd name="connsiteY111" fmla="*/ 329565 h 2157594"/>
                <a:gd name="connsiteX112" fmla="*/ 1023938 w 3333429"/>
                <a:gd name="connsiteY112" fmla="*/ 382905 h 2157594"/>
                <a:gd name="connsiteX113" fmla="*/ 1023938 w 3333429"/>
                <a:gd name="connsiteY113" fmla="*/ 383858 h 2157594"/>
                <a:gd name="connsiteX114" fmla="*/ 1021080 w 3333429"/>
                <a:gd name="connsiteY114" fmla="*/ 393383 h 2157594"/>
                <a:gd name="connsiteX115" fmla="*/ 890588 w 3333429"/>
                <a:gd name="connsiteY115" fmla="*/ 485775 h 2157594"/>
                <a:gd name="connsiteX116" fmla="*/ 886778 w 3333429"/>
                <a:gd name="connsiteY116" fmla="*/ 485775 h 2157594"/>
                <a:gd name="connsiteX117" fmla="*/ 791528 w 3333429"/>
                <a:gd name="connsiteY117" fmla="*/ 417195 h 2157594"/>
                <a:gd name="connsiteX118" fmla="*/ 790575 w 3333429"/>
                <a:gd name="connsiteY118" fmla="*/ 413385 h 2157594"/>
                <a:gd name="connsiteX119" fmla="*/ 681990 w 3333429"/>
                <a:gd name="connsiteY119" fmla="*/ 243840 h 2157594"/>
                <a:gd name="connsiteX120" fmla="*/ 405765 w 3333429"/>
                <a:gd name="connsiteY120" fmla="*/ 134303 h 2157594"/>
                <a:gd name="connsiteX121" fmla="*/ 0 w 3333429"/>
                <a:gd name="connsiteY121" fmla="*/ 540068 h 2157594"/>
                <a:gd name="connsiteX122" fmla="*/ 404813 w 3333429"/>
                <a:gd name="connsiteY122" fmla="*/ 944880 h 2157594"/>
                <a:gd name="connsiteX123" fmla="*/ 681038 w 3333429"/>
                <a:gd name="connsiteY123" fmla="*/ 835343 h 2157594"/>
                <a:gd name="connsiteX124" fmla="*/ 789623 w 3333429"/>
                <a:gd name="connsiteY124" fmla="*/ 665798 h 2157594"/>
                <a:gd name="connsiteX125" fmla="*/ 790575 w 3333429"/>
                <a:gd name="connsiteY125" fmla="*/ 661988 h 2157594"/>
                <a:gd name="connsiteX126" fmla="*/ 885825 w 3333429"/>
                <a:gd name="connsiteY126" fmla="*/ 593408 h 2157594"/>
                <a:gd name="connsiteX127" fmla="*/ 889635 w 3333429"/>
                <a:gd name="connsiteY127" fmla="*/ 593408 h 2157594"/>
                <a:gd name="connsiteX128" fmla="*/ 1017270 w 3333429"/>
                <a:gd name="connsiteY128" fmla="*/ 685800 h 2157594"/>
                <a:gd name="connsiteX129" fmla="*/ 1020128 w 3333429"/>
                <a:gd name="connsiteY129" fmla="*/ 695325 h 2157594"/>
                <a:gd name="connsiteX130" fmla="*/ 1022985 w 3333429"/>
                <a:gd name="connsiteY130" fmla="*/ 704850 h 2157594"/>
                <a:gd name="connsiteX131" fmla="*/ 1026795 w 3333429"/>
                <a:gd name="connsiteY131" fmla="*/ 718185 h 2157594"/>
                <a:gd name="connsiteX132" fmla="*/ 1031558 w 3333429"/>
                <a:gd name="connsiteY132" fmla="*/ 730568 h 2157594"/>
                <a:gd name="connsiteX133" fmla="*/ 1037273 w 3333429"/>
                <a:gd name="connsiteY133" fmla="*/ 744855 h 2157594"/>
                <a:gd name="connsiteX134" fmla="*/ 1042035 w 3333429"/>
                <a:gd name="connsiteY134" fmla="*/ 755333 h 2157594"/>
                <a:gd name="connsiteX135" fmla="*/ 1049655 w 3333429"/>
                <a:gd name="connsiteY135" fmla="*/ 772478 h 2157594"/>
                <a:gd name="connsiteX136" fmla="*/ 1053465 w 3333429"/>
                <a:gd name="connsiteY136" fmla="*/ 780098 h 2157594"/>
                <a:gd name="connsiteX137" fmla="*/ 1064895 w 3333429"/>
                <a:gd name="connsiteY137" fmla="*/ 802005 h 2157594"/>
                <a:gd name="connsiteX138" fmla="*/ 1065848 w 3333429"/>
                <a:gd name="connsiteY138" fmla="*/ 803910 h 2157594"/>
                <a:gd name="connsiteX139" fmla="*/ 1065848 w 3333429"/>
                <a:gd name="connsiteY139" fmla="*/ 804863 h 2157594"/>
                <a:gd name="connsiteX140" fmla="*/ 1072515 w 3333429"/>
                <a:gd name="connsiteY140" fmla="*/ 816293 h 2157594"/>
                <a:gd name="connsiteX141" fmla="*/ 1076325 w 3333429"/>
                <a:gd name="connsiteY141" fmla="*/ 822960 h 2157594"/>
                <a:gd name="connsiteX142" fmla="*/ 1102043 w 3333429"/>
                <a:gd name="connsiteY142" fmla="*/ 862013 h 2157594"/>
                <a:gd name="connsiteX143" fmla="*/ 1104900 w 3333429"/>
                <a:gd name="connsiteY143" fmla="*/ 865823 h 2157594"/>
                <a:gd name="connsiteX144" fmla="*/ 1122045 w 3333429"/>
                <a:gd name="connsiteY144" fmla="*/ 886778 h 2157594"/>
                <a:gd name="connsiteX145" fmla="*/ 1125855 w 3333429"/>
                <a:gd name="connsiteY145" fmla="*/ 890588 h 2157594"/>
                <a:gd name="connsiteX146" fmla="*/ 1134428 w 3333429"/>
                <a:gd name="connsiteY146" fmla="*/ 901065 h 2157594"/>
                <a:gd name="connsiteX147" fmla="*/ 1142048 w 3333429"/>
                <a:gd name="connsiteY147" fmla="*/ 908685 h 2157594"/>
                <a:gd name="connsiteX148" fmla="*/ 1153478 w 3333429"/>
                <a:gd name="connsiteY148" fmla="*/ 920115 h 2157594"/>
                <a:gd name="connsiteX149" fmla="*/ 1164908 w 3333429"/>
                <a:gd name="connsiteY149" fmla="*/ 931545 h 2157594"/>
                <a:gd name="connsiteX150" fmla="*/ 1171575 w 3333429"/>
                <a:gd name="connsiteY150" fmla="*/ 937260 h 2157594"/>
                <a:gd name="connsiteX151" fmla="*/ 1188720 w 3333429"/>
                <a:gd name="connsiteY151" fmla="*/ 952500 h 2157594"/>
                <a:gd name="connsiteX152" fmla="*/ 1189673 w 3333429"/>
                <a:gd name="connsiteY152" fmla="*/ 953453 h 2157594"/>
                <a:gd name="connsiteX153" fmla="*/ 1196340 w 3333429"/>
                <a:gd name="connsiteY153" fmla="*/ 959168 h 2157594"/>
                <a:gd name="connsiteX154" fmla="*/ 1203008 w 3333429"/>
                <a:gd name="connsiteY154" fmla="*/ 964883 h 2157594"/>
                <a:gd name="connsiteX155" fmla="*/ 1210628 w 3333429"/>
                <a:gd name="connsiteY155" fmla="*/ 970598 h 2157594"/>
                <a:gd name="connsiteX156" fmla="*/ 1217295 w 3333429"/>
                <a:gd name="connsiteY156" fmla="*/ 976313 h 2157594"/>
                <a:gd name="connsiteX157" fmla="*/ 1224915 w 3333429"/>
                <a:gd name="connsiteY157" fmla="*/ 982028 h 2157594"/>
                <a:gd name="connsiteX158" fmla="*/ 1231583 w 3333429"/>
                <a:gd name="connsiteY158" fmla="*/ 986790 h 2157594"/>
                <a:gd name="connsiteX159" fmla="*/ 1240155 w 3333429"/>
                <a:gd name="connsiteY159" fmla="*/ 992505 h 2157594"/>
                <a:gd name="connsiteX160" fmla="*/ 1246823 w 3333429"/>
                <a:gd name="connsiteY160" fmla="*/ 996315 h 2157594"/>
                <a:gd name="connsiteX161" fmla="*/ 1255395 w 3333429"/>
                <a:gd name="connsiteY161" fmla="*/ 1002030 h 2157594"/>
                <a:gd name="connsiteX162" fmla="*/ 1262063 w 3333429"/>
                <a:gd name="connsiteY162" fmla="*/ 1005840 h 2157594"/>
                <a:gd name="connsiteX163" fmla="*/ 1271588 w 3333429"/>
                <a:gd name="connsiteY163" fmla="*/ 1011555 h 2157594"/>
                <a:gd name="connsiteX164" fmla="*/ 1277303 w 3333429"/>
                <a:gd name="connsiteY164" fmla="*/ 1015365 h 2157594"/>
                <a:gd name="connsiteX165" fmla="*/ 1286828 w 3333429"/>
                <a:gd name="connsiteY165" fmla="*/ 1020128 h 2157594"/>
                <a:gd name="connsiteX166" fmla="*/ 1292543 w 3333429"/>
                <a:gd name="connsiteY166" fmla="*/ 1022985 h 2157594"/>
                <a:gd name="connsiteX167" fmla="*/ 1302068 w 3333429"/>
                <a:gd name="connsiteY167" fmla="*/ 1027748 h 2157594"/>
                <a:gd name="connsiteX168" fmla="*/ 1308735 w 3333429"/>
                <a:gd name="connsiteY168" fmla="*/ 1030605 h 2157594"/>
                <a:gd name="connsiteX169" fmla="*/ 1318260 w 3333429"/>
                <a:gd name="connsiteY169" fmla="*/ 1035368 h 2157594"/>
                <a:gd name="connsiteX170" fmla="*/ 1324928 w 3333429"/>
                <a:gd name="connsiteY170" fmla="*/ 1038225 h 2157594"/>
                <a:gd name="connsiteX171" fmla="*/ 1334453 w 3333429"/>
                <a:gd name="connsiteY171" fmla="*/ 1042035 h 2157594"/>
                <a:gd name="connsiteX172" fmla="*/ 1341120 w 3333429"/>
                <a:gd name="connsiteY172" fmla="*/ 1044893 h 2157594"/>
                <a:gd name="connsiteX173" fmla="*/ 1350645 w 3333429"/>
                <a:gd name="connsiteY173" fmla="*/ 1048703 h 2157594"/>
                <a:gd name="connsiteX174" fmla="*/ 1358265 w 3333429"/>
                <a:gd name="connsiteY174" fmla="*/ 1051560 h 2157594"/>
                <a:gd name="connsiteX175" fmla="*/ 1366838 w 3333429"/>
                <a:gd name="connsiteY175" fmla="*/ 1054418 h 2157594"/>
                <a:gd name="connsiteX176" fmla="*/ 1375410 w 3333429"/>
                <a:gd name="connsiteY176" fmla="*/ 1057275 h 2157594"/>
                <a:gd name="connsiteX177" fmla="*/ 1383983 w 3333429"/>
                <a:gd name="connsiteY177" fmla="*/ 1060133 h 2157594"/>
                <a:gd name="connsiteX178" fmla="*/ 1392555 w 3333429"/>
                <a:gd name="connsiteY178" fmla="*/ 1062990 h 2157594"/>
                <a:gd name="connsiteX179" fmla="*/ 1401128 w 3333429"/>
                <a:gd name="connsiteY179" fmla="*/ 1064895 h 2157594"/>
                <a:gd name="connsiteX180" fmla="*/ 1410653 w 3333429"/>
                <a:gd name="connsiteY180" fmla="*/ 1066800 h 2157594"/>
                <a:gd name="connsiteX181" fmla="*/ 1419225 w 3333429"/>
                <a:gd name="connsiteY181" fmla="*/ 1068705 h 2157594"/>
                <a:gd name="connsiteX182" fmla="*/ 1428750 w 3333429"/>
                <a:gd name="connsiteY182" fmla="*/ 1070610 h 2157594"/>
                <a:gd name="connsiteX183" fmla="*/ 1437323 w 3333429"/>
                <a:gd name="connsiteY183" fmla="*/ 1072515 h 2157594"/>
                <a:gd name="connsiteX184" fmla="*/ 1445895 w 3333429"/>
                <a:gd name="connsiteY184" fmla="*/ 1074420 h 2157594"/>
                <a:gd name="connsiteX185" fmla="*/ 1455420 w 3333429"/>
                <a:gd name="connsiteY185" fmla="*/ 1075373 h 2157594"/>
                <a:gd name="connsiteX186" fmla="*/ 1463993 w 3333429"/>
                <a:gd name="connsiteY186" fmla="*/ 1076325 h 2157594"/>
                <a:gd name="connsiteX187" fmla="*/ 1473518 w 3333429"/>
                <a:gd name="connsiteY187" fmla="*/ 1077278 h 2157594"/>
                <a:gd name="connsiteX188" fmla="*/ 1481138 w 3333429"/>
                <a:gd name="connsiteY188" fmla="*/ 1078230 h 2157594"/>
                <a:gd name="connsiteX189" fmla="*/ 1491615 w 3333429"/>
                <a:gd name="connsiteY189" fmla="*/ 1079183 h 2157594"/>
                <a:gd name="connsiteX190" fmla="*/ 1499235 w 3333429"/>
                <a:gd name="connsiteY190" fmla="*/ 1080135 h 2157594"/>
                <a:gd name="connsiteX191" fmla="*/ 1510665 w 3333429"/>
                <a:gd name="connsiteY191" fmla="*/ 1081088 h 2157594"/>
                <a:gd name="connsiteX192" fmla="*/ 1517333 w 3333429"/>
                <a:gd name="connsiteY192" fmla="*/ 1081088 h 2157594"/>
                <a:gd name="connsiteX193" fmla="*/ 1529715 w 3333429"/>
                <a:gd name="connsiteY193" fmla="*/ 1081088 h 2157594"/>
                <a:gd name="connsiteX194" fmla="*/ 1535430 w 3333429"/>
                <a:gd name="connsiteY194" fmla="*/ 1081088 h 2157594"/>
                <a:gd name="connsiteX195" fmla="*/ 1536383 w 3333429"/>
                <a:gd name="connsiteY195" fmla="*/ 1081088 h 2157594"/>
                <a:gd name="connsiteX196" fmla="*/ 1560195 w 3333429"/>
                <a:gd name="connsiteY196" fmla="*/ 1080135 h 2157594"/>
                <a:gd name="connsiteX197" fmla="*/ 1567815 w 3333429"/>
                <a:gd name="connsiteY197" fmla="*/ 1080135 h 2157594"/>
                <a:gd name="connsiteX198" fmla="*/ 1585913 w 3333429"/>
                <a:gd name="connsiteY198" fmla="*/ 1079183 h 2157594"/>
                <a:gd name="connsiteX199" fmla="*/ 1598295 w 3333429"/>
                <a:gd name="connsiteY199" fmla="*/ 1078230 h 2157594"/>
                <a:gd name="connsiteX200" fmla="*/ 1610678 w 3333429"/>
                <a:gd name="connsiteY200" fmla="*/ 1076325 h 2157594"/>
                <a:gd name="connsiteX201" fmla="*/ 1623060 w 3333429"/>
                <a:gd name="connsiteY201" fmla="*/ 1074420 h 2157594"/>
                <a:gd name="connsiteX202" fmla="*/ 1631633 w 3333429"/>
                <a:gd name="connsiteY202" fmla="*/ 1072515 h 2157594"/>
                <a:gd name="connsiteX203" fmla="*/ 1654493 w 3333429"/>
                <a:gd name="connsiteY203" fmla="*/ 1067753 h 2157594"/>
                <a:gd name="connsiteX204" fmla="*/ 1661160 w 3333429"/>
                <a:gd name="connsiteY204" fmla="*/ 1065848 h 2157594"/>
                <a:gd name="connsiteX205" fmla="*/ 1675448 w 3333429"/>
                <a:gd name="connsiteY205" fmla="*/ 1062038 h 2157594"/>
                <a:gd name="connsiteX206" fmla="*/ 1678305 w 3333429"/>
                <a:gd name="connsiteY206" fmla="*/ 1061085 h 2157594"/>
                <a:gd name="connsiteX207" fmla="*/ 1704975 w 3333429"/>
                <a:gd name="connsiteY207" fmla="*/ 1052513 h 2157594"/>
                <a:gd name="connsiteX208" fmla="*/ 1713548 w 3333429"/>
                <a:gd name="connsiteY208" fmla="*/ 1049655 h 2157594"/>
                <a:gd name="connsiteX209" fmla="*/ 1724978 w 3333429"/>
                <a:gd name="connsiteY209" fmla="*/ 1045845 h 2157594"/>
                <a:gd name="connsiteX210" fmla="*/ 1725930 w 3333429"/>
                <a:gd name="connsiteY210" fmla="*/ 1045845 h 2157594"/>
                <a:gd name="connsiteX211" fmla="*/ 1728788 w 3333429"/>
                <a:gd name="connsiteY211" fmla="*/ 1044893 h 2157594"/>
                <a:gd name="connsiteX212" fmla="*/ 1749743 w 3333429"/>
                <a:gd name="connsiteY212" fmla="*/ 1036320 h 2157594"/>
                <a:gd name="connsiteX213" fmla="*/ 1757363 w 3333429"/>
                <a:gd name="connsiteY213" fmla="*/ 1032510 h 2157594"/>
                <a:gd name="connsiteX214" fmla="*/ 1773555 w 3333429"/>
                <a:gd name="connsiteY214" fmla="*/ 1024890 h 2157594"/>
                <a:gd name="connsiteX215" fmla="*/ 1784033 w 3333429"/>
                <a:gd name="connsiteY215" fmla="*/ 1019175 h 2157594"/>
                <a:gd name="connsiteX216" fmla="*/ 1797368 w 3333429"/>
                <a:gd name="connsiteY216" fmla="*/ 1012508 h 2157594"/>
                <a:gd name="connsiteX217" fmla="*/ 1809750 w 3333429"/>
                <a:gd name="connsiteY217" fmla="*/ 1005840 h 2157594"/>
                <a:gd name="connsiteX218" fmla="*/ 1820228 w 3333429"/>
                <a:gd name="connsiteY218" fmla="*/ 999173 h 2157594"/>
                <a:gd name="connsiteX219" fmla="*/ 1828800 w 3333429"/>
                <a:gd name="connsiteY219" fmla="*/ 993458 h 2157594"/>
                <a:gd name="connsiteX220" fmla="*/ 1837373 w 3333429"/>
                <a:gd name="connsiteY220" fmla="*/ 987743 h 2157594"/>
                <a:gd name="connsiteX221" fmla="*/ 1994535 w 3333429"/>
                <a:gd name="connsiteY221" fmla="*/ 999173 h 2157594"/>
                <a:gd name="connsiteX222" fmla="*/ 1995488 w 3333429"/>
                <a:gd name="connsiteY222" fmla="*/ 1000125 h 2157594"/>
                <a:gd name="connsiteX223" fmla="*/ 2041208 w 3333429"/>
                <a:gd name="connsiteY223" fmla="*/ 1198245 h 2157594"/>
                <a:gd name="connsiteX224" fmla="*/ 2038350 w 3333429"/>
                <a:gd name="connsiteY224" fmla="*/ 1203960 h 2157594"/>
                <a:gd name="connsiteX225" fmla="*/ 1982153 w 3333429"/>
                <a:gd name="connsiteY225" fmla="*/ 1413510 h 2157594"/>
                <a:gd name="connsiteX226" fmla="*/ 2219325 w 3333429"/>
                <a:gd name="connsiteY226" fmla="*/ 1999298 h 2157594"/>
                <a:gd name="connsiteX227" fmla="*/ 3169920 w 3333429"/>
                <a:gd name="connsiteY227" fmla="*/ 1916430 h 2157594"/>
                <a:gd name="connsiteX228" fmla="*/ 3093720 w 3333429"/>
                <a:gd name="connsiteY228" fmla="*/ 963930 h 2157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</a:cxnLst>
              <a:rect l="l" t="t" r="r" b="b"/>
              <a:pathLst>
                <a:path w="3333429" h="2157594">
                  <a:moveTo>
                    <a:pt x="3093720" y="963930"/>
                  </a:moveTo>
                  <a:cubicBezTo>
                    <a:pt x="2915603" y="814388"/>
                    <a:pt x="2683193" y="772478"/>
                    <a:pt x="2475548" y="831533"/>
                  </a:cubicBezTo>
                  <a:cubicBezTo>
                    <a:pt x="2406015" y="851535"/>
                    <a:pt x="2340293" y="882015"/>
                    <a:pt x="2279333" y="923925"/>
                  </a:cubicBezTo>
                  <a:cubicBezTo>
                    <a:pt x="2277428" y="924878"/>
                    <a:pt x="2276475" y="925830"/>
                    <a:pt x="2274570" y="926783"/>
                  </a:cubicBezTo>
                  <a:cubicBezTo>
                    <a:pt x="2213610" y="967740"/>
                    <a:pt x="2130743" y="965835"/>
                    <a:pt x="2071688" y="916305"/>
                  </a:cubicBezTo>
                  <a:lnTo>
                    <a:pt x="2070735" y="915353"/>
                  </a:lnTo>
                  <a:cubicBezTo>
                    <a:pt x="2025015" y="877253"/>
                    <a:pt x="2010728" y="814388"/>
                    <a:pt x="2031683" y="762000"/>
                  </a:cubicBezTo>
                  <a:cubicBezTo>
                    <a:pt x="2032635" y="759143"/>
                    <a:pt x="2034540" y="755333"/>
                    <a:pt x="2035493" y="752475"/>
                  </a:cubicBezTo>
                  <a:cubicBezTo>
                    <a:pt x="2035493" y="752475"/>
                    <a:pt x="2035493" y="751523"/>
                    <a:pt x="2035493" y="751523"/>
                  </a:cubicBezTo>
                  <a:cubicBezTo>
                    <a:pt x="2043113" y="734378"/>
                    <a:pt x="2049780" y="716280"/>
                    <a:pt x="2055495" y="698183"/>
                  </a:cubicBezTo>
                  <a:cubicBezTo>
                    <a:pt x="2056448" y="696278"/>
                    <a:pt x="2056448" y="694373"/>
                    <a:pt x="2057400" y="692468"/>
                  </a:cubicBezTo>
                  <a:cubicBezTo>
                    <a:pt x="2059305" y="685800"/>
                    <a:pt x="2061210" y="678180"/>
                    <a:pt x="2063115" y="671513"/>
                  </a:cubicBezTo>
                  <a:cubicBezTo>
                    <a:pt x="2064068" y="668655"/>
                    <a:pt x="2064068" y="665798"/>
                    <a:pt x="2065020" y="662940"/>
                  </a:cubicBezTo>
                  <a:cubicBezTo>
                    <a:pt x="2066925" y="656273"/>
                    <a:pt x="2067878" y="650558"/>
                    <a:pt x="2068830" y="643890"/>
                  </a:cubicBezTo>
                  <a:cubicBezTo>
                    <a:pt x="2068830" y="642938"/>
                    <a:pt x="2069783" y="641985"/>
                    <a:pt x="2069783" y="641033"/>
                  </a:cubicBezTo>
                  <a:cubicBezTo>
                    <a:pt x="2070735" y="635318"/>
                    <a:pt x="2071688" y="629603"/>
                    <a:pt x="2072640" y="623888"/>
                  </a:cubicBezTo>
                  <a:cubicBezTo>
                    <a:pt x="2072640" y="622935"/>
                    <a:pt x="2072640" y="621030"/>
                    <a:pt x="2073593" y="620078"/>
                  </a:cubicBezTo>
                  <a:cubicBezTo>
                    <a:pt x="2074545" y="613410"/>
                    <a:pt x="2075498" y="606743"/>
                    <a:pt x="2076450" y="600075"/>
                  </a:cubicBezTo>
                  <a:cubicBezTo>
                    <a:pt x="2076450" y="598170"/>
                    <a:pt x="2077403" y="595313"/>
                    <a:pt x="2077403" y="593408"/>
                  </a:cubicBezTo>
                  <a:cubicBezTo>
                    <a:pt x="2078355" y="585788"/>
                    <a:pt x="2078355" y="578168"/>
                    <a:pt x="2079308" y="569595"/>
                  </a:cubicBezTo>
                  <a:cubicBezTo>
                    <a:pt x="2079308" y="567690"/>
                    <a:pt x="2079308" y="566738"/>
                    <a:pt x="2079308" y="564833"/>
                  </a:cubicBezTo>
                  <a:cubicBezTo>
                    <a:pt x="2079308" y="558165"/>
                    <a:pt x="2080260" y="550545"/>
                    <a:pt x="2080260" y="543878"/>
                  </a:cubicBezTo>
                  <a:cubicBezTo>
                    <a:pt x="2080260" y="542925"/>
                    <a:pt x="2080260" y="541020"/>
                    <a:pt x="2080260" y="540068"/>
                  </a:cubicBezTo>
                  <a:cubicBezTo>
                    <a:pt x="2080260" y="539115"/>
                    <a:pt x="2080260" y="539115"/>
                    <a:pt x="2080260" y="538163"/>
                  </a:cubicBezTo>
                  <a:cubicBezTo>
                    <a:pt x="2080260" y="530543"/>
                    <a:pt x="2080260" y="522923"/>
                    <a:pt x="2079308" y="515303"/>
                  </a:cubicBezTo>
                  <a:cubicBezTo>
                    <a:pt x="2079308" y="512445"/>
                    <a:pt x="2079308" y="509588"/>
                    <a:pt x="2079308" y="507683"/>
                  </a:cubicBezTo>
                  <a:cubicBezTo>
                    <a:pt x="2079308" y="501968"/>
                    <a:pt x="2078355" y="497205"/>
                    <a:pt x="2078355" y="491490"/>
                  </a:cubicBezTo>
                  <a:cubicBezTo>
                    <a:pt x="2078355" y="487680"/>
                    <a:pt x="2077403" y="482918"/>
                    <a:pt x="2077403" y="479108"/>
                  </a:cubicBezTo>
                  <a:cubicBezTo>
                    <a:pt x="2076450" y="473393"/>
                    <a:pt x="2076450" y="468630"/>
                    <a:pt x="2075498" y="462915"/>
                  </a:cubicBezTo>
                  <a:cubicBezTo>
                    <a:pt x="2074545" y="459105"/>
                    <a:pt x="2074545" y="454343"/>
                    <a:pt x="2073593" y="450533"/>
                  </a:cubicBezTo>
                  <a:cubicBezTo>
                    <a:pt x="2072640" y="447675"/>
                    <a:pt x="2072640" y="444818"/>
                    <a:pt x="2071688" y="441008"/>
                  </a:cubicBezTo>
                  <a:cubicBezTo>
                    <a:pt x="2070735" y="433388"/>
                    <a:pt x="2068830" y="425768"/>
                    <a:pt x="2066925" y="418148"/>
                  </a:cubicBezTo>
                  <a:cubicBezTo>
                    <a:pt x="2065973" y="415290"/>
                    <a:pt x="2065973" y="413385"/>
                    <a:pt x="2065020" y="410528"/>
                  </a:cubicBezTo>
                  <a:cubicBezTo>
                    <a:pt x="2064068" y="405765"/>
                    <a:pt x="2063115" y="401955"/>
                    <a:pt x="2061210" y="397193"/>
                  </a:cubicBezTo>
                  <a:cubicBezTo>
                    <a:pt x="2060258" y="394335"/>
                    <a:pt x="2059305" y="391478"/>
                    <a:pt x="2059305" y="389573"/>
                  </a:cubicBezTo>
                  <a:cubicBezTo>
                    <a:pt x="2057400" y="382905"/>
                    <a:pt x="2055495" y="376238"/>
                    <a:pt x="2052638" y="369570"/>
                  </a:cubicBezTo>
                  <a:cubicBezTo>
                    <a:pt x="2051685" y="365760"/>
                    <a:pt x="2050733" y="362903"/>
                    <a:pt x="2048828" y="359093"/>
                  </a:cubicBezTo>
                  <a:cubicBezTo>
                    <a:pt x="2047875" y="355283"/>
                    <a:pt x="2045970" y="352425"/>
                    <a:pt x="2045018" y="348615"/>
                  </a:cubicBezTo>
                  <a:cubicBezTo>
                    <a:pt x="2043113" y="343853"/>
                    <a:pt x="2041208" y="339090"/>
                    <a:pt x="2039303" y="333375"/>
                  </a:cubicBezTo>
                  <a:cubicBezTo>
                    <a:pt x="2038350" y="330518"/>
                    <a:pt x="2037398" y="328613"/>
                    <a:pt x="2036445" y="325755"/>
                  </a:cubicBezTo>
                  <a:cubicBezTo>
                    <a:pt x="2033588" y="320040"/>
                    <a:pt x="2030730" y="313373"/>
                    <a:pt x="2027873" y="307658"/>
                  </a:cubicBezTo>
                  <a:cubicBezTo>
                    <a:pt x="2026920" y="305753"/>
                    <a:pt x="2025968" y="303848"/>
                    <a:pt x="2025015" y="302895"/>
                  </a:cubicBezTo>
                  <a:cubicBezTo>
                    <a:pt x="2018348" y="288608"/>
                    <a:pt x="2009775" y="273368"/>
                    <a:pt x="2001203" y="260033"/>
                  </a:cubicBezTo>
                  <a:cubicBezTo>
                    <a:pt x="2001203" y="260033"/>
                    <a:pt x="2001203" y="260033"/>
                    <a:pt x="2001203" y="260033"/>
                  </a:cubicBezTo>
                  <a:cubicBezTo>
                    <a:pt x="1979295" y="223838"/>
                    <a:pt x="1953578" y="190500"/>
                    <a:pt x="1923098" y="160020"/>
                  </a:cubicBezTo>
                  <a:cubicBezTo>
                    <a:pt x="1922145" y="159068"/>
                    <a:pt x="1921193" y="158115"/>
                    <a:pt x="1920240" y="157163"/>
                  </a:cubicBezTo>
                  <a:cubicBezTo>
                    <a:pt x="1915478" y="152400"/>
                    <a:pt x="1909763" y="147638"/>
                    <a:pt x="1905000" y="142875"/>
                  </a:cubicBezTo>
                  <a:cubicBezTo>
                    <a:pt x="1904048" y="141923"/>
                    <a:pt x="1903095" y="140970"/>
                    <a:pt x="1902143" y="140970"/>
                  </a:cubicBezTo>
                  <a:cubicBezTo>
                    <a:pt x="1897380" y="136208"/>
                    <a:pt x="1891665" y="132398"/>
                    <a:pt x="1886903" y="127635"/>
                  </a:cubicBezTo>
                  <a:cubicBezTo>
                    <a:pt x="1885950" y="127635"/>
                    <a:pt x="1885950" y="126683"/>
                    <a:pt x="1884998" y="126683"/>
                  </a:cubicBezTo>
                  <a:cubicBezTo>
                    <a:pt x="1880235" y="122873"/>
                    <a:pt x="1874520" y="118110"/>
                    <a:pt x="1869758" y="114300"/>
                  </a:cubicBezTo>
                  <a:cubicBezTo>
                    <a:pt x="1867853" y="112395"/>
                    <a:pt x="1865948" y="111443"/>
                    <a:pt x="1864043" y="109538"/>
                  </a:cubicBezTo>
                  <a:cubicBezTo>
                    <a:pt x="1858328" y="104775"/>
                    <a:pt x="1851660" y="100965"/>
                    <a:pt x="1845945" y="96203"/>
                  </a:cubicBezTo>
                  <a:cubicBezTo>
                    <a:pt x="1844993" y="95250"/>
                    <a:pt x="1843088" y="94298"/>
                    <a:pt x="1842135" y="93345"/>
                  </a:cubicBezTo>
                  <a:cubicBezTo>
                    <a:pt x="1827848" y="82868"/>
                    <a:pt x="1811655" y="74295"/>
                    <a:pt x="1796415" y="65723"/>
                  </a:cubicBezTo>
                  <a:cubicBezTo>
                    <a:pt x="1793558" y="64770"/>
                    <a:pt x="1791653" y="62865"/>
                    <a:pt x="1788795" y="61913"/>
                  </a:cubicBezTo>
                  <a:cubicBezTo>
                    <a:pt x="1783080" y="59055"/>
                    <a:pt x="1778318" y="56198"/>
                    <a:pt x="1772603" y="53340"/>
                  </a:cubicBezTo>
                  <a:cubicBezTo>
                    <a:pt x="1769745" y="51435"/>
                    <a:pt x="1765935" y="50483"/>
                    <a:pt x="1763078" y="48578"/>
                  </a:cubicBezTo>
                  <a:cubicBezTo>
                    <a:pt x="1758315" y="46673"/>
                    <a:pt x="1753553" y="43815"/>
                    <a:pt x="1748790" y="41910"/>
                  </a:cubicBezTo>
                  <a:cubicBezTo>
                    <a:pt x="1744980" y="40005"/>
                    <a:pt x="1742123" y="39053"/>
                    <a:pt x="1738313" y="38100"/>
                  </a:cubicBezTo>
                  <a:cubicBezTo>
                    <a:pt x="1733550" y="36195"/>
                    <a:pt x="1728788" y="34290"/>
                    <a:pt x="1724025" y="32385"/>
                  </a:cubicBezTo>
                  <a:cubicBezTo>
                    <a:pt x="1720215" y="31433"/>
                    <a:pt x="1717358" y="30480"/>
                    <a:pt x="1713548" y="28575"/>
                  </a:cubicBezTo>
                  <a:cubicBezTo>
                    <a:pt x="1708785" y="26670"/>
                    <a:pt x="1704023" y="24765"/>
                    <a:pt x="1698308" y="23813"/>
                  </a:cubicBezTo>
                  <a:cubicBezTo>
                    <a:pt x="1695450" y="22860"/>
                    <a:pt x="1691640" y="21908"/>
                    <a:pt x="1688783" y="20955"/>
                  </a:cubicBezTo>
                  <a:cubicBezTo>
                    <a:pt x="1684020" y="19050"/>
                    <a:pt x="1678305" y="18098"/>
                    <a:pt x="1672590" y="16193"/>
                  </a:cubicBezTo>
                  <a:cubicBezTo>
                    <a:pt x="1669733" y="15240"/>
                    <a:pt x="1665923" y="14288"/>
                    <a:pt x="1663065" y="14288"/>
                  </a:cubicBezTo>
                  <a:cubicBezTo>
                    <a:pt x="1657350" y="13335"/>
                    <a:pt x="1652588" y="11430"/>
                    <a:pt x="1646873" y="10478"/>
                  </a:cubicBezTo>
                  <a:cubicBezTo>
                    <a:pt x="1641158" y="9525"/>
                    <a:pt x="1635443" y="8573"/>
                    <a:pt x="1629728" y="7620"/>
                  </a:cubicBezTo>
                  <a:cubicBezTo>
                    <a:pt x="1624965" y="6668"/>
                    <a:pt x="1619250" y="5715"/>
                    <a:pt x="1614488" y="4763"/>
                  </a:cubicBezTo>
                  <a:cubicBezTo>
                    <a:pt x="1607820" y="3810"/>
                    <a:pt x="1601153" y="2858"/>
                    <a:pt x="1595438" y="1905"/>
                  </a:cubicBezTo>
                  <a:cubicBezTo>
                    <a:pt x="1592580" y="1905"/>
                    <a:pt x="1589723" y="1905"/>
                    <a:pt x="1586865" y="953"/>
                  </a:cubicBezTo>
                  <a:cubicBezTo>
                    <a:pt x="1580198" y="0"/>
                    <a:pt x="1574483" y="0"/>
                    <a:pt x="1567815" y="0"/>
                  </a:cubicBezTo>
                  <a:cubicBezTo>
                    <a:pt x="1564958" y="0"/>
                    <a:pt x="1561148" y="0"/>
                    <a:pt x="1558290" y="0"/>
                  </a:cubicBezTo>
                  <a:cubicBezTo>
                    <a:pt x="1552575" y="0"/>
                    <a:pt x="1546860" y="0"/>
                    <a:pt x="1541145" y="0"/>
                  </a:cubicBezTo>
                  <a:cubicBezTo>
                    <a:pt x="1540193" y="0"/>
                    <a:pt x="1539240" y="0"/>
                    <a:pt x="1539240" y="0"/>
                  </a:cubicBezTo>
                  <a:cubicBezTo>
                    <a:pt x="1532573" y="0"/>
                    <a:pt x="1525905" y="0"/>
                    <a:pt x="1518285" y="0"/>
                  </a:cubicBezTo>
                  <a:cubicBezTo>
                    <a:pt x="1517333" y="0"/>
                    <a:pt x="1517333" y="0"/>
                    <a:pt x="1516380" y="0"/>
                  </a:cubicBezTo>
                  <a:cubicBezTo>
                    <a:pt x="1508760" y="0"/>
                    <a:pt x="1501140" y="953"/>
                    <a:pt x="1493520" y="1905"/>
                  </a:cubicBezTo>
                  <a:cubicBezTo>
                    <a:pt x="1492568" y="1905"/>
                    <a:pt x="1491615" y="1905"/>
                    <a:pt x="1490663" y="1905"/>
                  </a:cubicBezTo>
                  <a:cubicBezTo>
                    <a:pt x="1429703" y="7620"/>
                    <a:pt x="1372553" y="22860"/>
                    <a:pt x="1319213" y="46673"/>
                  </a:cubicBezTo>
                  <a:cubicBezTo>
                    <a:pt x="1317308" y="47625"/>
                    <a:pt x="1316355" y="47625"/>
                    <a:pt x="1314450" y="48578"/>
                  </a:cubicBezTo>
                  <a:cubicBezTo>
                    <a:pt x="1307783" y="51435"/>
                    <a:pt x="1301115" y="54293"/>
                    <a:pt x="1295400" y="58103"/>
                  </a:cubicBezTo>
                  <a:cubicBezTo>
                    <a:pt x="1293495" y="59055"/>
                    <a:pt x="1291590" y="60008"/>
                    <a:pt x="1290638" y="60960"/>
                  </a:cubicBezTo>
                  <a:cubicBezTo>
                    <a:pt x="1284923" y="63818"/>
                    <a:pt x="1280160" y="66675"/>
                    <a:pt x="1274445" y="69533"/>
                  </a:cubicBezTo>
                  <a:cubicBezTo>
                    <a:pt x="1271588" y="71438"/>
                    <a:pt x="1268730" y="73343"/>
                    <a:pt x="1265873" y="74295"/>
                  </a:cubicBezTo>
                  <a:cubicBezTo>
                    <a:pt x="1262063" y="76200"/>
                    <a:pt x="1259205" y="78105"/>
                    <a:pt x="1255395" y="80963"/>
                  </a:cubicBezTo>
                  <a:cubicBezTo>
                    <a:pt x="1249680" y="83820"/>
                    <a:pt x="1244918" y="87630"/>
                    <a:pt x="1239203" y="91440"/>
                  </a:cubicBezTo>
                  <a:cubicBezTo>
                    <a:pt x="1236345" y="93345"/>
                    <a:pt x="1233488" y="95250"/>
                    <a:pt x="1231583" y="97155"/>
                  </a:cubicBezTo>
                  <a:cubicBezTo>
                    <a:pt x="1227773" y="100013"/>
                    <a:pt x="1223963" y="101918"/>
                    <a:pt x="1221105" y="104775"/>
                  </a:cubicBezTo>
                  <a:cubicBezTo>
                    <a:pt x="1218248" y="106680"/>
                    <a:pt x="1216343" y="108585"/>
                    <a:pt x="1213485" y="110490"/>
                  </a:cubicBezTo>
                  <a:cubicBezTo>
                    <a:pt x="1207770" y="114300"/>
                    <a:pt x="1202055" y="119063"/>
                    <a:pt x="1197293" y="123825"/>
                  </a:cubicBezTo>
                  <a:cubicBezTo>
                    <a:pt x="1194435" y="125730"/>
                    <a:pt x="1191578" y="128588"/>
                    <a:pt x="1189673" y="130493"/>
                  </a:cubicBezTo>
                  <a:cubicBezTo>
                    <a:pt x="1186815" y="133350"/>
                    <a:pt x="1183958" y="135255"/>
                    <a:pt x="1181100" y="138113"/>
                  </a:cubicBezTo>
                  <a:cubicBezTo>
                    <a:pt x="1176338" y="141923"/>
                    <a:pt x="1172528" y="145733"/>
                    <a:pt x="1167765" y="150495"/>
                  </a:cubicBezTo>
                  <a:cubicBezTo>
                    <a:pt x="1164908" y="152400"/>
                    <a:pt x="1163003" y="155258"/>
                    <a:pt x="1160145" y="158115"/>
                  </a:cubicBezTo>
                  <a:cubicBezTo>
                    <a:pt x="1156335" y="161925"/>
                    <a:pt x="1152525" y="165735"/>
                    <a:pt x="1148715" y="170498"/>
                  </a:cubicBezTo>
                  <a:cubicBezTo>
                    <a:pt x="1146810" y="172403"/>
                    <a:pt x="1144905" y="174308"/>
                    <a:pt x="1143953" y="176213"/>
                  </a:cubicBezTo>
                  <a:cubicBezTo>
                    <a:pt x="1138238" y="181928"/>
                    <a:pt x="1133475" y="187643"/>
                    <a:pt x="1128713" y="193358"/>
                  </a:cubicBezTo>
                  <a:cubicBezTo>
                    <a:pt x="1128713" y="193358"/>
                    <a:pt x="1127760" y="194310"/>
                    <a:pt x="1127760" y="194310"/>
                  </a:cubicBezTo>
                  <a:cubicBezTo>
                    <a:pt x="1126808" y="195263"/>
                    <a:pt x="1126808" y="196215"/>
                    <a:pt x="1125855" y="197168"/>
                  </a:cubicBezTo>
                  <a:cubicBezTo>
                    <a:pt x="1121093" y="202883"/>
                    <a:pt x="1116330" y="208598"/>
                    <a:pt x="1112520" y="214313"/>
                  </a:cubicBezTo>
                  <a:cubicBezTo>
                    <a:pt x="1111568" y="215265"/>
                    <a:pt x="1110615" y="216218"/>
                    <a:pt x="1109663" y="217170"/>
                  </a:cubicBezTo>
                  <a:cubicBezTo>
                    <a:pt x="1104900" y="223838"/>
                    <a:pt x="1100138" y="229553"/>
                    <a:pt x="1095375" y="236220"/>
                  </a:cubicBezTo>
                  <a:cubicBezTo>
                    <a:pt x="1094423" y="238125"/>
                    <a:pt x="1093470" y="240030"/>
                    <a:pt x="1091565" y="240983"/>
                  </a:cubicBezTo>
                  <a:cubicBezTo>
                    <a:pt x="1087755" y="246698"/>
                    <a:pt x="1083945" y="252413"/>
                    <a:pt x="1080135" y="258128"/>
                  </a:cubicBezTo>
                  <a:cubicBezTo>
                    <a:pt x="1079183" y="259080"/>
                    <a:pt x="1079183" y="260033"/>
                    <a:pt x="1078230" y="260985"/>
                  </a:cubicBezTo>
                  <a:cubicBezTo>
                    <a:pt x="1075373" y="265748"/>
                    <a:pt x="1072515" y="271463"/>
                    <a:pt x="1069658" y="276225"/>
                  </a:cubicBezTo>
                  <a:cubicBezTo>
                    <a:pt x="1068705" y="277178"/>
                    <a:pt x="1068705" y="278130"/>
                    <a:pt x="1067753" y="279083"/>
                  </a:cubicBezTo>
                  <a:cubicBezTo>
                    <a:pt x="1064895" y="284798"/>
                    <a:pt x="1062038" y="290513"/>
                    <a:pt x="1059180" y="296228"/>
                  </a:cubicBezTo>
                  <a:cubicBezTo>
                    <a:pt x="1058228" y="299085"/>
                    <a:pt x="1056323" y="301943"/>
                    <a:pt x="1055370" y="303848"/>
                  </a:cubicBezTo>
                  <a:cubicBezTo>
                    <a:pt x="1052513" y="310515"/>
                    <a:pt x="1048703" y="317183"/>
                    <a:pt x="1045845" y="323850"/>
                  </a:cubicBezTo>
                  <a:cubicBezTo>
                    <a:pt x="1044893" y="325755"/>
                    <a:pt x="1043940" y="327660"/>
                    <a:pt x="1042988" y="329565"/>
                  </a:cubicBezTo>
                  <a:cubicBezTo>
                    <a:pt x="1035368" y="346710"/>
                    <a:pt x="1028700" y="364808"/>
                    <a:pt x="1023938" y="382905"/>
                  </a:cubicBezTo>
                  <a:cubicBezTo>
                    <a:pt x="1023938" y="382905"/>
                    <a:pt x="1023938" y="383858"/>
                    <a:pt x="1023938" y="383858"/>
                  </a:cubicBezTo>
                  <a:cubicBezTo>
                    <a:pt x="1022985" y="386715"/>
                    <a:pt x="1022033" y="390525"/>
                    <a:pt x="1021080" y="393383"/>
                  </a:cubicBezTo>
                  <a:cubicBezTo>
                    <a:pt x="1001078" y="447675"/>
                    <a:pt x="950595" y="485775"/>
                    <a:pt x="890588" y="485775"/>
                  </a:cubicBezTo>
                  <a:lnTo>
                    <a:pt x="886778" y="485775"/>
                  </a:lnTo>
                  <a:cubicBezTo>
                    <a:pt x="842010" y="485775"/>
                    <a:pt x="804863" y="457200"/>
                    <a:pt x="791528" y="417195"/>
                  </a:cubicBezTo>
                  <a:cubicBezTo>
                    <a:pt x="791528" y="416243"/>
                    <a:pt x="790575" y="414338"/>
                    <a:pt x="790575" y="413385"/>
                  </a:cubicBezTo>
                  <a:cubicBezTo>
                    <a:pt x="768668" y="347663"/>
                    <a:pt x="731520" y="289560"/>
                    <a:pt x="681990" y="243840"/>
                  </a:cubicBezTo>
                  <a:cubicBezTo>
                    <a:pt x="609600" y="176213"/>
                    <a:pt x="512445" y="134303"/>
                    <a:pt x="405765" y="134303"/>
                  </a:cubicBezTo>
                  <a:cubicBezTo>
                    <a:pt x="180975" y="135255"/>
                    <a:pt x="0" y="316230"/>
                    <a:pt x="0" y="540068"/>
                  </a:cubicBezTo>
                  <a:cubicBezTo>
                    <a:pt x="0" y="763905"/>
                    <a:pt x="180975" y="944880"/>
                    <a:pt x="404813" y="944880"/>
                  </a:cubicBezTo>
                  <a:cubicBezTo>
                    <a:pt x="511493" y="944880"/>
                    <a:pt x="608648" y="902970"/>
                    <a:pt x="681038" y="835343"/>
                  </a:cubicBezTo>
                  <a:cubicBezTo>
                    <a:pt x="730568" y="789623"/>
                    <a:pt x="767715" y="731520"/>
                    <a:pt x="789623" y="665798"/>
                  </a:cubicBezTo>
                  <a:cubicBezTo>
                    <a:pt x="789623" y="664845"/>
                    <a:pt x="790575" y="662940"/>
                    <a:pt x="790575" y="661988"/>
                  </a:cubicBezTo>
                  <a:cubicBezTo>
                    <a:pt x="803910" y="621983"/>
                    <a:pt x="842010" y="593408"/>
                    <a:pt x="885825" y="593408"/>
                  </a:cubicBezTo>
                  <a:lnTo>
                    <a:pt x="889635" y="593408"/>
                  </a:lnTo>
                  <a:cubicBezTo>
                    <a:pt x="949643" y="593408"/>
                    <a:pt x="1000125" y="632460"/>
                    <a:pt x="1017270" y="685800"/>
                  </a:cubicBezTo>
                  <a:cubicBezTo>
                    <a:pt x="1018223" y="688658"/>
                    <a:pt x="1019175" y="692468"/>
                    <a:pt x="1020128" y="695325"/>
                  </a:cubicBezTo>
                  <a:cubicBezTo>
                    <a:pt x="1021080" y="698183"/>
                    <a:pt x="1022033" y="701993"/>
                    <a:pt x="1022985" y="704850"/>
                  </a:cubicBezTo>
                  <a:cubicBezTo>
                    <a:pt x="1023938" y="709613"/>
                    <a:pt x="1025843" y="713423"/>
                    <a:pt x="1026795" y="718185"/>
                  </a:cubicBezTo>
                  <a:cubicBezTo>
                    <a:pt x="1028700" y="721995"/>
                    <a:pt x="1029653" y="726758"/>
                    <a:pt x="1031558" y="730568"/>
                  </a:cubicBezTo>
                  <a:cubicBezTo>
                    <a:pt x="1033463" y="735330"/>
                    <a:pt x="1035368" y="740093"/>
                    <a:pt x="1037273" y="744855"/>
                  </a:cubicBezTo>
                  <a:cubicBezTo>
                    <a:pt x="1038225" y="748665"/>
                    <a:pt x="1040130" y="751523"/>
                    <a:pt x="1042035" y="755333"/>
                  </a:cubicBezTo>
                  <a:cubicBezTo>
                    <a:pt x="1044893" y="761048"/>
                    <a:pt x="1046798" y="766763"/>
                    <a:pt x="1049655" y="772478"/>
                  </a:cubicBezTo>
                  <a:cubicBezTo>
                    <a:pt x="1050608" y="775335"/>
                    <a:pt x="1051560" y="777240"/>
                    <a:pt x="1053465" y="780098"/>
                  </a:cubicBezTo>
                  <a:cubicBezTo>
                    <a:pt x="1057275" y="787718"/>
                    <a:pt x="1061085" y="794385"/>
                    <a:pt x="1064895" y="802005"/>
                  </a:cubicBezTo>
                  <a:cubicBezTo>
                    <a:pt x="1064895" y="802958"/>
                    <a:pt x="1065848" y="802958"/>
                    <a:pt x="1065848" y="803910"/>
                  </a:cubicBezTo>
                  <a:cubicBezTo>
                    <a:pt x="1065848" y="803910"/>
                    <a:pt x="1065848" y="804863"/>
                    <a:pt x="1065848" y="804863"/>
                  </a:cubicBezTo>
                  <a:cubicBezTo>
                    <a:pt x="1067753" y="808673"/>
                    <a:pt x="1070610" y="812483"/>
                    <a:pt x="1072515" y="816293"/>
                  </a:cubicBezTo>
                  <a:cubicBezTo>
                    <a:pt x="1073468" y="818198"/>
                    <a:pt x="1075373" y="820103"/>
                    <a:pt x="1076325" y="822960"/>
                  </a:cubicBezTo>
                  <a:cubicBezTo>
                    <a:pt x="1084898" y="836295"/>
                    <a:pt x="1093470" y="848678"/>
                    <a:pt x="1102043" y="862013"/>
                  </a:cubicBezTo>
                  <a:cubicBezTo>
                    <a:pt x="1102995" y="862965"/>
                    <a:pt x="1103948" y="864870"/>
                    <a:pt x="1104900" y="865823"/>
                  </a:cubicBezTo>
                  <a:cubicBezTo>
                    <a:pt x="1110615" y="873443"/>
                    <a:pt x="1116330" y="880110"/>
                    <a:pt x="1122045" y="886778"/>
                  </a:cubicBezTo>
                  <a:cubicBezTo>
                    <a:pt x="1122998" y="887730"/>
                    <a:pt x="1123950" y="889635"/>
                    <a:pt x="1125855" y="890588"/>
                  </a:cubicBezTo>
                  <a:cubicBezTo>
                    <a:pt x="1128713" y="894398"/>
                    <a:pt x="1131570" y="897255"/>
                    <a:pt x="1134428" y="901065"/>
                  </a:cubicBezTo>
                  <a:cubicBezTo>
                    <a:pt x="1136333" y="903923"/>
                    <a:pt x="1139190" y="905828"/>
                    <a:pt x="1142048" y="908685"/>
                  </a:cubicBezTo>
                  <a:cubicBezTo>
                    <a:pt x="1145858" y="912495"/>
                    <a:pt x="1149668" y="916305"/>
                    <a:pt x="1153478" y="920115"/>
                  </a:cubicBezTo>
                  <a:cubicBezTo>
                    <a:pt x="1157288" y="923925"/>
                    <a:pt x="1161098" y="927735"/>
                    <a:pt x="1164908" y="931545"/>
                  </a:cubicBezTo>
                  <a:cubicBezTo>
                    <a:pt x="1166813" y="933450"/>
                    <a:pt x="1169670" y="935355"/>
                    <a:pt x="1171575" y="937260"/>
                  </a:cubicBezTo>
                  <a:cubicBezTo>
                    <a:pt x="1177290" y="942023"/>
                    <a:pt x="1183005" y="947738"/>
                    <a:pt x="1188720" y="952500"/>
                  </a:cubicBezTo>
                  <a:cubicBezTo>
                    <a:pt x="1188720" y="952500"/>
                    <a:pt x="1189673" y="952500"/>
                    <a:pt x="1189673" y="953453"/>
                  </a:cubicBezTo>
                  <a:cubicBezTo>
                    <a:pt x="1191578" y="955358"/>
                    <a:pt x="1194435" y="957263"/>
                    <a:pt x="1196340" y="959168"/>
                  </a:cubicBezTo>
                  <a:cubicBezTo>
                    <a:pt x="1198245" y="961073"/>
                    <a:pt x="1201103" y="962978"/>
                    <a:pt x="1203008" y="964883"/>
                  </a:cubicBezTo>
                  <a:cubicBezTo>
                    <a:pt x="1205865" y="966788"/>
                    <a:pt x="1207770" y="968693"/>
                    <a:pt x="1210628" y="970598"/>
                  </a:cubicBezTo>
                  <a:cubicBezTo>
                    <a:pt x="1212533" y="972503"/>
                    <a:pt x="1215390" y="974408"/>
                    <a:pt x="1217295" y="976313"/>
                  </a:cubicBezTo>
                  <a:cubicBezTo>
                    <a:pt x="1220153" y="978218"/>
                    <a:pt x="1222058" y="980123"/>
                    <a:pt x="1224915" y="982028"/>
                  </a:cubicBezTo>
                  <a:cubicBezTo>
                    <a:pt x="1226820" y="983933"/>
                    <a:pt x="1229678" y="984885"/>
                    <a:pt x="1231583" y="986790"/>
                  </a:cubicBezTo>
                  <a:cubicBezTo>
                    <a:pt x="1234440" y="988695"/>
                    <a:pt x="1237298" y="990600"/>
                    <a:pt x="1240155" y="992505"/>
                  </a:cubicBezTo>
                  <a:cubicBezTo>
                    <a:pt x="1242060" y="994410"/>
                    <a:pt x="1244918" y="995363"/>
                    <a:pt x="1246823" y="996315"/>
                  </a:cubicBezTo>
                  <a:cubicBezTo>
                    <a:pt x="1249680" y="998220"/>
                    <a:pt x="1252538" y="1000125"/>
                    <a:pt x="1255395" y="1002030"/>
                  </a:cubicBezTo>
                  <a:cubicBezTo>
                    <a:pt x="1257300" y="1002983"/>
                    <a:pt x="1259205" y="1004888"/>
                    <a:pt x="1262063" y="1005840"/>
                  </a:cubicBezTo>
                  <a:cubicBezTo>
                    <a:pt x="1264920" y="1007745"/>
                    <a:pt x="1268730" y="1009650"/>
                    <a:pt x="1271588" y="1011555"/>
                  </a:cubicBezTo>
                  <a:cubicBezTo>
                    <a:pt x="1273493" y="1012508"/>
                    <a:pt x="1275398" y="1013460"/>
                    <a:pt x="1277303" y="1015365"/>
                  </a:cubicBezTo>
                  <a:cubicBezTo>
                    <a:pt x="1280160" y="1017270"/>
                    <a:pt x="1283970" y="1019175"/>
                    <a:pt x="1286828" y="1020128"/>
                  </a:cubicBezTo>
                  <a:cubicBezTo>
                    <a:pt x="1288733" y="1021080"/>
                    <a:pt x="1290638" y="1022033"/>
                    <a:pt x="1292543" y="1022985"/>
                  </a:cubicBezTo>
                  <a:cubicBezTo>
                    <a:pt x="1295400" y="1024890"/>
                    <a:pt x="1299210" y="1025843"/>
                    <a:pt x="1302068" y="1027748"/>
                  </a:cubicBezTo>
                  <a:cubicBezTo>
                    <a:pt x="1303973" y="1028700"/>
                    <a:pt x="1305878" y="1029653"/>
                    <a:pt x="1308735" y="1030605"/>
                  </a:cubicBezTo>
                  <a:cubicBezTo>
                    <a:pt x="1311593" y="1032510"/>
                    <a:pt x="1315403" y="1033463"/>
                    <a:pt x="1318260" y="1035368"/>
                  </a:cubicBezTo>
                  <a:cubicBezTo>
                    <a:pt x="1320165" y="1036320"/>
                    <a:pt x="1323023" y="1037273"/>
                    <a:pt x="1324928" y="1038225"/>
                  </a:cubicBezTo>
                  <a:cubicBezTo>
                    <a:pt x="1327785" y="1039178"/>
                    <a:pt x="1331595" y="1041083"/>
                    <a:pt x="1334453" y="1042035"/>
                  </a:cubicBezTo>
                  <a:cubicBezTo>
                    <a:pt x="1336358" y="1042988"/>
                    <a:pt x="1339215" y="1043940"/>
                    <a:pt x="1341120" y="1044893"/>
                  </a:cubicBezTo>
                  <a:cubicBezTo>
                    <a:pt x="1343978" y="1045845"/>
                    <a:pt x="1347788" y="1046798"/>
                    <a:pt x="1350645" y="1048703"/>
                  </a:cubicBezTo>
                  <a:cubicBezTo>
                    <a:pt x="1353503" y="1049655"/>
                    <a:pt x="1355408" y="1050608"/>
                    <a:pt x="1358265" y="1051560"/>
                  </a:cubicBezTo>
                  <a:cubicBezTo>
                    <a:pt x="1361123" y="1052513"/>
                    <a:pt x="1363980" y="1053465"/>
                    <a:pt x="1366838" y="1054418"/>
                  </a:cubicBezTo>
                  <a:cubicBezTo>
                    <a:pt x="1369695" y="1055370"/>
                    <a:pt x="1372553" y="1056323"/>
                    <a:pt x="1375410" y="1057275"/>
                  </a:cubicBezTo>
                  <a:cubicBezTo>
                    <a:pt x="1378268" y="1058228"/>
                    <a:pt x="1381125" y="1059180"/>
                    <a:pt x="1383983" y="1060133"/>
                  </a:cubicBezTo>
                  <a:cubicBezTo>
                    <a:pt x="1386840" y="1061085"/>
                    <a:pt x="1389698" y="1062038"/>
                    <a:pt x="1392555" y="1062990"/>
                  </a:cubicBezTo>
                  <a:cubicBezTo>
                    <a:pt x="1395413" y="1063943"/>
                    <a:pt x="1398270" y="1064895"/>
                    <a:pt x="1401128" y="1064895"/>
                  </a:cubicBezTo>
                  <a:cubicBezTo>
                    <a:pt x="1403985" y="1065848"/>
                    <a:pt x="1406843" y="1066800"/>
                    <a:pt x="1410653" y="1066800"/>
                  </a:cubicBezTo>
                  <a:cubicBezTo>
                    <a:pt x="1413510" y="1067753"/>
                    <a:pt x="1416368" y="1067753"/>
                    <a:pt x="1419225" y="1068705"/>
                  </a:cubicBezTo>
                  <a:cubicBezTo>
                    <a:pt x="1422083" y="1069658"/>
                    <a:pt x="1424940" y="1069658"/>
                    <a:pt x="1428750" y="1070610"/>
                  </a:cubicBezTo>
                  <a:cubicBezTo>
                    <a:pt x="1431608" y="1071563"/>
                    <a:pt x="1434465" y="1071563"/>
                    <a:pt x="1437323" y="1072515"/>
                  </a:cubicBezTo>
                  <a:cubicBezTo>
                    <a:pt x="1440180" y="1073468"/>
                    <a:pt x="1443038" y="1073468"/>
                    <a:pt x="1445895" y="1074420"/>
                  </a:cubicBezTo>
                  <a:cubicBezTo>
                    <a:pt x="1448753" y="1075373"/>
                    <a:pt x="1451610" y="1075373"/>
                    <a:pt x="1455420" y="1075373"/>
                  </a:cubicBezTo>
                  <a:cubicBezTo>
                    <a:pt x="1458278" y="1075373"/>
                    <a:pt x="1461135" y="1076325"/>
                    <a:pt x="1463993" y="1076325"/>
                  </a:cubicBezTo>
                  <a:cubicBezTo>
                    <a:pt x="1466850" y="1076325"/>
                    <a:pt x="1470660" y="1077278"/>
                    <a:pt x="1473518" y="1077278"/>
                  </a:cubicBezTo>
                  <a:cubicBezTo>
                    <a:pt x="1476375" y="1077278"/>
                    <a:pt x="1479233" y="1078230"/>
                    <a:pt x="1481138" y="1078230"/>
                  </a:cubicBezTo>
                  <a:cubicBezTo>
                    <a:pt x="1484948" y="1078230"/>
                    <a:pt x="1487805" y="1079183"/>
                    <a:pt x="1491615" y="1079183"/>
                  </a:cubicBezTo>
                  <a:cubicBezTo>
                    <a:pt x="1494473" y="1079183"/>
                    <a:pt x="1496378" y="1079183"/>
                    <a:pt x="1499235" y="1080135"/>
                  </a:cubicBezTo>
                  <a:cubicBezTo>
                    <a:pt x="1503045" y="1080135"/>
                    <a:pt x="1506855" y="1080135"/>
                    <a:pt x="1510665" y="1081088"/>
                  </a:cubicBezTo>
                  <a:cubicBezTo>
                    <a:pt x="1512570" y="1081088"/>
                    <a:pt x="1515428" y="1081088"/>
                    <a:pt x="1517333" y="1081088"/>
                  </a:cubicBezTo>
                  <a:cubicBezTo>
                    <a:pt x="1521143" y="1081088"/>
                    <a:pt x="1524953" y="1081088"/>
                    <a:pt x="1529715" y="1081088"/>
                  </a:cubicBezTo>
                  <a:cubicBezTo>
                    <a:pt x="1531620" y="1081088"/>
                    <a:pt x="1533525" y="1081088"/>
                    <a:pt x="1535430" y="1081088"/>
                  </a:cubicBezTo>
                  <a:cubicBezTo>
                    <a:pt x="1535430" y="1081088"/>
                    <a:pt x="1535430" y="1081088"/>
                    <a:pt x="1536383" y="1081088"/>
                  </a:cubicBezTo>
                  <a:cubicBezTo>
                    <a:pt x="1544003" y="1081088"/>
                    <a:pt x="1551623" y="1081088"/>
                    <a:pt x="1560195" y="1080135"/>
                  </a:cubicBezTo>
                  <a:cubicBezTo>
                    <a:pt x="1563053" y="1080135"/>
                    <a:pt x="1564958" y="1080135"/>
                    <a:pt x="1567815" y="1080135"/>
                  </a:cubicBezTo>
                  <a:cubicBezTo>
                    <a:pt x="1573530" y="1080135"/>
                    <a:pt x="1580198" y="1079183"/>
                    <a:pt x="1585913" y="1079183"/>
                  </a:cubicBezTo>
                  <a:cubicBezTo>
                    <a:pt x="1589723" y="1079183"/>
                    <a:pt x="1594485" y="1078230"/>
                    <a:pt x="1598295" y="1078230"/>
                  </a:cubicBezTo>
                  <a:cubicBezTo>
                    <a:pt x="1602105" y="1077278"/>
                    <a:pt x="1606868" y="1077278"/>
                    <a:pt x="1610678" y="1076325"/>
                  </a:cubicBezTo>
                  <a:cubicBezTo>
                    <a:pt x="1614488" y="1075373"/>
                    <a:pt x="1619250" y="1075373"/>
                    <a:pt x="1623060" y="1074420"/>
                  </a:cubicBezTo>
                  <a:cubicBezTo>
                    <a:pt x="1625918" y="1074420"/>
                    <a:pt x="1628775" y="1073468"/>
                    <a:pt x="1631633" y="1072515"/>
                  </a:cubicBezTo>
                  <a:cubicBezTo>
                    <a:pt x="1639253" y="1071563"/>
                    <a:pt x="1646873" y="1069658"/>
                    <a:pt x="1654493" y="1067753"/>
                  </a:cubicBezTo>
                  <a:cubicBezTo>
                    <a:pt x="1656398" y="1066800"/>
                    <a:pt x="1659255" y="1066800"/>
                    <a:pt x="1661160" y="1065848"/>
                  </a:cubicBezTo>
                  <a:cubicBezTo>
                    <a:pt x="1665923" y="1064895"/>
                    <a:pt x="1670685" y="1063943"/>
                    <a:pt x="1675448" y="1062038"/>
                  </a:cubicBezTo>
                  <a:cubicBezTo>
                    <a:pt x="1676400" y="1062038"/>
                    <a:pt x="1677353" y="1062038"/>
                    <a:pt x="1678305" y="1061085"/>
                  </a:cubicBezTo>
                  <a:cubicBezTo>
                    <a:pt x="1686878" y="1058228"/>
                    <a:pt x="1696403" y="1056323"/>
                    <a:pt x="1704975" y="1052513"/>
                  </a:cubicBezTo>
                  <a:cubicBezTo>
                    <a:pt x="1707833" y="1051560"/>
                    <a:pt x="1710690" y="1050608"/>
                    <a:pt x="1713548" y="1049655"/>
                  </a:cubicBezTo>
                  <a:cubicBezTo>
                    <a:pt x="1717358" y="1048703"/>
                    <a:pt x="1721168" y="1046798"/>
                    <a:pt x="1724978" y="1045845"/>
                  </a:cubicBezTo>
                  <a:cubicBezTo>
                    <a:pt x="1724978" y="1045845"/>
                    <a:pt x="1725930" y="1045845"/>
                    <a:pt x="1725930" y="1045845"/>
                  </a:cubicBezTo>
                  <a:cubicBezTo>
                    <a:pt x="1726883" y="1045845"/>
                    <a:pt x="1727835" y="1044893"/>
                    <a:pt x="1728788" y="1044893"/>
                  </a:cubicBezTo>
                  <a:cubicBezTo>
                    <a:pt x="1736408" y="1042035"/>
                    <a:pt x="1743075" y="1039178"/>
                    <a:pt x="1749743" y="1036320"/>
                  </a:cubicBezTo>
                  <a:cubicBezTo>
                    <a:pt x="1752600" y="1035368"/>
                    <a:pt x="1755458" y="1033463"/>
                    <a:pt x="1757363" y="1032510"/>
                  </a:cubicBezTo>
                  <a:cubicBezTo>
                    <a:pt x="1763078" y="1029653"/>
                    <a:pt x="1768793" y="1027748"/>
                    <a:pt x="1773555" y="1024890"/>
                  </a:cubicBezTo>
                  <a:cubicBezTo>
                    <a:pt x="1777365" y="1022985"/>
                    <a:pt x="1780223" y="1021080"/>
                    <a:pt x="1784033" y="1019175"/>
                  </a:cubicBezTo>
                  <a:cubicBezTo>
                    <a:pt x="1788795" y="1017270"/>
                    <a:pt x="1792605" y="1014413"/>
                    <a:pt x="1797368" y="1012508"/>
                  </a:cubicBezTo>
                  <a:cubicBezTo>
                    <a:pt x="1801178" y="1010603"/>
                    <a:pt x="1805940" y="1007745"/>
                    <a:pt x="1809750" y="1005840"/>
                  </a:cubicBezTo>
                  <a:cubicBezTo>
                    <a:pt x="1813560" y="1003935"/>
                    <a:pt x="1817370" y="1001078"/>
                    <a:pt x="1820228" y="999173"/>
                  </a:cubicBezTo>
                  <a:cubicBezTo>
                    <a:pt x="1823085" y="997268"/>
                    <a:pt x="1825943" y="995363"/>
                    <a:pt x="1828800" y="993458"/>
                  </a:cubicBezTo>
                  <a:cubicBezTo>
                    <a:pt x="1831658" y="991553"/>
                    <a:pt x="1834515" y="989648"/>
                    <a:pt x="1837373" y="987743"/>
                  </a:cubicBezTo>
                  <a:cubicBezTo>
                    <a:pt x="1885950" y="958215"/>
                    <a:pt x="1948815" y="961073"/>
                    <a:pt x="1994535" y="999173"/>
                  </a:cubicBezTo>
                  <a:lnTo>
                    <a:pt x="1995488" y="1000125"/>
                  </a:lnTo>
                  <a:cubicBezTo>
                    <a:pt x="2054543" y="1049655"/>
                    <a:pt x="2070735" y="1131570"/>
                    <a:pt x="2041208" y="1198245"/>
                  </a:cubicBezTo>
                  <a:cubicBezTo>
                    <a:pt x="2040255" y="1200150"/>
                    <a:pt x="2039303" y="1202055"/>
                    <a:pt x="2038350" y="1203960"/>
                  </a:cubicBezTo>
                  <a:cubicBezTo>
                    <a:pt x="2007870" y="1270635"/>
                    <a:pt x="1988820" y="1342073"/>
                    <a:pt x="1982153" y="1413510"/>
                  </a:cubicBezTo>
                  <a:cubicBezTo>
                    <a:pt x="1960245" y="1628775"/>
                    <a:pt x="2041208" y="1850708"/>
                    <a:pt x="2219325" y="1999298"/>
                  </a:cubicBezTo>
                  <a:cubicBezTo>
                    <a:pt x="2505075" y="2239328"/>
                    <a:pt x="2930843" y="2202180"/>
                    <a:pt x="3169920" y="1916430"/>
                  </a:cubicBezTo>
                  <a:cubicBezTo>
                    <a:pt x="3416618" y="1629728"/>
                    <a:pt x="3378518" y="1203960"/>
                    <a:pt x="3093720" y="96393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Grafik 19">
              <a:extLst>
                <a:ext uri="{FF2B5EF4-FFF2-40B4-BE49-F238E27FC236}">
                  <a16:creationId xmlns:a16="http://schemas.microsoft.com/office/drawing/2014/main" id="{E2408336-24D2-4795-8A1D-AC13C69236F7}"/>
                </a:ext>
              </a:extLst>
            </p:cNvPr>
            <p:cNvSpPr/>
            <p:nvPr/>
          </p:nvSpPr>
          <p:spPr>
            <a:xfrm rot="18807008">
              <a:off x="3978323" y="2516995"/>
              <a:ext cx="1536081" cy="2250209"/>
            </a:xfrm>
            <a:custGeom>
              <a:avLst/>
              <a:gdLst>
                <a:gd name="connsiteX0" fmla="*/ 2701168 w 3617914"/>
                <a:gd name="connsiteY0" fmla="*/ 113654 h 5299894"/>
                <a:gd name="connsiteX1" fmla="*/ 760925 w 3617914"/>
                <a:gd name="connsiteY1" fmla="*/ 917564 h 5299894"/>
                <a:gd name="connsiteX2" fmla="*/ 1133353 w 3617914"/>
                <a:gd name="connsiteY2" fmla="*/ 2584439 h 5299894"/>
                <a:gd name="connsiteX3" fmla="*/ 1267655 w 3617914"/>
                <a:gd name="connsiteY3" fmla="*/ 2693024 h 5299894"/>
                <a:gd name="connsiteX4" fmla="*/ 1271465 w 3617914"/>
                <a:gd name="connsiteY4" fmla="*/ 2695882 h 5299894"/>
                <a:gd name="connsiteX5" fmla="*/ 1391480 w 3617914"/>
                <a:gd name="connsiteY5" fmla="*/ 3134984 h 5299894"/>
                <a:gd name="connsiteX6" fmla="*/ 1333378 w 3617914"/>
                <a:gd name="connsiteY6" fmla="*/ 3275954 h 5299894"/>
                <a:gd name="connsiteX7" fmla="*/ 1083823 w 3617914"/>
                <a:gd name="connsiteY7" fmla="*/ 3419782 h 5299894"/>
                <a:gd name="connsiteX8" fmla="*/ 1077155 w 3617914"/>
                <a:gd name="connsiteY8" fmla="*/ 3418829 h 5299894"/>
                <a:gd name="connsiteX9" fmla="*/ 822838 w 3617914"/>
                <a:gd name="connsiteY9" fmla="*/ 3417877 h 5299894"/>
                <a:gd name="connsiteX10" fmla="*/ 72268 w 3617914"/>
                <a:gd name="connsiteY10" fmla="*/ 3993187 h 5299894"/>
                <a:gd name="connsiteX11" fmla="*/ 583760 w 3617914"/>
                <a:gd name="connsiteY11" fmla="*/ 5227627 h 5299894"/>
                <a:gd name="connsiteX12" fmla="*/ 1818200 w 3617914"/>
                <a:gd name="connsiteY12" fmla="*/ 4716134 h 5299894"/>
                <a:gd name="connsiteX13" fmla="*/ 1694375 w 3617914"/>
                <a:gd name="connsiteY13" fmla="*/ 3778874 h 5299894"/>
                <a:gd name="connsiteX14" fmla="*/ 1513400 w 3617914"/>
                <a:gd name="connsiteY14" fmla="*/ 3599804 h 5299894"/>
                <a:gd name="connsiteX15" fmla="*/ 1507685 w 3617914"/>
                <a:gd name="connsiteY15" fmla="*/ 3595994 h 5299894"/>
                <a:gd name="connsiteX16" fmla="*/ 1432438 w 3617914"/>
                <a:gd name="connsiteY16" fmla="*/ 3317864 h 5299894"/>
                <a:gd name="connsiteX17" fmla="*/ 1490540 w 3617914"/>
                <a:gd name="connsiteY17" fmla="*/ 3176894 h 5299894"/>
                <a:gd name="connsiteX18" fmla="*/ 1885828 w 3617914"/>
                <a:gd name="connsiteY18" fmla="*/ 2951152 h 5299894"/>
                <a:gd name="connsiteX19" fmla="*/ 1889638 w 3617914"/>
                <a:gd name="connsiteY19" fmla="*/ 2952104 h 5299894"/>
                <a:gd name="connsiteX20" fmla="*/ 2061088 w 3617914"/>
                <a:gd name="connsiteY20" fmla="*/ 2970202 h 5299894"/>
                <a:gd name="connsiteX21" fmla="*/ 3503173 w 3617914"/>
                <a:gd name="connsiteY21" fmla="*/ 2054849 h 5299894"/>
                <a:gd name="connsiteX22" fmla="*/ 2701168 w 3617914"/>
                <a:gd name="connsiteY22" fmla="*/ 113654 h 529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7914" h="5299894">
                  <a:moveTo>
                    <a:pt x="2701168" y="113654"/>
                  </a:moveTo>
                  <a:cubicBezTo>
                    <a:pt x="1943930" y="-200671"/>
                    <a:pt x="1075250" y="159374"/>
                    <a:pt x="760925" y="917564"/>
                  </a:cubicBezTo>
                  <a:cubicBezTo>
                    <a:pt x="514228" y="1511924"/>
                    <a:pt x="682820" y="2174864"/>
                    <a:pt x="1133353" y="2584439"/>
                  </a:cubicBezTo>
                  <a:cubicBezTo>
                    <a:pt x="1175263" y="2622539"/>
                    <a:pt x="1220030" y="2658734"/>
                    <a:pt x="1267655" y="2693024"/>
                  </a:cubicBezTo>
                  <a:cubicBezTo>
                    <a:pt x="1268608" y="2693977"/>
                    <a:pt x="1269560" y="2694929"/>
                    <a:pt x="1271465" y="2695882"/>
                  </a:cubicBezTo>
                  <a:cubicBezTo>
                    <a:pt x="1403863" y="2794942"/>
                    <a:pt x="1458155" y="2974964"/>
                    <a:pt x="1391480" y="3134984"/>
                  </a:cubicBezTo>
                  <a:lnTo>
                    <a:pt x="1333378" y="3275954"/>
                  </a:lnTo>
                  <a:cubicBezTo>
                    <a:pt x="1291468" y="3376919"/>
                    <a:pt x="1187645" y="3434069"/>
                    <a:pt x="1083823" y="3419782"/>
                  </a:cubicBezTo>
                  <a:cubicBezTo>
                    <a:pt x="1081918" y="3419782"/>
                    <a:pt x="1079060" y="3418829"/>
                    <a:pt x="1077155" y="3418829"/>
                  </a:cubicBezTo>
                  <a:cubicBezTo>
                    <a:pt x="991430" y="3406447"/>
                    <a:pt x="905705" y="3406447"/>
                    <a:pt x="822838" y="3417877"/>
                  </a:cubicBezTo>
                  <a:cubicBezTo>
                    <a:pt x="498988" y="3460739"/>
                    <a:pt x="206570" y="3670289"/>
                    <a:pt x="72268" y="3993187"/>
                  </a:cubicBezTo>
                  <a:cubicBezTo>
                    <a:pt x="-127757" y="4475152"/>
                    <a:pt x="101795" y="5028555"/>
                    <a:pt x="583760" y="5227627"/>
                  </a:cubicBezTo>
                  <a:cubicBezTo>
                    <a:pt x="1065725" y="5427652"/>
                    <a:pt x="1619128" y="5198100"/>
                    <a:pt x="1818200" y="4716134"/>
                  </a:cubicBezTo>
                  <a:cubicBezTo>
                    <a:pt x="1952503" y="4392284"/>
                    <a:pt x="1893448" y="4037954"/>
                    <a:pt x="1694375" y="3778874"/>
                  </a:cubicBezTo>
                  <a:cubicBezTo>
                    <a:pt x="1642940" y="3712199"/>
                    <a:pt x="1582933" y="3651239"/>
                    <a:pt x="1513400" y="3599804"/>
                  </a:cubicBezTo>
                  <a:cubicBezTo>
                    <a:pt x="1511495" y="3598852"/>
                    <a:pt x="1509590" y="3596947"/>
                    <a:pt x="1507685" y="3595994"/>
                  </a:cubicBezTo>
                  <a:cubicBezTo>
                    <a:pt x="1424818" y="3532177"/>
                    <a:pt x="1391480" y="3418829"/>
                    <a:pt x="1432438" y="3317864"/>
                  </a:cubicBezTo>
                  <a:lnTo>
                    <a:pt x="1490540" y="3176894"/>
                  </a:lnTo>
                  <a:cubicBezTo>
                    <a:pt x="1557215" y="3016874"/>
                    <a:pt x="1721998" y="2927339"/>
                    <a:pt x="1885828" y="2951152"/>
                  </a:cubicBezTo>
                  <a:cubicBezTo>
                    <a:pt x="1886780" y="2951152"/>
                    <a:pt x="1888685" y="2952104"/>
                    <a:pt x="1889638" y="2952104"/>
                  </a:cubicBezTo>
                  <a:cubicBezTo>
                    <a:pt x="1946788" y="2961629"/>
                    <a:pt x="2003938" y="2967344"/>
                    <a:pt x="2061088" y="2970202"/>
                  </a:cubicBezTo>
                  <a:cubicBezTo>
                    <a:pt x="2668783" y="2998777"/>
                    <a:pt x="3257428" y="2649209"/>
                    <a:pt x="3503173" y="2054849"/>
                  </a:cubicBezTo>
                  <a:cubicBezTo>
                    <a:pt x="3819403" y="1296659"/>
                    <a:pt x="3459358" y="427979"/>
                    <a:pt x="2701168" y="1136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5C7A5F46-0246-4B14-AECA-E1554DFCA110}"/>
                </a:ext>
              </a:extLst>
            </p:cNvPr>
            <p:cNvSpPr/>
            <p:nvPr/>
          </p:nvSpPr>
          <p:spPr>
            <a:xfrm>
              <a:off x="0" y="2005007"/>
              <a:ext cx="5508760" cy="3584009"/>
            </a:xfrm>
            <a:custGeom>
              <a:avLst/>
              <a:gdLst>
                <a:gd name="connsiteX0" fmla="*/ 1708303 w 5508760"/>
                <a:gd name="connsiteY0" fmla="*/ 3324650 h 3584009"/>
                <a:gd name="connsiteX1" fmla="*/ 1765535 w 5508760"/>
                <a:gd name="connsiteY1" fmla="*/ 3329899 h 3584009"/>
                <a:gd name="connsiteX2" fmla="*/ 1765535 w 5508760"/>
                <a:gd name="connsiteY2" fmla="*/ 3329899 h 3584009"/>
                <a:gd name="connsiteX3" fmla="*/ 1907936 w 5508760"/>
                <a:gd name="connsiteY3" fmla="*/ 3314876 h 3584009"/>
                <a:gd name="connsiteX4" fmla="*/ 1765536 w 5508760"/>
                <a:gd name="connsiteY4" fmla="*/ 3329899 h 3584009"/>
                <a:gd name="connsiteX5" fmla="*/ 1765535 w 5508760"/>
                <a:gd name="connsiteY5" fmla="*/ 3329899 h 3584009"/>
                <a:gd name="connsiteX6" fmla="*/ 4551467 w 5508760"/>
                <a:gd name="connsiteY6" fmla="*/ 3200987 h 3584009"/>
                <a:gd name="connsiteX7" fmla="*/ 4620635 w 5508760"/>
                <a:gd name="connsiteY7" fmla="*/ 3275338 h 3584009"/>
                <a:gd name="connsiteX8" fmla="*/ 5407901 w 5508760"/>
                <a:gd name="connsiteY8" fmla="*/ 3544076 h 3584009"/>
                <a:gd name="connsiteX9" fmla="*/ 5502706 w 5508760"/>
                <a:gd name="connsiteY9" fmla="*/ 3529414 h 3584009"/>
                <a:gd name="connsiteX10" fmla="*/ 5487850 w 5508760"/>
                <a:gd name="connsiteY10" fmla="*/ 3559526 h 3584009"/>
                <a:gd name="connsiteX11" fmla="*/ 5423659 w 5508760"/>
                <a:gd name="connsiteY11" fmla="*/ 3584009 h 3584009"/>
                <a:gd name="connsiteX12" fmla="*/ 5079555 w 5508760"/>
                <a:gd name="connsiteY12" fmla="*/ 3584009 h 3584009"/>
                <a:gd name="connsiteX13" fmla="*/ 4841323 w 5508760"/>
                <a:gd name="connsiteY13" fmla="*/ 3541657 h 3584009"/>
                <a:gd name="connsiteX14" fmla="*/ 4682504 w 5508760"/>
                <a:gd name="connsiteY14" fmla="*/ 3441075 h 3584009"/>
                <a:gd name="connsiteX15" fmla="*/ 4677214 w 5508760"/>
                <a:gd name="connsiteY15" fmla="*/ 3435778 h 3584009"/>
                <a:gd name="connsiteX16" fmla="*/ 4640153 w 5508760"/>
                <a:gd name="connsiteY16" fmla="*/ 3393426 h 3584009"/>
                <a:gd name="connsiteX17" fmla="*/ 4634863 w 5508760"/>
                <a:gd name="connsiteY17" fmla="*/ 3388135 h 3584009"/>
                <a:gd name="connsiteX18" fmla="*/ 4608390 w 5508760"/>
                <a:gd name="connsiteY18" fmla="*/ 3345783 h 3584009"/>
                <a:gd name="connsiteX19" fmla="*/ 4608390 w 5508760"/>
                <a:gd name="connsiteY19" fmla="*/ 3340487 h 3584009"/>
                <a:gd name="connsiteX20" fmla="*/ 4581922 w 5508760"/>
                <a:gd name="connsiteY20" fmla="*/ 3292844 h 3584009"/>
                <a:gd name="connsiteX21" fmla="*/ 4560747 w 5508760"/>
                <a:gd name="connsiteY21" fmla="*/ 3239905 h 3584009"/>
                <a:gd name="connsiteX22" fmla="*/ 596735 w 5508760"/>
                <a:gd name="connsiteY22" fmla="*/ 2564573 h 3584009"/>
                <a:gd name="connsiteX23" fmla="*/ 680272 w 5508760"/>
                <a:gd name="connsiteY23" fmla="*/ 2641685 h 3584009"/>
                <a:gd name="connsiteX24" fmla="*/ 914653 w 5508760"/>
                <a:gd name="connsiteY24" fmla="*/ 2853533 h 3584009"/>
                <a:gd name="connsiteX25" fmla="*/ 680271 w 5508760"/>
                <a:gd name="connsiteY25" fmla="*/ 2641685 h 3584009"/>
                <a:gd name="connsiteX26" fmla="*/ 4528981 w 5508760"/>
                <a:gd name="connsiteY26" fmla="*/ 2440491 h 3584009"/>
                <a:gd name="connsiteX27" fmla="*/ 4528984 w 5508760"/>
                <a:gd name="connsiteY27" fmla="*/ 2440514 h 3584009"/>
                <a:gd name="connsiteX28" fmla="*/ 4528984 w 5508760"/>
                <a:gd name="connsiteY28" fmla="*/ 3028147 h 3584009"/>
                <a:gd name="connsiteX29" fmla="*/ 4535107 w 5508760"/>
                <a:gd name="connsiteY29" fmla="*/ 3114398 h 3584009"/>
                <a:gd name="connsiteX30" fmla="*/ 4528983 w 5508760"/>
                <a:gd name="connsiteY30" fmla="*/ 3028147 h 3584009"/>
                <a:gd name="connsiteX31" fmla="*/ 4528983 w 5508760"/>
                <a:gd name="connsiteY31" fmla="*/ 2440514 h 3584009"/>
                <a:gd name="connsiteX32" fmla="*/ 4502123 w 5508760"/>
                <a:gd name="connsiteY32" fmla="*/ 2261213 h 3584009"/>
                <a:gd name="connsiteX33" fmla="*/ 4508882 w 5508760"/>
                <a:gd name="connsiteY33" fmla="*/ 2276640 h 3584009"/>
                <a:gd name="connsiteX34" fmla="*/ 4511097 w 5508760"/>
                <a:gd name="connsiteY34" fmla="*/ 2294700 h 3584009"/>
                <a:gd name="connsiteX35" fmla="*/ 145583 w 5508760"/>
                <a:gd name="connsiteY35" fmla="*/ 2165228 h 3584009"/>
                <a:gd name="connsiteX36" fmla="*/ 426161 w 5508760"/>
                <a:gd name="connsiteY36" fmla="*/ 2408750 h 3584009"/>
                <a:gd name="connsiteX37" fmla="*/ 431458 w 5508760"/>
                <a:gd name="connsiteY37" fmla="*/ 2414046 h 3584009"/>
                <a:gd name="connsiteX38" fmla="*/ 457639 w 5508760"/>
                <a:gd name="connsiteY38" fmla="*/ 2436954 h 3584009"/>
                <a:gd name="connsiteX39" fmla="*/ 431458 w 5508760"/>
                <a:gd name="connsiteY39" fmla="*/ 2414047 h 3584009"/>
                <a:gd name="connsiteX40" fmla="*/ 426160 w 5508760"/>
                <a:gd name="connsiteY40" fmla="*/ 2408750 h 3584009"/>
                <a:gd name="connsiteX41" fmla="*/ 145583 w 5508760"/>
                <a:gd name="connsiteY41" fmla="*/ 2165228 h 3584009"/>
                <a:gd name="connsiteX42" fmla="*/ 0 w 5508760"/>
                <a:gd name="connsiteY42" fmla="*/ 2065177 h 3584009"/>
                <a:gd name="connsiteX43" fmla="*/ 17867 w 5508760"/>
                <a:gd name="connsiteY43" fmla="*/ 2075232 h 3584009"/>
                <a:gd name="connsiteX44" fmla="*/ 145583 w 5508760"/>
                <a:gd name="connsiteY44" fmla="*/ 2165228 h 3584009"/>
                <a:gd name="connsiteX45" fmla="*/ 17866 w 5508760"/>
                <a:gd name="connsiteY45" fmla="*/ 2075232 h 3584009"/>
                <a:gd name="connsiteX46" fmla="*/ 0 w 5508760"/>
                <a:gd name="connsiteY46" fmla="*/ 2065177 h 3584009"/>
                <a:gd name="connsiteX47" fmla="*/ 3883120 w 5508760"/>
                <a:gd name="connsiteY47" fmla="*/ 471161 h 3584009"/>
                <a:gd name="connsiteX48" fmla="*/ 3284900 w 5508760"/>
                <a:gd name="connsiteY48" fmla="*/ 1016442 h 3584009"/>
                <a:gd name="connsiteX49" fmla="*/ 3214099 w 5508760"/>
                <a:gd name="connsiteY49" fmla="*/ 1077415 h 3584009"/>
                <a:gd name="connsiteX50" fmla="*/ 3214098 w 5508760"/>
                <a:gd name="connsiteY50" fmla="*/ 1077414 h 3584009"/>
                <a:gd name="connsiteX51" fmla="*/ 3284901 w 5508760"/>
                <a:gd name="connsiteY51" fmla="*/ 1016441 h 3584009"/>
                <a:gd name="connsiteX52" fmla="*/ 4378164 w 5508760"/>
                <a:gd name="connsiteY52" fmla="*/ 17175 h 3584009"/>
                <a:gd name="connsiteX53" fmla="*/ 4370166 w 5508760"/>
                <a:gd name="connsiteY53" fmla="*/ 21177 h 3584009"/>
                <a:gd name="connsiteX54" fmla="*/ 4334429 w 5508760"/>
                <a:gd name="connsiteY54" fmla="*/ 47646 h 3584009"/>
                <a:gd name="connsiteX55" fmla="*/ 4370164 w 5508760"/>
                <a:gd name="connsiteY55" fmla="*/ 21177 h 3584009"/>
                <a:gd name="connsiteX56" fmla="*/ 4460159 w 5508760"/>
                <a:gd name="connsiteY56" fmla="*/ 0 h 3584009"/>
                <a:gd name="connsiteX57" fmla="*/ 4963088 w 5508760"/>
                <a:gd name="connsiteY57" fmla="*/ 0 h 3584009"/>
                <a:gd name="connsiteX58" fmla="*/ 4994851 w 5508760"/>
                <a:gd name="connsiteY58" fmla="*/ 0 h 3584009"/>
                <a:gd name="connsiteX59" fmla="*/ 5026615 w 5508760"/>
                <a:gd name="connsiteY59" fmla="*/ 0 h 3584009"/>
                <a:gd name="connsiteX60" fmla="*/ 5068967 w 5508760"/>
                <a:gd name="connsiteY60" fmla="*/ 5292 h 3584009"/>
                <a:gd name="connsiteX61" fmla="*/ 5084845 w 5508760"/>
                <a:gd name="connsiteY61" fmla="*/ 5292 h 3584009"/>
                <a:gd name="connsiteX62" fmla="*/ 5132494 w 5508760"/>
                <a:gd name="connsiteY62" fmla="*/ 15880 h 3584009"/>
                <a:gd name="connsiteX63" fmla="*/ 5137786 w 5508760"/>
                <a:gd name="connsiteY63" fmla="*/ 15880 h 3584009"/>
                <a:gd name="connsiteX64" fmla="*/ 5190725 w 5508760"/>
                <a:gd name="connsiteY64" fmla="*/ 31764 h 3584009"/>
                <a:gd name="connsiteX65" fmla="*/ 5365429 w 5508760"/>
                <a:gd name="connsiteY65" fmla="*/ 137644 h 3584009"/>
                <a:gd name="connsiteX66" fmla="*/ 5370720 w 5508760"/>
                <a:gd name="connsiteY66" fmla="*/ 142935 h 3584009"/>
                <a:gd name="connsiteX67" fmla="*/ 5508362 w 5508760"/>
                <a:gd name="connsiteY67" fmla="*/ 550573 h 3584009"/>
                <a:gd name="connsiteX68" fmla="*/ 5508362 w 5508760"/>
                <a:gd name="connsiteY68" fmla="*/ 1381722 h 3584009"/>
                <a:gd name="connsiteX69" fmla="*/ 5508362 w 5508760"/>
                <a:gd name="connsiteY69" fmla="*/ 1579470 h 3584009"/>
                <a:gd name="connsiteX70" fmla="*/ 5491894 w 5508760"/>
                <a:gd name="connsiteY70" fmla="*/ 1575558 h 3584009"/>
                <a:gd name="connsiteX71" fmla="*/ 5306956 w 5508760"/>
                <a:gd name="connsiteY71" fmla="*/ 1558420 h 3584009"/>
                <a:gd name="connsiteX72" fmla="*/ 5205342 w 5508760"/>
                <a:gd name="connsiteY72" fmla="*/ 1563760 h 3584009"/>
                <a:gd name="connsiteX73" fmla="*/ 4426339 w 5508760"/>
                <a:gd name="connsiteY73" fmla="*/ 2089902 h 3584009"/>
                <a:gd name="connsiteX74" fmla="*/ 4420590 w 5508760"/>
                <a:gd name="connsiteY74" fmla="*/ 2103354 h 3584009"/>
                <a:gd name="connsiteX75" fmla="*/ 4436491 w 5508760"/>
                <a:gd name="connsiteY75" fmla="*/ 2123611 h 3584009"/>
                <a:gd name="connsiteX76" fmla="*/ 4386043 w 5508760"/>
                <a:gd name="connsiteY76" fmla="*/ 2059348 h 3584009"/>
                <a:gd name="connsiteX77" fmla="*/ 4015466 w 5508760"/>
                <a:gd name="connsiteY77" fmla="*/ 1911118 h 3584009"/>
                <a:gd name="connsiteX78" fmla="*/ 3687241 w 5508760"/>
                <a:gd name="connsiteY78" fmla="*/ 1985234 h 3584009"/>
                <a:gd name="connsiteX79" fmla="*/ 3558811 w 5508760"/>
                <a:gd name="connsiteY79" fmla="*/ 2053549 h 3584009"/>
                <a:gd name="connsiteX80" fmla="*/ 3564978 w 5508760"/>
                <a:gd name="connsiteY80" fmla="*/ 2050269 h 3584009"/>
                <a:gd name="connsiteX81" fmla="*/ 3529007 w 5508760"/>
                <a:gd name="connsiteY81" fmla="*/ 2007820 h 3584009"/>
                <a:gd name="connsiteX82" fmla="*/ 3396825 w 5508760"/>
                <a:gd name="connsiteY82" fmla="*/ 1892317 h 3584009"/>
                <a:gd name="connsiteX83" fmla="*/ 3393445 w 5508760"/>
                <a:gd name="connsiteY83" fmla="*/ 1889804 h 3584009"/>
                <a:gd name="connsiteX84" fmla="*/ 3332610 w 5508760"/>
                <a:gd name="connsiteY84" fmla="*/ 1848254 h 3584009"/>
                <a:gd name="connsiteX85" fmla="*/ 3324347 w 5508760"/>
                <a:gd name="connsiteY85" fmla="*/ 1842520 h 3584009"/>
                <a:gd name="connsiteX86" fmla="*/ 3306720 w 5508760"/>
                <a:gd name="connsiteY86" fmla="*/ 1831446 h 3584009"/>
                <a:gd name="connsiteX87" fmla="*/ 3295861 w 5508760"/>
                <a:gd name="connsiteY87" fmla="*/ 1825400 h 3584009"/>
                <a:gd name="connsiteX88" fmla="*/ 3278629 w 5508760"/>
                <a:gd name="connsiteY88" fmla="*/ 1815427 h 3584009"/>
                <a:gd name="connsiteX89" fmla="*/ 3272254 w 5508760"/>
                <a:gd name="connsiteY89" fmla="*/ 1811501 h 3584009"/>
                <a:gd name="connsiteX90" fmla="*/ 3233700 w 5508760"/>
                <a:gd name="connsiteY90" fmla="*/ 1790538 h 3584009"/>
                <a:gd name="connsiteX91" fmla="*/ 3226225 w 5508760"/>
                <a:gd name="connsiteY91" fmla="*/ 1787004 h 3584009"/>
                <a:gd name="connsiteX92" fmla="*/ 3205294 w 5508760"/>
                <a:gd name="connsiteY92" fmla="*/ 1777113 h 3584009"/>
                <a:gd name="connsiteX93" fmla="*/ 3199315 w 5508760"/>
                <a:gd name="connsiteY93" fmla="*/ 1774288 h 3584009"/>
                <a:gd name="connsiteX94" fmla="*/ 2641765 w 5508760"/>
                <a:gd name="connsiteY94" fmla="*/ 1663501 h 3584009"/>
                <a:gd name="connsiteX95" fmla="*/ 2633272 w 5508760"/>
                <a:gd name="connsiteY95" fmla="*/ 1664059 h 3584009"/>
                <a:gd name="connsiteX96" fmla="*/ 2614082 w 5508760"/>
                <a:gd name="connsiteY96" fmla="*/ 1665963 h 3584009"/>
                <a:gd name="connsiteX97" fmla="*/ 2590097 w 5508760"/>
                <a:gd name="connsiteY97" fmla="*/ 1668345 h 3584009"/>
                <a:gd name="connsiteX98" fmla="*/ 2582704 w 5508760"/>
                <a:gd name="connsiteY98" fmla="*/ 1668509 h 3584009"/>
                <a:gd name="connsiteX99" fmla="*/ 2580503 w 5508760"/>
                <a:gd name="connsiteY99" fmla="*/ 1669297 h 3584009"/>
                <a:gd name="connsiteX100" fmla="*/ 2555418 w 5508760"/>
                <a:gd name="connsiteY100" fmla="*/ 1672071 h 3584009"/>
                <a:gd name="connsiteX101" fmla="*/ 2552823 w 5508760"/>
                <a:gd name="connsiteY101" fmla="*/ 1671759 h 3584009"/>
                <a:gd name="connsiteX102" fmla="*/ 2408844 w 5508760"/>
                <a:gd name="connsiteY102" fmla="*/ 1699730 h 3584009"/>
                <a:gd name="connsiteX103" fmla="*/ 1881862 w 5508760"/>
                <a:gd name="connsiteY103" fmla="*/ 2000241 h 3584009"/>
                <a:gd name="connsiteX104" fmla="*/ 1878954 w 5508760"/>
                <a:gd name="connsiteY104" fmla="*/ 2002524 h 3584009"/>
                <a:gd name="connsiteX105" fmla="*/ 1865202 w 5508760"/>
                <a:gd name="connsiteY105" fmla="*/ 2016144 h 3584009"/>
                <a:gd name="connsiteX106" fmla="*/ 1857974 w 5508760"/>
                <a:gd name="connsiteY106" fmla="*/ 2023700 h 3584009"/>
                <a:gd name="connsiteX107" fmla="*/ 1848937 w 5508760"/>
                <a:gd name="connsiteY107" fmla="*/ 2033145 h 3584009"/>
                <a:gd name="connsiteX108" fmla="*/ 1837388 w 5508760"/>
                <a:gd name="connsiteY108" fmla="*/ 2045975 h 3584009"/>
                <a:gd name="connsiteX109" fmla="*/ 1833067 w 5508760"/>
                <a:gd name="connsiteY109" fmla="*/ 2051248 h 3584009"/>
                <a:gd name="connsiteX110" fmla="*/ 1574594 w 5508760"/>
                <a:gd name="connsiteY110" fmla="*/ 2536261 h 3584009"/>
                <a:gd name="connsiteX111" fmla="*/ 1541745 w 5508760"/>
                <a:gd name="connsiteY111" fmla="*/ 2739279 h 3584009"/>
                <a:gd name="connsiteX112" fmla="*/ 1542138 w 5508760"/>
                <a:gd name="connsiteY112" fmla="*/ 2740381 h 3584009"/>
                <a:gd name="connsiteX113" fmla="*/ 1539887 w 5508760"/>
                <a:gd name="connsiteY113" fmla="*/ 2772234 h 3584009"/>
                <a:gd name="connsiteX114" fmla="*/ 1539114 w 5508760"/>
                <a:gd name="connsiteY114" fmla="*/ 2787415 h 3584009"/>
                <a:gd name="connsiteX115" fmla="*/ 1538342 w 5508760"/>
                <a:gd name="connsiteY115" fmla="*/ 2802593 h 3584009"/>
                <a:gd name="connsiteX116" fmla="*/ 1609215 w 5508760"/>
                <a:gd name="connsiteY116" fmla="*/ 3224295 h 3584009"/>
                <a:gd name="connsiteX117" fmla="*/ 1651191 w 5508760"/>
                <a:gd name="connsiteY117" fmla="*/ 3319410 h 3584009"/>
                <a:gd name="connsiteX118" fmla="*/ 1621273 w 5508760"/>
                <a:gd name="connsiteY118" fmla="*/ 3316666 h 3584009"/>
                <a:gd name="connsiteX119" fmla="*/ 1484953 w 5508760"/>
                <a:gd name="connsiteY119" fmla="*/ 3271669 h 3584009"/>
                <a:gd name="connsiteX120" fmla="*/ 1352607 w 5508760"/>
                <a:gd name="connsiteY120" fmla="*/ 3202844 h 3584009"/>
                <a:gd name="connsiteX121" fmla="*/ 1220254 w 5508760"/>
                <a:gd name="connsiteY121" fmla="*/ 3112850 h 3584009"/>
                <a:gd name="connsiteX122" fmla="*/ 963370 w 5508760"/>
                <a:gd name="connsiteY122" fmla="*/ 2897066 h 3584009"/>
                <a:gd name="connsiteX123" fmla="*/ 991883 w 5508760"/>
                <a:gd name="connsiteY123" fmla="*/ 2921017 h 3584009"/>
                <a:gd name="connsiteX124" fmla="*/ 1002383 w 5508760"/>
                <a:gd name="connsiteY124" fmla="*/ 2915067 h 3584009"/>
                <a:gd name="connsiteX125" fmla="*/ 1254991 w 5508760"/>
                <a:gd name="connsiteY125" fmla="*/ 1765254 h 3584009"/>
                <a:gd name="connsiteX126" fmla="*/ 1043902 w 5508760"/>
                <a:gd name="connsiteY126" fmla="*/ 1540493 h 3584009"/>
                <a:gd name="connsiteX127" fmla="*/ 965225 w 5508760"/>
                <a:gd name="connsiteY127" fmla="*/ 1490413 h 3584009"/>
                <a:gd name="connsiteX128" fmla="*/ 918501 w 5508760"/>
                <a:gd name="connsiteY128" fmla="*/ 1471723 h 3584009"/>
                <a:gd name="connsiteX129" fmla="*/ 847966 w 5508760"/>
                <a:gd name="connsiteY129" fmla="*/ 1436455 h 3584009"/>
                <a:gd name="connsiteX130" fmla="*/ 775310 w 5508760"/>
                <a:gd name="connsiteY130" fmla="*/ 1411903 h 3584009"/>
                <a:gd name="connsiteX131" fmla="*/ 578989 w 5508760"/>
                <a:gd name="connsiteY131" fmla="*/ 1382689 h 3584009"/>
                <a:gd name="connsiteX132" fmla="*/ 314607 w 5508760"/>
                <a:gd name="connsiteY132" fmla="*/ 1417766 h 3584009"/>
                <a:gd name="connsiteX133" fmla="*/ 308003 w 5508760"/>
                <a:gd name="connsiteY133" fmla="*/ 1420133 h 3584009"/>
                <a:gd name="connsiteX134" fmla="*/ 74185 w 5508760"/>
                <a:gd name="connsiteY134" fmla="*/ 1332492 h 3584009"/>
                <a:gd name="connsiteX135" fmla="*/ 73398 w 5508760"/>
                <a:gd name="connsiteY135" fmla="*/ 1330291 h 3584009"/>
                <a:gd name="connsiteX136" fmla="*/ 97823 w 5508760"/>
                <a:gd name="connsiteY136" fmla="*/ 1030937 h 3584009"/>
                <a:gd name="connsiteX137" fmla="*/ 102143 w 5508760"/>
                <a:gd name="connsiteY137" fmla="*/ 1025664 h 3584009"/>
                <a:gd name="connsiteX138" fmla="*/ 109374 w 5508760"/>
                <a:gd name="connsiteY138" fmla="*/ 1018109 h 3584009"/>
                <a:gd name="connsiteX139" fmla="*/ 119115 w 5508760"/>
                <a:gd name="connsiteY139" fmla="*/ 1007166 h 3584009"/>
                <a:gd name="connsiteX140" fmla="*/ 169209 w 5508760"/>
                <a:gd name="connsiteY140" fmla="*/ 944842 h 3584009"/>
                <a:gd name="connsiteX141" fmla="*/ 246166 w 5508760"/>
                <a:gd name="connsiteY141" fmla="*/ 1016442 h 3584009"/>
                <a:gd name="connsiteX142" fmla="*/ 293814 w 5508760"/>
                <a:gd name="connsiteY142" fmla="*/ 1058793 h 3584009"/>
                <a:gd name="connsiteX143" fmla="*/ 362633 w 5508760"/>
                <a:gd name="connsiteY143" fmla="*/ 1117024 h 3584009"/>
                <a:gd name="connsiteX144" fmla="*/ 367929 w 5508760"/>
                <a:gd name="connsiteY144" fmla="*/ 1122320 h 3584009"/>
                <a:gd name="connsiteX145" fmla="*/ 436749 w 5508760"/>
                <a:gd name="connsiteY145" fmla="*/ 1175261 h 3584009"/>
                <a:gd name="connsiteX146" fmla="*/ 447336 w 5508760"/>
                <a:gd name="connsiteY146" fmla="*/ 1180552 h 3584009"/>
                <a:gd name="connsiteX147" fmla="*/ 510864 w 5508760"/>
                <a:gd name="connsiteY147" fmla="*/ 1228200 h 3584009"/>
                <a:gd name="connsiteX148" fmla="*/ 526748 w 5508760"/>
                <a:gd name="connsiteY148" fmla="*/ 1238788 h 3584009"/>
                <a:gd name="connsiteX149" fmla="*/ 590277 w 5508760"/>
                <a:gd name="connsiteY149" fmla="*/ 1281139 h 3584009"/>
                <a:gd name="connsiteX150" fmla="*/ 611452 w 5508760"/>
                <a:gd name="connsiteY150" fmla="*/ 1297018 h 3584009"/>
                <a:gd name="connsiteX151" fmla="*/ 669682 w 5508760"/>
                <a:gd name="connsiteY151" fmla="*/ 1334080 h 3584009"/>
                <a:gd name="connsiteX152" fmla="*/ 701446 w 5508760"/>
                <a:gd name="connsiteY152" fmla="*/ 1355255 h 3584009"/>
                <a:gd name="connsiteX153" fmla="*/ 749095 w 5508760"/>
                <a:gd name="connsiteY153" fmla="*/ 1381722 h 3584009"/>
                <a:gd name="connsiteX154" fmla="*/ 796738 w 5508760"/>
                <a:gd name="connsiteY154" fmla="*/ 1408194 h 3584009"/>
                <a:gd name="connsiteX155" fmla="*/ 833798 w 5508760"/>
                <a:gd name="connsiteY155" fmla="*/ 1429370 h 3584009"/>
                <a:gd name="connsiteX156" fmla="*/ 918502 w 5508760"/>
                <a:gd name="connsiteY156" fmla="*/ 1471722 h 3584009"/>
                <a:gd name="connsiteX157" fmla="*/ 997909 w 5508760"/>
                <a:gd name="connsiteY157" fmla="*/ 1503486 h 3584009"/>
                <a:gd name="connsiteX158" fmla="*/ 1029671 w 5508760"/>
                <a:gd name="connsiteY158" fmla="*/ 1519365 h 3584009"/>
                <a:gd name="connsiteX159" fmla="*/ 1072023 w 5508760"/>
                <a:gd name="connsiteY159" fmla="*/ 1535250 h 3584009"/>
                <a:gd name="connsiteX160" fmla="*/ 1183199 w 5508760"/>
                <a:gd name="connsiteY160" fmla="*/ 1572304 h 3584009"/>
                <a:gd name="connsiteX161" fmla="*/ 1765535 w 5508760"/>
                <a:gd name="connsiteY161" fmla="*/ 1646420 h 3584009"/>
                <a:gd name="connsiteX162" fmla="*/ 2570217 w 5508760"/>
                <a:gd name="connsiteY162" fmla="*/ 1492898 h 3584009"/>
                <a:gd name="connsiteX163" fmla="*/ 2575509 w 5508760"/>
                <a:gd name="connsiteY163" fmla="*/ 1492898 h 3584009"/>
                <a:gd name="connsiteX164" fmla="*/ 2612569 w 5508760"/>
                <a:gd name="connsiteY164" fmla="*/ 1477013 h 3584009"/>
                <a:gd name="connsiteX165" fmla="*/ 3126992 w 5508760"/>
                <a:gd name="connsiteY165" fmla="*/ 1152430 h 3584009"/>
                <a:gd name="connsiteX166" fmla="*/ 3214099 w 5508760"/>
                <a:gd name="connsiteY166" fmla="*/ 1077415 h 3584009"/>
                <a:gd name="connsiteX167" fmla="*/ 3241849 w 5508760"/>
                <a:gd name="connsiteY167" fmla="*/ 1140589 h 3584009"/>
                <a:gd name="connsiteX168" fmla="*/ 3248388 w 5508760"/>
                <a:gd name="connsiteY168" fmla="*/ 1151908 h 3584009"/>
                <a:gd name="connsiteX169" fmla="*/ 3250668 w 5508760"/>
                <a:gd name="connsiteY169" fmla="*/ 1154817 h 3584009"/>
                <a:gd name="connsiteX170" fmla="*/ 3273749 w 5508760"/>
                <a:gd name="connsiteY170" fmla="*/ 1194984 h 3584009"/>
                <a:gd name="connsiteX171" fmla="*/ 3276032 w 5508760"/>
                <a:gd name="connsiteY171" fmla="*/ 1197892 h 3584009"/>
                <a:gd name="connsiteX172" fmla="*/ 3298244 w 5508760"/>
                <a:gd name="connsiteY172" fmla="*/ 1232163 h 3584009"/>
                <a:gd name="connsiteX173" fmla="*/ 3303203 w 5508760"/>
                <a:gd name="connsiteY173" fmla="*/ 1239079 h 3584009"/>
                <a:gd name="connsiteX174" fmla="*/ 3327613 w 5508760"/>
                <a:gd name="connsiteY174" fmla="*/ 1272561 h 3584009"/>
                <a:gd name="connsiteX175" fmla="*/ 3332573 w 5508760"/>
                <a:gd name="connsiteY175" fmla="*/ 1279478 h 3584009"/>
                <a:gd name="connsiteX176" fmla="*/ 3392172 w 5508760"/>
                <a:gd name="connsiteY176" fmla="*/ 1348791 h 3584009"/>
                <a:gd name="connsiteX177" fmla="*/ 3392567 w 5508760"/>
                <a:gd name="connsiteY177" fmla="*/ 1349891 h 3584009"/>
                <a:gd name="connsiteX178" fmla="*/ 4025562 w 5508760"/>
                <a:gd name="connsiteY178" fmla="*/ 1660924 h 3584009"/>
                <a:gd name="connsiteX179" fmla="*/ 4602017 w 5508760"/>
                <a:gd name="connsiteY179" fmla="*/ 1540157 h 3584009"/>
                <a:gd name="connsiteX180" fmla="*/ 4608229 w 5508760"/>
                <a:gd name="connsiteY180" fmla="*/ 1536691 h 3584009"/>
                <a:gd name="connsiteX181" fmla="*/ 4643285 w 5508760"/>
                <a:gd name="connsiteY181" fmla="*/ 1516683 h 3584009"/>
                <a:gd name="connsiteX182" fmla="*/ 4658222 w 5508760"/>
                <a:gd name="connsiteY182" fmla="*/ 1506367 h 3584009"/>
                <a:gd name="connsiteX183" fmla="*/ 4682273 w 5508760"/>
                <a:gd name="connsiteY183" fmla="*/ 1490301 h 3584009"/>
                <a:gd name="connsiteX184" fmla="*/ 4701920 w 5508760"/>
                <a:gd name="connsiteY184" fmla="*/ 1475814 h 3584009"/>
                <a:gd name="connsiteX185" fmla="*/ 4720468 w 5508760"/>
                <a:gd name="connsiteY185" fmla="*/ 1461719 h 3584009"/>
                <a:gd name="connsiteX186" fmla="*/ 4739722 w 5508760"/>
                <a:gd name="connsiteY186" fmla="*/ 1446129 h 3584009"/>
                <a:gd name="connsiteX187" fmla="*/ 4758272 w 5508760"/>
                <a:gd name="connsiteY187" fmla="*/ 1432034 h 3584009"/>
                <a:gd name="connsiteX188" fmla="*/ 4776426 w 5508760"/>
                <a:gd name="connsiteY188" fmla="*/ 1416839 h 3584009"/>
                <a:gd name="connsiteX189" fmla="*/ 4795286 w 5508760"/>
                <a:gd name="connsiteY189" fmla="*/ 1400147 h 3584009"/>
                <a:gd name="connsiteX190" fmla="*/ 4810137 w 5508760"/>
                <a:gd name="connsiteY190" fmla="*/ 1386137 h 3584009"/>
                <a:gd name="connsiteX191" fmla="*/ 4831117 w 5508760"/>
                <a:gd name="connsiteY191" fmla="*/ 1364964 h 3584009"/>
                <a:gd name="connsiteX192" fmla="*/ 4840860 w 5508760"/>
                <a:gd name="connsiteY192" fmla="*/ 1354021 h 3584009"/>
                <a:gd name="connsiteX193" fmla="*/ 4863961 w 5508760"/>
                <a:gd name="connsiteY193" fmla="*/ 1328360 h 3584009"/>
                <a:gd name="connsiteX194" fmla="*/ 4870088 w 5508760"/>
                <a:gd name="connsiteY194" fmla="*/ 1321200 h 3584009"/>
                <a:gd name="connsiteX195" fmla="*/ 4896014 w 5508760"/>
                <a:gd name="connsiteY195" fmla="*/ 1289559 h 3584009"/>
                <a:gd name="connsiteX196" fmla="*/ 4897821 w 5508760"/>
                <a:gd name="connsiteY196" fmla="*/ 1287670 h 3584009"/>
                <a:gd name="connsiteX197" fmla="*/ 5057450 w 5508760"/>
                <a:gd name="connsiteY197" fmla="*/ 998264 h 3584009"/>
                <a:gd name="connsiteX198" fmla="*/ 5058864 w 5508760"/>
                <a:gd name="connsiteY198" fmla="*/ 995272 h 3584009"/>
                <a:gd name="connsiteX199" fmla="*/ 5071648 w 5508760"/>
                <a:gd name="connsiteY199" fmla="*/ 954679 h 3584009"/>
                <a:gd name="connsiteX200" fmla="*/ 5079173 w 5508760"/>
                <a:gd name="connsiteY200" fmla="*/ 927146 h 3584009"/>
                <a:gd name="connsiteX201" fmla="*/ 5083957 w 5508760"/>
                <a:gd name="connsiteY201" fmla="*/ 909288 h 3584009"/>
                <a:gd name="connsiteX202" fmla="*/ 5108021 w 5508760"/>
                <a:gd name="connsiteY202" fmla="*/ 560388 h 3584009"/>
                <a:gd name="connsiteX203" fmla="*/ 5105806 w 5508760"/>
                <a:gd name="connsiteY203" fmla="*/ 543796 h 3584009"/>
                <a:gd name="connsiteX204" fmla="*/ 5102161 w 5508760"/>
                <a:gd name="connsiteY204" fmla="*/ 512811 h 3584009"/>
                <a:gd name="connsiteX205" fmla="*/ 5094968 w 5508760"/>
                <a:gd name="connsiteY205" fmla="*/ 471920 h 3584009"/>
                <a:gd name="connsiteX206" fmla="*/ 5093701 w 5508760"/>
                <a:gd name="connsiteY206" fmla="*/ 464923 h 3584009"/>
                <a:gd name="connsiteX207" fmla="*/ 5079413 w 5508760"/>
                <a:gd name="connsiteY207" fmla="*/ 404220 h 3584009"/>
                <a:gd name="connsiteX208" fmla="*/ 5070968 w 5508760"/>
                <a:gd name="connsiteY208" fmla="*/ 373712 h 3584009"/>
                <a:gd name="connsiteX209" fmla="*/ 5066632 w 5508760"/>
                <a:gd name="connsiteY209" fmla="*/ 361605 h 3584009"/>
                <a:gd name="connsiteX210" fmla="*/ 4881590 w 5508760"/>
                <a:gd name="connsiteY210" fmla="*/ 26123 h 3584009"/>
                <a:gd name="connsiteX211" fmla="*/ 4854976 w 5508760"/>
                <a:gd name="connsiteY211" fmla="*/ 2 h 3584009"/>
                <a:gd name="connsiteX212" fmla="*/ 4460159 w 5508760"/>
                <a:gd name="connsiteY212" fmla="*/ 2 h 3584009"/>
                <a:gd name="connsiteX213" fmla="*/ 4428380 w 5508760"/>
                <a:gd name="connsiteY213" fmla="*/ 6356 h 3584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</a:cxnLst>
              <a:rect l="l" t="t" r="r" b="b"/>
              <a:pathLst>
                <a:path w="5508760" h="3584009">
                  <a:moveTo>
                    <a:pt x="1708303" y="3324650"/>
                  </a:moveTo>
                  <a:lnTo>
                    <a:pt x="1765535" y="3329899"/>
                  </a:lnTo>
                  <a:lnTo>
                    <a:pt x="1765535" y="3329899"/>
                  </a:lnTo>
                  <a:close/>
                  <a:moveTo>
                    <a:pt x="1907936" y="3314876"/>
                  </a:moveTo>
                  <a:lnTo>
                    <a:pt x="1765536" y="3329899"/>
                  </a:lnTo>
                  <a:lnTo>
                    <a:pt x="1765535" y="3329899"/>
                  </a:lnTo>
                  <a:close/>
                  <a:moveTo>
                    <a:pt x="4551467" y="3200987"/>
                  </a:moveTo>
                  <a:lnTo>
                    <a:pt x="4620635" y="3275338"/>
                  </a:lnTo>
                  <a:cubicBezTo>
                    <a:pt x="4823730" y="3468729"/>
                    <a:pt x="5106996" y="3574693"/>
                    <a:pt x="5407901" y="3544076"/>
                  </a:cubicBezTo>
                  <a:lnTo>
                    <a:pt x="5502706" y="3529414"/>
                  </a:lnTo>
                  <a:lnTo>
                    <a:pt x="5487850" y="3559526"/>
                  </a:lnTo>
                  <a:cubicBezTo>
                    <a:pt x="5473953" y="3576069"/>
                    <a:pt x="5452777" y="3584009"/>
                    <a:pt x="5423659" y="3584009"/>
                  </a:cubicBezTo>
                  <a:lnTo>
                    <a:pt x="5079555" y="3584009"/>
                  </a:lnTo>
                  <a:cubicBezTo>
                    <a:pt x="4989554" y="3584009"/>
                    <a:pt x="4910148" y="3568130"/>
                    <a:pt x="4841323" y="3541657"/>
                  </a:cubicBezTo>
                  <a:cubicBezTo>
                    <a:pt x="4783093" y="3520482"/>
                    <a:pt x="4730153" y="3483427"/>
                    <a:pt x="4682504" y="3441075"/>
                  </a:cubicBezTo>
                  <a:cubicBezTo>
                    <a:pt x="4682504" y="3441075"/>
                    <a:pt x="4677214" y="3435778"/>
                    <a:pt x="4677214" y="3435778"/>
                  </a:cubicBezTo>
                  <a:cubicBezTo>
                    <a:pt x="4661329" y="3419899"/>
                    <a:pt x="4650741" y="3409311"/>
                    <a:pt x="4640153" y="3393426"/>
                  </a:cubicBezTo>
                  <a:cubicBezTo>
                    <a:pt x="4640153" y="3393426"/>
                    <a:pt x="4634863" y="3388135"/>
                    <a:pt x="4634863" y="3388135"/>
                  </a:cubicBezTo>
                  <a:cubicBezTo>
                    <a:pt x="4624274" y="3372251"/>
                    <a:pt x="4618977" y="3361663"/>
                    <a:pt x="4608390" y="3345783"/>
                  </a:cubicBezTo>
                  <a:cubicBezTo>
                    <a:pt x="4608390" y="3345783"/>
                    <a:pt x="4608390" y="3340487"/>
                    <a:pt x="4608390" y="3340487"/>
                  </a:cubicBezTo>
                  <a:cubicBezTo>
                    <a:pt x="4597801" y="3324608"/>
                    <a:pt x="4587213" y="3308723"/>
                    <a:pt x="4581922" y="3292844"/>
                  </a:cubicBezTo>
                  <a:cubicBezTo>
                    <a:pt x="4571335" y="3276960"/>
                    <a:pt x="4566038" y="3261080"/>
                    <a:pt x="4560747" y="3239905"/>
                  </a:cubicBezTo>
                  <a:close/>
                  <a:moveTo>
                    <a:pt x="596735" y="2564573"/>
                  </a:moveTo>
                  <a:lnTo>
                    <a:pt x="680272" y="2641685"/>
                  </a:lnTo>
                  <a:lnTo>
                    <a:pt x="914653" y="2853533"/>
                  </a:lnTo>
                  <a:lnTo>
                    <a:pt x="680271" y="2641685"/>
                  </a:lnTo>
                  <a:close/>
                  <a:moveTo>
                    <a:pt x="4528981" y="2440491"/>
                  </a:moveTo>
                  <a:lnTo>
                    <a:pt x="4528984" y="2440514"/>
                  </a:lnTo>
                  <a:lnTo>
                    <a:pt x="4528984" y="3028147"/>
                  </a:lnTo>
                  <a:lnTo>
                    <a:pt x="4535107" y="3114398"/>
                  </a:lnTo>
                  <a:lnTo>
                    <a:pt x="4528983" y="3028147"/>
                  </a:lnTo>
                  <a:lnTo>
                    <a:pt x="4528983" y="2440514"/>
                  </a:lnTo>
                  <a:close/>
                  <a:moveTo>
                    <a:pt x="4502123" y="2261213"/>
                  </a:moveTo>
                  <a:lnTo>
                    <a:pt x="4508882" y="2276640"/>
                  </a:lnTo>
                  <a:lnTo>
                    <a:pt x="4511097" y="2294700"/>
                  </a:lnTo>
                  <a:close/>
                  <a:moveTo>
                    <a:pt x="145583" y="2165228"/>
                  </a:moveTo>
                  <a:cubicBezTo>
                    <a:pt x="246167" y="2239344"/>
                    <a:pt x="336167" y="2318755"/>
                    <a:pt x="426161" y="2408750"/>
                  </a:cubicBezTo>
                  <a:cubicBezTo>
                    <a:pt x="426161" y="2408750"/>
                    <a:pt x="426161" y="2408750"/>
                    <a:pt x="431458" y="2414046"/>
                  </a:cubicBezTo>
                  <a:lnTo>
                    <a:pt x="457639" y="2436954"/>
                  </a:lnTo>
                  <a:lnTo>
                    <a:pt x="431458" y="2414047"/>
                  </a:lnTo>
                  <a:cubicBezTo>
                    <a:pt x="426160" y="2408750"/>
                    <a:pt x="426160" y="2408750"/>
                    <a:pt x="426160" y="2408750"/>
                  </a:cubicBezTo>
                  <a:cubicBezTo>
                    <a:pt x="336166" y="2318756"/>
                    <a:pt x="246166" y="2239344"/>
                    <a:pt x="145583" y="2165228"/>
                  </a:cubicBezTo>
                  <a:close/>
                  <a:moveTo>
                    <a:pt x="0" y="2065177"/>
                  </a:moveTo>
                  <a:lnTo>
                    <a:pt x="17867" y="2075232"/>
                  </a:lnTo>
                  <a:cubicBezTo>
                    <a:pt x="60880" y="2103025"/>
                    <a:pt x="103232" y="2133464"/>
                    <a:pt x="145583" y="2165228"/>
                  </a:cubicBezTo>
                  <a:cubicBezTo>
                    <a:pt x="103231" y="2133464"/>
                    <a:pt x="60880" y="2103025"/>
                    <a:pt x="17866" y="2075232"/>
                  </a:cubicBezTo>
                  <a:lnTo>
                    <a:pt x="0" y="2065177"/>
                  </a:lnTo>
                  <a:close/>
                  <a:moveTo>
                    <a:pt x="3883120" y="471161"/>
                  </a:moveTo>
                  <a:lnTo>
                    <a:pt x="3284900" y="1016442"/>
                  </a:lnTo>
                  <a:lnTo>
                    <a:pt x="3214099" y="1077415"/>
                  </a:lnTo>
                  <a:lnTo>
                    <a:pt x="3214098" y="1077414"/>
                  </a:lnTo>
                  <a:lnTo>
                    <a:pt x="3284901" y="1016441"/>
                  </a:lnTo>
                  <a:close/>
                  <a:moveTo>
                    <a:pt x="4378164" y="17175"/>
                  </a:moveTo>
                  <a:lnTo>
                    <a:pt x="4370166" y="21177"/>
                  </a:lnTo>
                  <a:cubicBezTo>
                    <a:pt x="4359578" y="26471"/>
                    <a:pt x="4347665" y="35735"/>
                    <a:pt x="4334429" y="47646"/>
                  </a:cubicBezTo>
                  <a:cubicBezTo>
                    <a:pt x="4347664" y="35734"/>
                    <a:pt x="4359577" y="26471"/>
                    <a:pt x="4370164" y="21177"/>
                  </a:cubicBezTo>
                  <a:close/>
                  <a:moveTo>
                    <a:pt x="4460159" y="0"/>
                  </a:moveTo>
                  <a:lnTo>
                    <a:pt x="4963088" y="0"/>
                  </a:lnTo>
                  <a:cubicBezTo>
                    <a:pt x="4973676" y="0"/>
                    <a:pt x="4984263" y="0"/>
                    <a:pt x="4994851" y="0"/>
                  </a:cubicBezTo>
                  <a:cubicBezTo>
                    <a:pt x="5005440" y="0"/>
                    <a:pt x="5016027" y="0"/>
                    <a:pt x="5026615" y="0"/>
                  </a:cubicBezTo>
                  <a:cubicBezTo>
                    <a:pt x="5037204" y="0"/>
                    <a:pt x="5053082" y="5292"/>
                    <a:pt x="5068967" y="5292"/>
                  </a:cubicBezTo>
                  <a:cubicBezTo>
                    <a:pt x="5074258" y="5292"/>
                    <a:pt x="5079555" y="5292"/>
                    <a:pt x="5084845" y="5292"/>
                  </a:cubicBezTo>
                  <a:cubicBezTo>
                    <a:pt x="5100730" y="10589"/>
                    <a:pt x="5116609" y="10589"/>
                    <a:pt x="5132494" y="15880"/>
                  </a:cubicBezTo>
                  <a:cubicBezTo>
                    <a:pt x="5132494" y="15880"/>
                    <a:pt x="5137786" y="15880"/>
                    <a:pt x="5137786" y="15880"/>
                  </a:cubicBezTo>
                  <a:cubicBezTo>
                    <a:pt x="5158961" y="21177"/>
                    <a:pt x="5174846" y="26468"/>
                    <a:pt x="5190725" y="31764"/>
                  </a:cubicBezTo>
                  <a:cubicBezTo>
                    <a:pt x="5259549" y="52941"/>
                    <a:pt x="5317780" y="89996"/>
                    <a:pt x="5365429" y="137644"/>
                  </a:cubicBezTo>
                  <a:cubicBezTo>
                    <a:pt x="5365429" y="137644"/>
                    <a:pt x="5365429" y="137644"/>
                    <a:pt x="5370720" y="142935"/>
                  </a:cubicBezTo>
                  <a:cubicBezTo>
                    <a:pt x="5466011" y="238226"/>
                    <a:pt x="5513659" y="375870"/>
                    <a:pt x="5508362" y="550573"/>
                  </a:cubicBezTo>
                  <a:lnTo>
                    <a:pt x="5508362" y="1381722"/>
                  </a:lnTo>
                  <a:lnTo>
                    <a:pt x="5508362" y="1579470"/>
                  </a:lnTo>
                  <a:lnTo>
                    <a:pt x="5491894" y="1575558"/>
                  </a:lnTo>
                  <a:cubicBezTo>
                    <a:pt x="5431771" y="1564192"/>
                    <a:pt x="5369924" y="1558316"/>
                    <a:pt x="5306956" y="1558420"/>
                  </a:cubicBezTo>
                  <a:cubicBezTo>
                    <a:pt x="5273374" y="1558474"/>
                    <a:pt x="5239471" y="1560231"/>
                    <a:pt x="5205342" y="1563760"/>
                  </a:cubicBezTo>
                  <a:cubicBezTo>
                    <a:pt x="4861447" y="1598754"/>
                    <a:pt x="4576456" y="1805143"/>
                    <a:pt x="4426339" y="2089902"/>
                  </a:cubicBezTo>
                  <a:lnTo>
                    <a:pt x="4420590" y="2103354"/>
                  </a:lnTo>
                  <a:lnTo>
                    <a:pt x="4436491" y="2123611"/>
                  </a:lnTo>
                  <a:lnTo>
                    <a:pt x="4386043" y="2059348"/>
                  </a:lnTo>
                  <a:cubicBezTo>
                    <a:pt x="4285461" y="1958766"/>
                    <a:pt x="4163697" y="1911118"/>
                    <a:pt x="4015466" y="1911118"/>
                  </a:cubicBezTo>
                  <a:cubicBezTo>
                    <a:pt x="3904295" y="1911118"/>
                    <a:pt x="3793119" y="1937591"/>
                    <a:pt x="3687241" y="1985234"/>
                  </a:cubicBezTo>
                  <a:lnTo>
                    <a:pt x="3558811" y="2053549"/>
                  </a:lnTo>
                  <a:lnTo>
                    <a:pt x="3564978" y="2050269"/>
                  </a:lnTo>
                  <a:lnTo>
                    <a:pt x="3529007" y="2007820"/>
                  </a:lnTo>
                  <a:cubicBezTo>
                    <a:pt x="3487868" y="1966203"/>
                    <a:pt x="3443652" y="1927705"/>
                    <a:pt x="3396825" y="1892317"/>
                  </a:cubicBezTo>
                  <a:cubicBezTo>
                    <a:pt x="3395330" y="1891611"/>
                    <a:pt x="3393838" y="1890904"/>
                    <a:pt x="3393445" y="1889804"/>
                  </a:cubicBezTo>
                  <a:cubicBezTo>
                    <a:pt x="3373532" y="1875823"/>
                    <a:pt x="3353227" y="1860740"/>
                    <a:pt x="3332610" y="1848254"/>
                  </a:cubicBezTo>
                  <a:cubicBezTo>
                    <a:pt x="3329619" y="1846842"/>
                    <a:pt x="3327337" y="1843933"/>
                    <a:pt x="3324347" y="1842520"/>
                  </a:cubicBezTo>
                  <a:cubicBezTo>
                    <a:pt x="3317973" y="1838593"/>
                    <a:pt x="3313093" y="1835373"/>
                    <a:pt x="3306720" y="1831446"/>
                  </a:cubicBezTo>
                  <a:cubicBezTo>
                    <a:pt x="3303337" y="1828932"/>
                    <a:pt x="3300345" y="1827521"/>
                    <a:pt x="3295861" y="1825400"/>
                  </a:cubicBezTo>
                  <a:cubicBezTo>
                    <a:pt x="3289881" y="1822574"/>
                    <a:pt x="3284610" y="1818253"/>
                    <a:pt x="3278629" y="1815427"/>
                  </a:cubicBezTo>
                  <a:cubicBezTo>
                    <a:pt x="3276741" y="1813619"/>
                    <a:pt x="3274143" y="1813310"/>
                    <a:pt x="3272254" y="1811501"/>
                  </a:cubicBezTo>
                  <a:cubicBezTo>
                    <a:pt x="3259901" y="1804748"/>
                    <a:pt x="3247154" y="1796895"/>
                    <a:pt x="3233700" y="1790538"/>
                  </a:cubicBezTo>
                  <a:cubicBezTo>
                    <a:pt x="3230707" y="1789124"/>
                    <a:pt x="3229215" y="1788418"/>
                    <a:pt x="3226225" y="1787004"/>
                  </a:cubicBezTo>
                  <a:cubicBezTo>
                    <a:pt x="3218751" y="1783472"/>
                    <a:pt x="3212375" y="1779545"/>
                    <a:pt x="3205294" y="1777113"/>
                  </a:cubicBezTo>
                  <a:cubicBezTo>
                    <a:pt x="3203799" y="1776406"/>
                    <a:pt x="3200812" y="1774994"/>
                    <a:pt x="3199315" y="1774288"/>
                  </a:cubicBezTo>
                  <a:cubicBezTo>
                    <a:pt x="3029993" y="1693353"/>
                    <a:pt x="2840498" y="1653177"/>
                    <a:pt x="2641765" y="1663501"/>
                  </a:cubicBezTo>
                  <a:cubicBezTo>
                    <a:pt x="2639170" y="1663188"/>
                    <a:pt x="2635472" y="1663271"/>
                    <a:pt x="2633272" y="1664059"/>
                  </a:cubicBezTo>
                  <a:cubicBezTo>
                    <a:pt x="2626980" y="1663828"/>
                    <a:pt x="2619981" y="1665093"/>
                    <a:pt x="2614082" y="1665963"/>
                  </a:cubicBezTo>
                  <a:cubicBezTo>
                    <a:pt x="2605590" y="1666522"/>
                    <a:pt x="2597096" y="1667079"/>
                    <a:pt x="2590097" y="1668345"/>
                  </a:cubicBezTo>
                  <a:cubicBezTo>
                    <a:pt x="2587895" y="1669134"/>
                    <a:pt x="2585301" y="1668821"/>
                    <a:pt x="2582704" y="1668509"/>
                  </a:cubicBezTo>
                  <a:cubicBezTo>
                    <a:pt x="2581603" y="1668903"/>
                    <a:pt x="2581603" y="1668903"/>
                    <a:pt x="2580503" y="1669297"/>
                  </a:cubicBezTo>
                  <a:cubicBezTo>
                    <a:pt x="2572010" y="1669856"/>
                    <a:pt x="2563912" y="1671514"/>
                    <a:pt x="2555418" y="1672071"/>
                  </a:cubicBezTo>
                  <a:cubicBezTo>
                    <a:pt x="2554317" y="1672466"/>
                    <a:pt x="2553216" y="1672860"/>
                    <a:pt x="2552823" y="1671759"/>
                  </a:cubicBezTo>
                  <a:cubicBezTo>
                    <a:pt x="2504145" y="1678018"/>
                    <a:pt x="2456649" y="1687575"/>
                    <a:pt x="2408844" y="1699730"/>
                  </a:cubicBezTo>
                  <a:cubicBezTo>
                    <a:pt x="2205508" y="1752684"/>
                    <a:pt x="2024794" y="1858391"/>
                    <a:pt x="1881862" y="2000241"/>
                  </a:cubicBezTo>
                  <a:cubicBezTo>
                    <a:pt x="1880761" y="2000637"/>
                    <a:pt x="1880055" y="2002129"/>
                    <a:pt x="1878954" y="2002524"/>
                  </a:cubicBezTo>
                  <a:cubicBezTo>
                    <a:pt x="1874238" y="2006698"/>
                    <a:pt x="1869916" y="2011970"/>
                    <a:pt x="1865202" y="2016144"/>
                  </a:cubicBezTo>
                  <a:cubicBezTo>
                    <a:pt x="1862293" y="2018425"/>
                    <a:pt x="1860882" y="2021416"/>
                    <a:pt x="1857974" y="2023700"/>
                  </a:cubicBezTo>
                  <a:cubicBezTo>
                    <a:pt x="1855459" y="2027083"/>
                    <a:pt x="1851451" y="2029761"/>
                    <a:pt x="1848937" y="2033145"/>
                  </a:cubicBezTo>
                  <a:cubicBezTo>
                    <a:pt x="1845323" y="2036924"/>
                    <a:pt x="1840607" y="2041098"/>
                    <a:pt x="1837388" y="2045975"/>
                  </a:cubicBezTo>
                  <a:cubicBezTo>
                    <a:pt x="1835580" y="2047864"/>
                    <a:pt x="1834876" y="2049359"/>
                    <a:pt x="1833067" y="2051248"/>
                  </a:cubicBezTo>
                  <a:cubicBezTo>
                    <a:pt x="1711836" y="2187810"/>
                    <a:pt x="1621538" y="2351791"/>
                    <a:pt x="1574594" y="2536261"/>
                  </a:cubicBezTo>
                  <a:cubicBezTo>
                    <a:pt x="1558293" y="2601711"/>
                    <a:pt x="1546480" y="2669280"/>
                    <a:pt x="1541745" y="2739279"/>
                  </a:cubicBezTo>
                  <a:cubicBezTo>
                    <a:pt x="1541745" y="2739279"/>
                    <a:pt x="1542138" y="2740381"/>
                    <a:pt x="1542138" y="2740381"/>
                  </a:cubicBezTo>
                  <a:cubicBezTo>
                    <a:pt x="1540889" y="2750763"/>
                    <a:pt x="1541135" y="2761853"/>
                    <a:pt x="1539887" y="2772234"/>
                  </a:cubicBezTo>
                  <a:cubicBezTo>
                    <a:pt x="1539262" y="2777424"/>
                    <a:pt x="1539737" y="2782223"/>
                    <a:pt x="1539114" y="2787415"/>
                  </a:cubicBezTo>
                  <a:cubicBezTo>
                    <a:pt x="1538488" y="2792606"/>
                    <a:pt x="1538965" y="2797403"/>
                    <a:pt x="1538342" y="2802593"/>
                  </a:cubicBezTo>
                  <a:cubicBezTo>
                    <a:pt x="1535228" y="2949942"/>
                    <a:pt x="1560514" y="3092709"/>
                    <a:pt x="1609215" y="3224295"/>
                  </a:cubicBezTo>
                  <a:lnTo>
                    <a:pt x="1651191" y="3319410"/>
                  </a:lnTo>
                  <a:lnTo>
                    <a:pt x="1621273" y="3316666"/>
                  </a:lnTo>
                  <a:cubicBezTo>
                    <a:pt x="1574951" y="3307401"/>
                    <a:pt x="1529953" y="3292844"/>
                    <a:pt x="1484953" y="3271669"/>
                  </a:cubicBezTo>
                  <a:cubicBezTo>
                    <a:pt x="1442601" y="3255784"/>
                    <a:pt x="1394958" y="3229317"/>
                    <a:pt x="1352607" y="3202844"/>
                  </a:cubicBezTo>
                  <a:cubicBezTo>
                    <a:pt x="1310255" y="3176377"/>
                    <a:pt x="1262606" y="3144613"/>
                    <a:pt x="1220254" y="3112850"/>
                  </a:cubicBezTo>
                  <a:lnTo>
                    <a:pt x="963370" y="2897066"/>
                  </a:lnTo>
                  <a:lnTo>
                    <a:pt x="991883" y="2921017"/>
                  </a:lnTo>
                  <a:lnTo>
                    <a:pt x="1002383" y="2915067"/>
                  </a:lnTo>
                  <a:cubicBezTo>
                    <a:pt x="1388079" y="2663914"/>
                    <a:pt x="1500244" y="2151821"/>
                    <a:pt x="1254991" y="1765254"/>
                  </a:cubicBezTo>
                  <a:cubicBezTo>
                    <a:pt x="1197516" y="1674999"/>
                    <a:pt x="1125501" y="1599731"/>
                    <a:pt x="1043902" y="1540493"/>
                  </a:cubicBezTo>
                  <a:lnTo>
                    <a:pt x="965225" y="1490413"/>
                  </a:lnTo>
                  <a:lnTo>
                    <a:pt x="918501" y="1471723"/>
                  </a:lnTo>
                  <a:lnTo>
                    <a:pt x="847966" y="1436455"/>
                  </a:lnTo>
                  <a:lnTo>
                    <a:pt x="775310" y="1411903"/>
                  </a:lnTo>
                  <a:cubicBezTo>
                    <a:pt x="711436" y="1394476"/>
                    <a:pt x="645506" y="1384635"/>
                    <a:pt x="578989" y="1382689"/>
                  </a:cubicBezTo>
                  <a:cubicBezTo>
                    <a:pt x="491295" y="1380565"/>
                    <a:pt x="402040" y="1391419"/>
                    <a:pt x="314607" y="1417766"/>
                  </a:cubicBezTo>
                  <a:cubicBezTo>
                    <a:pt x="312406" y="1418555"/>
                    <a:pt x="310206" y="1419342"/>
                    <a:pt x="308003" y="1420133"/>
                  </a:cubicBezTo>
                  <a:cubicBezTo>
                    <a:pt x="221673" y="1446084"/>
                    <a:pt x="125142" y="1412353"/>
                    <a:pt x="74185" y="1332492"/>
                  </a:cubicBezTo>
                  <a:lnTo>
                    <a:pt x="73398" y="1330291"/>
                  </a:lnTo>
                  <a:cubicBezTo>
                    <a:pt x="11730" y="1234397"/>
                    <a:pt x="24910" y="1111695"/>
                    <a:pt x="97823" y="1030937"/>
                  </a:cubicBezTo>
                  <a:cubicBezTo>
                    <a:pt x="99632" y="1029049"/>
                    <a:pt x="100337" y="1027553"/>
                    <a:pt x="102143" y="1025664"/>
                  </a:cubicBezTo>
                  <a:cubicBezTo>
                    <a:pt x="105052" y="1023380"/>
                    <a:pt x="106466" y="1020392"/>
                    <a:pt x="109374" y="1018109"/>
                  </a:cubicBezTo>
                  <a:cubicBezTo>
                    <a:pt x="112986" y="1014330"/>
                    <a:pt x="115501" y="1010946"/>
                    <a:pt x="119115" y="1007166"/>
                  </a:cubicBezTo>
                  <a:lnTo>
                    <a:pt x="169209" y="944842"/>
                  </a:lnTo>
                  <a:lnTo>
                    <a:pt x="246166" y="1016442"/>
                  </a:lnTo>
                  <a:cubicBezTo>
                    <a:pt x="262050" y="1027029"/>
                    <a:pt x="277930" y="1042908"/>
                    <a:pt x="293814" y="1058793"/>
                  </a:cubicBezTo>
                  <a:cubicBezTo>
                    <a:pt x="314990" y="1074672"/>
                    <a:pt x="341457" y="1095849"/>
                    <a:pt x="362633" y="1117024"/>
                  </a:cubicBezTo>
                  <a:cubicBezTo>
                    <a:pt x="362633" y="1122320"/>
                    <a:pt x="367929" y="1122320"/>
                    <a:pt x="367929" y="1122320"/>
                  </a:cubicBezTo>
                  <a:cubicBezTo>
                    <a:pt x="389106" y="1138200"/>
                    <a:pt x="415572" y="1159376"/>
                    <a:pt x="436749" y="1175261"/>
                  </a:cubicBezTo>
                  <a:cubicBezTo>
                    <a:pt x="442045" y="1175261"/>
                    <a:pt x="442045" y="1180552"/>
                    <a:pt x="447336" y="1180552"/>
                  </a:cubicBezTo>
                  <a:cubicBezTo>
                    <a:pt x="468512" y="1196436"/>
                    <a:pt x="489688" y="1212316"/>
                    <a:pt x="510864" y="1228200"/>
                  </a:cubicBezTo>
                  <a:cubicBezTo>
                    <a:pt x="516161" y="1233491"/>
                    <a:pt x="521452" y="1233491"/>
                    <a:pt x="526748" y="1238788"/>
                  </a:cubicBezTo>
                  <a:cubicBezTo>
                    <a:pt x="547925" y="1254666"/>
                    <a:pt x="569100" y="1265255"/>
                    <a:pt x="590277" y="1281139"/>
                  </a:cubicBezTo>
                  <a:cubicBezTo>
                    <a:pt x="595568" y="1286430"/>
                    <a:pt x="606155" y="1291728"/>
                    <a:pt x="611452" y="1297018"/>
                  </a:cubicBezTo>
                  <a:cubicBezTo>
                    <a:pt x="632628" y="1312903"/>
                    <a:pt x="648507" y="1323491"/>
                    <a:pt x="669682" y="1334080"/>
                  </a:cubicBezTo>
                  <a:cubicBezTo>
                    <a:pt x="680271" y="1344667"/>
                    <a:pt x="690859" y="1349958"/>
                    <a:pt x="701446" y="1355255"/>
                  </a:cubicBezTo>
                  <a:cubicBezTo>
                    <a:pt x="717331" y="1360546"/>
                    <a:pt x="733210" y="1371134"/>
                    <a:pt x="749095" y="1381722"/>
                  </a:cubicBezTo>
                  <a:cubicBezTo>
                    <a:pt x="764974" y="1392310"/>
                    <a:pt x="780858" y="1397606"/>
                    <a:pt x="796738" y="1408194"/>
                  </a:cubicBezTo>
                  <a:cubicBezTo>
                    <a:pt x="807326" y="1413485"/>
                    <a:pt x="823210" y="1424074"/>
                    <a:pt x="833798" y="1429370"/>
                  </a:cubicBezTo>
                  <a:cubicBezTo>
                    <a:pt x="860265" y="1445249"/>
                    <a:pt x="892029" y="1455837"/>
                    <a:pt x="918502" y="1471722"/>
                  </a:cubicBezTo>
                  <a:cubicBezTo>
                    <a:pt x="944968" y="1482310"/>
                    <a:pt x="971441" y="1492898"/>
                    <a:pt x="997909" y="1503486"/>
                  </a:cubicBezTo>
                  <a:cubicBezTo>
                    <a:pt x="1008496" y="1508777"/>
                    <a:pt x="1019084" y="1514074"/>
                    <a:pt x="1029671" y="1519365"/>
                  </a:cubicBezTo>
                  <a:cubicBezTo>
                    <a:pt x="1045557" y="1524661"/>
                    <a:pt x="1056144" y="1529953"/>
                    <a:pt x="1072023" y="1535250"/>
                  </a:cubicBezTo>
                  <a:cubicBezTo>
                    <a:pt x="1109085" y="1551129"/>
                    <a:pt x="1146139" y="1561717"/>
                    <a:pt x="1183199" y="1572304"/>
                  </a:cubicBezTo>
                  <a:cubicBezTo>
                    <a:pt x="1357898" y="1619953"/>
                    <a:pt x="1553777" y="1646420"/>
                    <a:pt x="1765535" y="1646420"/>
                  </a:cubicBezTo>
                  <a:cubicBezTo>
                    <a:pt x="2067288" y="1646420"/>
                    <a:pt x="2337283" y="1593481"/>
                    <a:pt x="2570217" y="1492898"/>
                  </a:cubicBezTo>
                  <a:cubicBezTo>
                    <a:pt x="2575509" y="1492898"/>
                    <a:pt x="2575509" y="1492898"/>
                    <a:pt x="2575509" y="1492898"/>
                  </a:cubicBezTo>
                  <a:cubicBezTo>
                    <a:pt x="2586096" y="1487601"/>
                    <a:pt x="2601981" y="1482310"/>
                    <a:pt x="2612569" y="1477013"/>
                  </a:cubicBezTo>
                  <a:cubicBezTo>
                    <a:pt x="2795211" y="1389663"/>
                    <a:pt x="2965941" y="1281469"/>
                    <a:pt x="3126992" y="1152430"/>
                  </a:cubicBezTo>
                  <a:lnTo>
                    <a:pt x="3214099" y="1077415"/>
                  </a:lnTo>
                  <a:lnTo>
                    <a:pt x="3241849" y="1140589"/>
                  </a:lnTo>
                  <a:cubicBezTo>
                    <a:pt x="3244526" y="1144597"/>
                    <a:pt x="3245708" y="1147898"/>
                    <a:pt x="3248388" y="1151908"/>
                  </a:cubicBezTo>
                  <a:cubicBezTo>
                    <a:pt x="3248779" y="1153009"/>
                    <a:pt x="3249174" y="1154110"/>
                    <a:pt x="3250668" y="1154817"/>
                  </a:cubicBezTo>
                  <a:cubicBezTo>
                    <a:pt x="3257994" y="1168337"/>
                    <a:pt x="3266420" y="1181464"/>
                    <a:pt x="3273749" y="1194984"/>
                  </a:cubicBezTo>
                  <a:cubicBezTo>
                    <a:pt x="3274144" y="1196085"/>
                    <a:pt x="3274537" y="1197186"/>
                    <a:pt x="3276032" y="1197892"/>
                  </a:cubicBezTo>
                  <a:cubicBezTo>
                    <a:pt x="3282569" y="1209211"/>
                    <a:pt x="3290605" y="1221236"/>
                    <a:pt x="3298244" y="1232163"/>
                  </a:cubicBezTo>
                  <a:cubicBezTo>
                    <a:pt x="3300132" y="1233969"/>
                    <a:pt x="3301315" y="1237273"/>
                    <a:pt x="3303203" y="1239079"/>
                  </a:cubicBezTo>
                  <a:cubicBezTo>
                    <a:pt x="3311235" y="1251104"/>
                    <a:pt x="3319974" y="1261636"/>
                    <a:pt x="3327613" y="1272561"/>
                  </a:cubicBezTo>
                  <a:cubicBezTo>
                    <a:pt x="3329503" y="1274368"/>
                    <a:pt x="3331788" y="1277276"/>
                    <a:pt x="3332573" y="1279478"/>
                  </a:cubicBezTo>
                  <a:cubicBezTo>
                    <a:pt x="3351235" y="1303841"/>
                    <a:pt x="3370602" y="1326711"/>
                    <a:pt x="3392172" y="1348791"/>
                  </a:cubicBezTo>
                  <a:cubicBezTo>
                    <a:pt x="3392172" y="1348791"/>
                    <a:pt x="3392172" y="1348791"/>
                    <a:pt x="3392567" y="1349891"/>
                  </a:cubicBezTo>
                  <a:cubicBezTo>
                    <a:pt x="3553159" y="1520885"/>
                    <a:pt x="3773555" y="1636927"/>
                    <a:pt x="4025562" y="1660924"/>
                  </a:cubicBezTo>
                  <a:cubicBezTo>
                    <a:pt x="4233838" y="1680715"/>
                    <a:pt x="4432147" y="1634529"/>
                    <a:pt x="4602017" y="1540157"/>
                  </a:cubicBezTo>
                  <a:cubicBezTo>
                    <a:pt x="4604219" y="1539368"/>
                    <a:pt x="4606030" y="1537479"/>
                    <a:pt x="4608229" y="1536691"/>
                  </a:cubicBezTo>
                  <a:cubicBezTo>
                    <a:pt x="4619548" y="1530152"/>
                    <a:pt x="4631969" y="1523221"/>
                    <a:pt x="4643285" y="1516683"/>
                  </a:cubicBezTo>
                  <a:cubicBezTo>
                    <a:pt x="4648396" y="1513612"/>
                    <a:pt x="4653506" y="1510540"/>
                    <a:pt x="4658222" y="1506367"/>
                  </a:cubicBezTo>
                  <a:cubicBezTo>
                    <a:pt x="4666237" y="1501012"/>
                    <a:pt x="4674256" y="1495656"/>
                    <a:pt x="4682273" y="1490301"/>
                  </a:cubicBezTo>
                  <a:cubicBezTo>
                    <a:pt x="4689188" y="1485341"/>
                    <a:pt x="4695005" y="1480773"/>
                    <a:pt x="4701920" y="1475814"/>
                  </a:cubicBezTo>
                  <a:cubicBezTo>
                    <a:pt x="4707738" y="1471246"/>
                    <a:pt x="4714653" y="1466285"/>
                    <a:pt x="4720468" y="1461719"/>
                  </a:cubicBezTo>
                  <a:cubicBezTo>
                    <a:pt x="4727385" y="1456757"/>
                    <a:pt x="4733907" y="1450695"/>
                    <a:pt x="4739722" y="1446129"/>
                  </a:cubicBezTo>
                  <a:cubicBezTo>
                    <a:pt x="4745540" y="1441562"/>
                    <a:pt x="4751355" y="1436995"/>
                    <a:pt x="4758272" y="1432034"/>
                  </a:cubicBezTo>
                  <a:cubicBezTo>
                    <a:pt x="4764087" y="1427468"/>
                    <a:pt x="4770610" y="1421405"/>
                    <a:pt x="4776426" y="1416839"/>
                  </a:cubicBezTo>
                  <a:cubicBezTo>
                    <a:pt x="4782947" y="1410778"/>
                    <a:pt x="4788764" y="1406212"/>
                    <a:pt x="4795286" y="1400147"/>
                  </a:cubicBezTo>
                  <a:cubicBezTo>
                    <a:pt x="4800001" y="1395977"/>
                    <a:pt x="4804322" y="1390703"/>
                    <a:pt x="4810137" y="1386137"/>
                  </a:cubicBezTo>
                  <a:cubicBezTo>
                    <a:pt x="4817760" y="1379680"/>
                    <a:pt x="4823888" y="1372519"/>
                    <a:pt x="4831117" y="1364964"/>
                  </a:cubicBezTo>
                  <a:cubicBezTo>
                    <a:pt x="4834730" y="1361184"/>
                    <a:pt x="4838346" y="1357406"/>
                    <a:pt x="4840860" y="1354021"/>
                  </a:cubicBezTo>
                  <a:cubicBezTo>
                    <a:pt x="4849193" y="1346070"/>
                    <a:pt x="4857125" y="1337018"/>
                    <a:pt x="4863961" y="1328360"/>
                  </a:cubicBezTo>
                  <a:cubicBezTo>
                    <a:pt x="4865766" y="1326472"/>
                    <a:pt x="4867574" y="1324583"/>
                    <a:pt x="4870088" y="1321200"/>
                  </a:cubicBezTo>
                  <a:cubicBezTo>
                    <a:pt x="4878728" y="1310652"/>
                    <a:pt x="4887371" y="1300106"/>
                    <a:pt x="4896014" y="1289559"/>
                  </a:cubicBezTo>
                  <a:cubicBezTo>
                    <a:pt x="4897114" y="1289165"/>
                    <a:pt x="4896719" y="1288064"/>
                    <a:pt x="4897821" y="1287670"/>
                  </a:cubicBezTo>
                  <a:cubicBezTo>
                    <a:pt x="4966561" y="1202197"/>
                    <a:pt x="5020976" y="1104470"/>
                    <a:pt x="5057450" y="998264"/>
                  </a:cubicBezTo>
                  <a:cubicBezTo>
                    <a:pt x="5058157" y="996769"/>
                    <a:pt x="5057764" y="995667"/>
                    <a:pt x="5058864" y="995272"/>
                  </a:cubicBezTo>
                  <a:cubicBezTo>
                    <a:pt x="5064121" y="982212"/>
                    <a:pt x="5067885" y="968446"/>
                    <a:pt x="5071648" y="954679"/>
                  </a:cubicBezTo>
                  <a:cubicBezTo>
                    <a:pt x="5074784" y="946105"/>
                    <a:pt x="5076429" y="936823"/>
                    <a:pt x="5079173" y="927146"/>
                  </a:cubicBezTo>
                  <a:cubicBezTo>
                    <a:pt x="5080899" y="921560"/>
                    <a:pt x="5082622" y="915975"/>
                    <a:pt x="5083957" y="909288"/>
                  </a:cubicBezTo>
                  <a:cubicBezTo>
                    <a:pt x="5112166" y="797349"/>
                    <a:pt x="5121027" y="679920"/>
                    <a:pt x="5108021" y="560388"/>
                  </a:cubicBezTo>
                  <a:cubicBezTo>
                    <a:pt x="5107152" y="554489"/>
                    <a:pt x="5106676" y="549692"/>
                    <a:pt x="5105806" y="543796"/>
                  </a:cubicBezTo>
                  <a:cubicBezTo>
                    <a:pt x="5104459" y="533101"/>
                    <a:pt x="5103505" y="523507"/>
                    <a:pt x="5102161" y="512811"/>
                  </a:cubicBezTo>
                  <a:cubicBezTo>
                    <a:pt x="5099632" y="498815"/>
                    <a:pt x="5097495" y="485918"/>
                    <a:pt x="5094968" y="471920"/>
                  </a:cubicBezTo>
                  <a:cubicBezTo>
                    <a:pt x="5094177" y="469719"/>
                    <a:pt x="5094490" y="467124"/>
                    <a:pt x="5093701" y="464923"/>
                  </a:cubicBezTo>
                  <a:cubicBezTo>
                    <a:pt x="5088809" y="444322"/>
                    <a:pt x="5084307" y="424822"/>
                    <a:pt x="5079413" y="404220"/>
                  </a:cubicBezTo>
                  <a:cubicBezTo>
                    <a:pt x="5076965" y="393920"/>
                    <a:pt x="5073416" y="384013"/>
                    <a:pt x="5070968" y="373712"/>
                  </a:cubicBezTo>
                  <a:cubicBezTo>
                    <a:pt x="5069391" y="369309"/>
                    <a:pt x="5068209" y="366008"/>
                    <a:pt x="5066632" y="361605"/>
                  </a:cubicBezTo>
                  <a:cubicBezTo>
                    <a:pt x="5026294" y="235098"/>
                    <a:pt x="4962587" y="122236"/>
                    <a:pt x="4881590" y="26123"/>
                  </a:cubicBezTo>
                  <a:lnTo>
                    <a:pt x="4854976" y="2"/>
                  </a:lnTo>
                  <a:lnTo>
                    <a:pt x="4460159" y="2"/>
                  </a:lnTo>
                  <a:lnTo>
                    <a:pt x="4428380" y="6356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116983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21">
          <p15:clr>
            <a:srgbClr val="FBAE40"/>
          </p15:clr>
        </p15:guide>
        <p15:guide id="3" pos="3749">
          <p15:clr>
            <a:srgbClr val="FBAE40"/>
          </p15:clr>
        </p15:guide>
        <p15:guide id="4" orient="horz" pos="2795">
          <p15:clr>
            <a:srgbClr val="FBAE40"/>
          </p15:clr>
        </p15:guide>
        <p15:guide id="5" orient="horz" pos="125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5">
            <a:extLst>
              <a:ext uri="{FF2B5EF4-FFF2-40B4-BE49-F238E27FC236}">
                <a16:creationId xmlns:a16="http://schemas.microsoft.com/office/drawing/2014/main" id="{93CCD95C-EF50-4937-B31B-5AE1A346217B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951538" y="1989138"/>
            <a:ext cx="5617069" cy="1251710"/>
          </a:xfrm>
          <a:prstGeom prst="rect">
            <a:avLst/>
          </a:prstGeom>
        </p:spPr>
        <p:txBody>
          <a:bodyPr wrap="none" tIns="0" bIns="216000" anchor="ctr"/>
          <a:lstStyle>
            <a:lvl1pPr marL="0" indent="0" algn="l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1538" y="3356992"/>
            <a:ext cx="5617070" cy="2232000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accent1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 </a:t>
            </a:r>
          </a:p>
        </p:txBody>
      </p:sp>
      <p:grpSp>
        <p:nvGrpSpPr>
          <p:cNvPr id="22" name="Group 9">
            <a:extLst>
              <a:ext uri="{FF2B5EF4-FFF2-40B4-BE49-F238E27FC236}">
                <a16:creationId xmlns:a16="http://schemas.microsoft.com/office/drawing/2014/main" id="{F1287BCB-FB34-41B7-927D-F95F9B409E5C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4EE73A32-570C-436C-B4CC-D1AF2F5700F5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12562D50-892E-410A-BB2F-36E111F8345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DC9AF8D9-AA94-4445-B08E-957E3FDEC0D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FE7088EE-EAD6-4413-9188-C1E3D6D9C25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79EEEA4-105C-4D6D-886B-6270CD048E24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Bildplatzhalter 29">
            <a:extLst>
              <a:ext uri="{FF2B5EF4-FFF2-40B4-BE49-F238E27FC236}">
                <a16:creationId xmlns:a16="http://schemas.microsoft.com/office/drawing/2014/main" id="{107B3E67-BCD7-4A8D-BD56-42469EF07EC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" y="1"/>
            <a:ext cx="5436634" cy="6513131"/>
          </a:xfrm>
          <a:custGeom>
            <a:avLst/>
            <a:gdLst>
              <a:gd name="connsiteX0" fmla="*/ 0 w 5436634"/>
              <a:gd name="connsiteY0" fmla="*/ 0 h 6513131"/>
              <a:gd name="connsiteX1" fmla="*/ 1125049 w 5436634"/>
              <a:gd name="connsiteY1" fmla="*/ 0 h 6513131"/>
              <a:gd name="connsiteX2" fmla="*/ 1121077 w 5436634"/>
              <a:gd name="connsiteY2" fmla="*/ 13953 h 6513131"/>
              <a:gd name="connsiteX3" fmla="*/ 1171064 w 5436634"/>
              <a:gd name="connsiteY3" fmla="*/ 404174 h 6513131"/>
              <a:gd name="connsiteX4" fmla="*/ 1182174 w 5436634"/>
              <a:gd name="connsiteY4" fmla="*/ 426501 h 6513131"/>
              <a:gd name="connsiteX5" fmla="*/ 1966324 w 5436634"/>
              <a:gd name="connsiteY5" fmla="*/ 818439 h 6513131"/>
              <a:gd name="connsiteX6" fmla="*/ 1986932 w 5436634"/>
              <a:gd name="connsiteY6" fmla="*/ 813849 h 6513131"/>
              <a:gd name="connsiteX7" fmla="*/ 2760381 w 5436634"/>
              <a:gd name="connsiteY7" fmla="*/ 764293 h 6513131"/>
              <a:gd name="connsiteX8" fmla="*/ 3605485 w 5436634"/>
              <a:gd name="connsiteY8" fmla="*/ 955909 h 6513131"/>
              <a:gd name="connsiteX9" fmla="*/ 3619514 w 5436634"/>
              <a:gd name="connsiteY9" fmla="*/ 961330 h 6513131"/>
              <a:gd name="connsiteX10" fmla="*/ 3781704 w 5436634"/>
              <a:gd name="connsiteY10" fmla="*/ 1031411 h 6513131"/>
              <a:gd name="connsiteX11" fmla="*/ 3808893 w 5436634"/>
              <a:gd name="connsiteY11" fmla="*/ 1044176 h 6513131"/>
              <a:gd name="connsiteX12" fmla="*/ 3851389 w 5436634"/>
              <a:gd name="connsiteY12" fmla="*/ 1065341 h 6513131"/>
              <a:gd name="connsiteX13" fmla="*/ 3882121 w 5436634"/>
              <a:gd name="connsiteY13" fmla="*/ 1081104 h 6513131"/>
              <a:gd name="connsiteX14" fmla="*/ 3923204 w 5436634"/>
              <a:gd name="connsiteY14" fmla="*/ 1102594 h 6513131"/>
              <a:gd name="connsiteX15" fmla="*/ 3952301 w 5436634"/>
              <a:gd name="connsiteY15" fmla="*/ 1118492 h 6513131"/>
              <a:gd name="connsiteX16" fmla="*/ 4028812 w 5436634"/>
              <a:gd name="connsiteY16" fmla="*/ 1162762 h 6513131"/>
              <a:gd name="connsiteX17" fmla="*/ 4053940 w 5436634"/>
              <a:gd name="connsiteY17" fmla="*/ 1177961 h 6513131"/>
              <a:gd name="connsiteX18" fmla="*/ 4099277 w 5436634"/>
              <a:gd name="connsiteY18" fmla="*/ 1206092 h 6513131"/>
              <a:gd name="connsiteX19" fmla="*/ 4118601 w 5436634"/>
              <a:gd name="connsiteY19" fmla="*/ 1218275 h 6513131"/>
              <a:gd name="connsiteX20" fmla="*/ 5073708 w 5436634"/>
              <a:gd name="connsiteY20" fmla="*/ 2239847 h 6513131"/>
              <a:gd name="connsiteX21" fmla="*/ 5091422 w 5436634"/>
              <a:gd name="connsiteY21" fmla="*/ 2272328 h 6513131"/>
              <a:gd name="connsiteX22" fmla="*/ 5108951 w 5436634"/>
              <a:gd name="connsiteY22" fmla="*/ 2305030 h 6513131"/>
              <a:gd name="connsiteX23" fmla="*/ 5144854 w 5436634"/>
              <a:gd name="connsiteY23" fmla="*/ 2375711 h 6513131"/>
              <a:gd name="connsiteX24" fmla="*/ 5147291 w 5436634"/>
              <a:gd name="connsiteY24" fmla="*/ 2377774 h 6513131"/>
              <a:gd name="connsiteX25" fmla="*/ 5377111 w 5436634"/>
              <a:gd name="connsiteY25" fmla="*/ 4215472 h 6513131"/>
              <a:gd name="connsiteX26" fmla="*/ 5374022 w 5436634"/>
              <a:gd name="connsiteY26" fmla="*/ 4230337 h 6513131"/>
              <a:gd name="connsiteX27" fmla="*/ 5364896 w 5436634"/>
              <a:gd name="connsiteY27" fmla="*/ 4271627 h 6513131"/>
              <a:gd name="connsiteX28" fmla="*/ 5357442 w 5436634"/>
              <a:gd name="connsiteY28" fmla="*/ 4303315 h 6513131"/>
              <a:gd name="connsiteX29" fmla="*/ 5351081 w 5436634"/>
              <a:gd name="connsiteY29" fmla="*/ 4328329 h 6513131"/>
              <a:gd name="connsiteX30" fmla="*/ 5338940 w 5436634"/>
              <a:gd name="connsiteY30" fmla="*/ 4375424 h 6513131"/>
              <a:gd name="connsiteX31" fmla="*/ 5336569 w 5436634"/>
              <a:gd name="connsiteY31" fmla="*/ 4384058 h 6513131"/>
              <a:gd name="connsiteX32" fmla="*/ 4578884 w 5436634"/>
              <a:gd name="connsiteY32" fmla="*/ 5682700 h 6513131"/>
              <a:gd name="connsiteX33" fmla="*/ 4304766 w 5436634"/>
              <a:gd name="connsiteY33" fmla="*/ 5920252 h 6513131"/>
              <a:gd name="connsiteX34" fmla="*/ 4300457 w 5436634"/>
              <a:gd name="connsiteY34" fmla="*/ 5925342 h 6513131"/>
              <a:gd name="connsiteX35" fmla="*/ 4249885 w 5436634"/>
              <a:gd name="connsiteY35" fmla="*/ 5963076 h 6513131"/>
              <a:gd name="connsiteX36" fmla="*/ 4246885 w 5436634"/>
              <a:gd name="connsiteY36" fmla="*/ 5966618 h 6513131"/>
              <a:gd name="connsiteX37" fmla="*/ 4232887 w 5436634"/>
              <a:gd name="connsiteY37" fmla="*/ 5976422 h 6513131"/>
              <a:gd name="connsiteX38" fmla="*/ 4183456 w 5436634"/>
              <a:gd name="connsiteY38" fmla="*/ 6010563 h 6513131"/>
              <a:gd name="connsiteX39" fmla="*/ 4143887 w 5436634"/>
              <a:gd name="connsiteY39" fmla="*/ 6037093 h 6513131"/>
              <a:gd name="connsiteX40" fmla="*/ 4125152 w 5436634"/>
              <a:gd name="connsiteY40" fmla="*/ 6049348 h 6513131"/>
              <a:gd name="connsiteX41" fmla="*/ 2790247 w 5436634"/>
              <a:gd name="connsiteY41" fmla="*/ 6503914 h 6513131"/>
              <a:gd name="connsiteX42" fmla="*/ 2774307 w 5436634"/>
              <a:gd name="connsiteY42" fmla="*/ 6505236 h 6513131"/>
              <a:gd name="connsiteX43" fmla="*/ 2715985 w 5436634"/>
              <a:gd name="connsiteY43" fmla="*/ 6509045 h 6513131"/>
              <a:gd name="connsiteX44" fmla="*/ 2696297 w 5436634"/>
              <a:gd name="connsiteY44" fmla="*/ 6509856 h 6513131"/>
              <a:gd name="connsiteX45" fmla="*/ 2588522 w 5436634"/>
              <a:gd name="connsiteY45" fmla="*/ 6512830 h 6513131"/>
              <a:gd name="connsiteX46" fmla="*/ 2570028 w 5436634"/>
              <a:gd name="connsiteY46" fmla="*/ 6513131 h 6513131"/>
              <a:gd name="connsiteX47" fmla="*/ 2519573 w 5436634"/>
              <a:gd name="connsiteY47" fmla="*/ 6512584 h 6513131"/>
              <a:gd name="connsiteX48" fmla="*/ 2489687 w 5436634"/>
              <a:gd name="connsiteY48" fmla="*/ 6511974 h 6513131"/>
              <a:gd name="connsiteX49" fmla="*/ 2438941 w 5436634"/>
              <a:gd name="connsiteY49" fmla="*/ 6510425 h 6513131"/>
              <a:gd name="connsiteX50" fmla="*/ 2413927 w 5436634"/>
              <a:gd name="connsiteY50" fmla="*/ 6509004 h 6513131"/>
              <a:gd name="connsiteX51" fmla="*/ 2232220 w 5436634"/>
              <a:gd name="connsiteY51" fmla="*/ 6493830 h 6513131"/>
              <a:gd name="connsiteX52" fmla="*/ 2220160 w 5436634"/>
              <a:gd name="connsiteY52" fmla="*/ 6492362 h 6513131"/>
              <a:gd name="connsiteX53" fmla="*/ 725542 w 5436634"/>
              <a:gd name="connsiteY53" fmla="*/ 5852579 h 6513131"/>
              <a:gd name="connsiteX54" fmla="*/ 709609 w 5436634"/>
              <a:gd name="connsiteY54" fmla="*/ 5839087 h 6513131"/>
              <a:gd name="connsiteX55" fmla="*/ 46105 w 5436634"/>
              <a:gd name="connsiteY55" fmla="*/ 5707934 h 6513131"/>
              <a:gd name="connsiteX56" fmla="*/ 0 w 5436634"/>
              <a:gd name="connsiteY56" fmla="*/ 5726184 h 6513131"/>
              <a:gd name="connsiteX57" fmla="*/ 0 w 5436634"/>
              <a:gd name="connsiteY57" fmla="*/ 2312242 h 6513131"/>
              <a:gd name="connsiteX58" fmla="*/ 26070 w 5436634"/>
              <a:gd name="connsiteY58" fmla="*/ 2262510 h 6513131"/>
              <a:gd name="connsiteX59" fmla="*/ 30861 w 5436634"/>
              <a:gd name="connsiteY59" fmla="*/ 2253265 h 6513131"/>
              <a:gd name="connsiteX60" fmla="*/ 69455 w 5436634"/>
              <a:gd name="connsiteY60" fmla="*/ 2185250 h 6513131"/>
              <a:gd name="connsiteX61" fmla="*/ 78112 w 5436634"/>
              <a:gd name="connsiteY61" fmla="*/ 2170540 h 6513131"/>
              <a:gd name="connsiteX62" fmla="*/ 114491 w 5436634"/>
              <a:gd name="connsiteY62" fmla="*/ 2110527 h 6513131"/>
              <a:gd name="connsiteX63" fmla="*/ 128479 w 5436634"/>
              <a:gd name="connsiteY63" fmla="*/ 2088174 h 6513131"/>
              <a:gd name="connsiteX64" fmla="*/ 161143 w 5436634"/>
              <a:gd name="connsiteY64" fmla="*/ 2037932 h 6513131"/>
              <a:gd name="connsiteX65" fmla="*/ 174296 w 5436634"/>
              <a:gd name="connsiteY65" fmla="*/ 2017914 h 6513131"/>
              <a:gd name="connsiteX66" fmla="*/ 183292 w 5436634"/>
              <a:gd name="connsiteY66" fmla="*/ 2007290 h 6513131"/>
              <a:gd name="connsiteX67" fmla="*/ 211795 w 5436634"/>
              <a:gd name="connsiteY67" fmla="*/ 1966448 h 6513131"/>
              <a:gd name="connsiteX68" fmla="*/ 241679 w 5436634"/>
              <a:gd name="connsiteY68" fmla="*/ 1924875 h 6513131"/>
              <a:gd name="connsiteX69" fmla="*/ 262278 w 5436634"/>
              <a:gd name="connsiteY69" fmla="*/ 1897859 h 6513131"/>
              <a:gd name="connsiteX70" fmla="*/ 303881 w 5436634"/>
              <a:gd name="connsiteY70" fmla="*/ 1843788 h 6513131"/>
              <a:gd name="connsiteX71" fmla="*/ 313438 w 5436634"/>
              <a:gd name="connsiteY71" fmla="*/ 1832502 h 6513131"/>
              <a:gd name="connsiteX72" fmla="*/ 692542 w 5436634"/>
              <a:gd name="connsiteY72" fmla="*/ 1441798 h 6513131"/>
              <a:gd name="connsiteX73" fmla="*/ 708725 w 5436634"/>
              <a:gd name="connsiteY73" fmla="*/ 1428521 h 6513131"/>
              <a:gd name="connsiteX74" fmla="*/ 885820 w 5436634"/>
              <a:gd name="connsiteY74" fmla="*/ 569604 h 6513131"/>
              <a:gd name="connsiteX75" fmla="*/ 874929 w 5436634"/>
              <a:gd name="connsiteY75" fmla="*/ 547463 h 6513131"/>
              <a:gd name="connsiteX76" fmla="*/ 312047 w 5436634"/>
              <a:gd name="connsiteY76" fmla="*/ 200556 h 6513131"/>
              <a:gd name="connsiteX77" fmla="*/ 210351 w 5436634"/>
              <a:gd name="connsiteY77" fmla="*/ 210419 h 6513131"/>
              <a:gd name="connsiteX78" fmla="*/ 193952 w 5436634"/>
              <a:gd name="connsiteY78" fmla="*/ 213631 h 6513131"/>
              <a:gd name="connsiteX79" fmla="*/ 30818 w 5436634"/>
              <a:gd name="connsiteY79" fmla="*/ 239912 h 6513131"/>
              <a:gd name="connsiteX80" fmla="*/ 0 w 5436634"/>
              <a:gd name="connsiteY80" fmla="*/ 242786 h 651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5436634" h="6513131">
                <a:moveTo>
                  <a:pt x="0" y="0"/>
                </a:moveTo>
                <a:lnTo>
                  <a:pt x="1125049" y="0"/>
                </a:lnTo>
                <a:lnTo>
                  <a:pt x="1121077" y="13953"/>
                </a:lnTo>
                <a:cubicBezTo>
                  <a:pt x="1095309" y="142714"/>
                  <a:pt x="1110594" y="279706"/>
                  <a:pt x="1171064" y="404174"/>
                </a:cubicBezTo>
                <a:lnTo>
                  <a:pt x="1182174" y="426501"/>
                </a:lnTo>
                <a:cubicBezTo>
                  <a:pt x="1324484" y="719754"/>
                  <a:pt x="1646235" y="880528"/>
                  <a:pt x="1966324" y="818439"/>
                </a:cubicBezTo>
                <a:cubicBezTo>
                  <a:pt x="1973204" y="817045"/>
                  <a:pt x="1980085" y="815652"/>
                  <a:pt x="1986932" y="813849"/>
                </a:cubicBezTo>
                <a:cubicBezTo>
                  <a:pt x="2241383" y="762411"/>
                  <a:pt x="2501450" y="745632"/>
                  <a:pt x="2760381" y="764293"/>
                </a:cubicBezTo>
                <a:cubicBezTo>
                  <a:pt x="3050000" y="785307"/>
                  <a:pt x="3334971" y="849957"/>
                  <a:pt x="3605485" y="955909"/>
                </a:cubicBezTo>
                <a:cubicBezTo>
                  <a:pt x="3610148" y="957578"/>
                  <a:pt x="3614627" y="959470"/>
                  <a:pt x="3619514" y="961330"/>
                </a:cubicBezTo>
                <a:cubicBezTo>
                  <a:pt x="3674185" y="982923"/>
                  <a:pt x="3727510" y="1005661"/>
                  <a:pt x="3781704" y="1031411"/>
                </a:cubicBezTo>
                <a:lnTo>
                  <a:pt x="3808893" y="1044176"/>
                </a:lnTo>
                <a:lnTo>
                  <a:pt x="3851389" y="1065341"/>
                </a:lnTo>
                <a:lnTo>
                  <a:pt x="3882121" y="1081104"/>
                </a:lnTo>
                <a:cubicBezTo>
                  <a:pt x="3896764" y="1088944"/>
                  <a:pt x="3913518" y="1097431"/>
                  <a:pt x="3923204" y="1102594"/>
                </a:cubicBezTo>
                <a:cubicBezTo>
                  <a:pt x="3932892" y="1107758"/>
                  <a:pt x="3942392" y="1113142"/>
                  <a:pt x="3952301" y="1118492"/>
                </a:cubicBezTo>
                <a:cubicBezTo>
                  <a:pt x="3977993" y="1133027"/>
                  <a:pt x="4003684" y="1147562"/>
                  <a:pt x="4028812" y="1162762"/>
                </a:cubicBezTo>
                <a:cubicBezTo>
                  <a:pt x="4037903" y="1168180"/>
                  <a:pt x="4045920" y="1173070"/>
                  <a:pt x="4053940" y="1177961"/>
                </a:cubicBezTo>
                <a:cubicBezTo>
                  <a:pt x="4069314" y="1187179"/>
                  <a:pt x="4084500" y="1196619"/>
                  <a:pt x="4099277" y="1206092"/>
                </a:cubicBezTo>
                <a:cubicBezTo>
                  <a:pt x="4105781" y="1210079"/>
                  <a:pt x="4112847" y="1213403"/>
                  <a:pt x="4118601" y="1218275"/>
                </a:cubicBezTo>
                <a:cubicBezTo>
                  <a:pt x="4516456" y="1474502"/>
                  <a:pt x="4844670" y="1825541"/>
                  <a:pt x="5073708" y="2239847"/>
                </a:cubicBezTo>
                <a:cubicBezTo>
                  <a:pt x="5079747" y="2250662"/>
                  <a:pt x="5085380" y="2261511"/>
                  <a:pt x="5091422" y="2272328"/>
                </a:cubicBezTo>
                <a:cubicBezTo>
                  <a:pt x="5097465" y="2283143"/>
                  <a:pt x="5103318" y="2294181"/>
                  <a:pt x="5108951" y="2305030"/>
                </a:cubicBezTo>
                <a:cubicBezTo>
                  <a:pt x="5121202" y="2328705"/>
                  <a:pt x="5133232" y="2352191"/>
                  <a:pt x="5144854" y="2375711"/>
                </a:cubicBezTo>
                <a:lnTo>
                  <a:pt x="5147291" y="2377774"/>
                </a:lnTo>
                <a:cubicBezTo>
                  <a:pt x="5424723" y="2948083"/>
                  <a:pt x="5505616" y="3594325"/>
                  <a:pt x="5377111" y="4215472"/>
                </a:cubicBezTo>
                <a:lnTo>
                  <a:pt x="5374022" y="4230337"/>
                </a:lnTo>
                <a:lnTo>
                  <a:pt x="5364896" y="4271627"/>
                </a:lnTo>
                <a:lnTo>
                  <a:pt x="5357442" y="4303315"/>
                </a:lnTo>
                <a:lnTo>
                  <a:pt x="5351081" y="4328329"/>
                </a:lnTo>
                <a:lnTo>
                  <a:pt x="5338940" y="4375424"/>
                </a:lnTo>
                <a:lnTo>
                  <a:pt x="5336569" y="4384058"/>
                </a:lnTo>
                <a:cubicBezTo>
                  <a:pt x="5204339" y="4876771"/>
                  <a:pt x="4942799" y="5325189"/>
                  <a:pt x="4578884" y="5682700"/>
                </a:cubicBezTo>
                <a:cubicBezTo>
                  <a:pt x="4492517" y="5767641"/>
                  <a:pt x="4400957" y="5847046"/>
                  <a:pt x="4304766" y="5920252"/>
                </a:cubicBezTo>
                <a:lnTo>
                  <a:pt x="4300457" y="5925342"/>
                </a:lnTo>
                <a:lnTo>
                  <a:pt x="4249885" y="5963076"/>
                </a:lnTo>
                <a:lnTo>
                  <a:pt x="4246885" y="5966618"/>
                </a:lnTo>
                <a:lnTo>
                  <a:pt x="4232887" y="5976422"/>
                </a:lnTo>
                <a:cubicBezTo>
                  <a:pt x="4216943" y="5987621"/>
                  <a:pt x="4200403" y="5999072"/>
                  <a:pt x="4183456" y="6010563"/>
                </a:cubicBezTo>
                <a:cubicBezTo>
                  <a:pt x="4169489" y="6020774"/>
                  <a:pt x="4157359" y="6028365"/>
                  <a:pt x="4143887" y="6037093"/>
                </a:cubicBezTo>
                <a:lnTo>
                  <a:pt x="4125152" y="6049348"/>
                </a:lnTo>
                <a:cubicBezTo>
                  <a:pt x="3725169" y="6309893"/>
                  <a:pt x="3266114" y="6466084"/>
                  <a:pt x="2790247" y="6503914"/>
                </a:cubicBezTo>
                <a:lnTo>
                  <a:pt x="2774307" y="6505236"/>
                </a:lnTo>
                <a:cubicBezTo>
                  <a:pt x="2755542" y="6507205"/>
                  <a:pt x="2735448" y="6508048"/>
                  <a:pt x="2715985" y="6509045"/>
                </a:cubicBezTo>
                <a:lnTo>
                  <a:pt x="2696297" y="6509856"/>
                </a:lnTo>
                <a:cubicBezTo>
                  <a:pt x="2660417" y="6511391"/>
                  <a:pt x="2624505" y="6512519"/>
                  <a:pt x="2588522" y="6512830"/>
                </a:cubicBezTo>
                <a:lnTo>
                  <a:pt x="2570028" y="6513131"/>
                </a:lnTo>
                <a:lnTo>
                  <a:pt x="2519573" y="6512584"/>
                </a:lnTo>
                <a:cubicBezTo>
                  <a:pt x="2509475" y="6512393"/>
                  <a:pt x="2499598" y="6512388"/>
                  <a:pt x="2489687" y="6511974"/>
                </a:cubicBezTo>
                <a:cubicBezTo>
                  <a:pt x="2472797" y="6511730"/>
                  <a:pt x="2455866" y="6511078"/>
                  <a:pt x="2438941" y="6510425"/>
                </a:cubicBezTo>
                <a:lnTo>
                  <a:pt x="2413927" y="6509004"/>
                </a:lnTo>
                <a:cubicBezTo>
                  <a:pt x="2353170" y="6505810"/>
                  <a:pt x="2292463" y="6500768"/>
                  <a:pt x="2232220" y="6493830"/>
                </a:cubicBezTo>
                <a:cubicBezTo>
                  <a:pt x="2228061" y="6493351"/>
                  <a:pt x="2224129" y="6493060"/>
                  <a:pt x="2220160" y="6492362"/>
                </a:cubicBezTo>
                <a:cubicBezTo>
                  <a:pt x="1670770" y="6427652"/>
                  <a:pt x="1151728" y="6205486"/>
                  <a:pt x="725542" y="5852579"/>
                </a:cubicBezTo>
                <a:cubicBezTo>
                  <a:pt x="720231" y="5848082"/>
                  <a:pt x="714920" y="5843585"/>
                  <a:pt x="709609" y="5839087"/>
                </a:cubicBezTo>
                <a:cubicBezTo>
                  <a:pt x="520238" y="5684428"/>
                  <a:pt x="270557" y="5639864"/>
                  <a:pt x="46105" y="5707934"/>
                </a:cubicBezTo>
                <a:lnTo>
                  <a:pt x="0" y="5726184"/>
                </a:lnTo>
                <a:lnTo>
                  <a:pt x="0" y="2312242"/>
                </a:lnTo>
                <a:lnTo>
                  <a:pt x="26070" y="2262510"/>
                </a:lnTo>
                <a:lnTo>
                  <a:pt x="30861" y="2253265"/>
                </a:lnTo>
                <a:cubicBezTo>
                  <a:pt x="43367" y="2230415"/>
                  <a:pt x="56318" y="2207945"/>
                  <a:pt x="69455" y="2185250"/>
                </a:cubicBezTo>
                <a:lnTo>
                  <a:pt x="78112" y="2170540"/>
                </a:lnTo>
                <a:cubicBezTo>
                  <a:pt x="89818" y="2150434"/>
                  <a:pt x="102155" y="2130480"/>
                  <a:pt x="114491" y="2110527"/>
                </a:cubicBezTo>
                <a:lnTo>
                  <a:pt x="128479" y="2088174"/>
                </a:lnTo>
                <a:lnTo>
                  <a:pt x="161143" y="2037932"/>
                </a:lnTo>
                <a:lnTo>
                  <a:pt x="174296" y="2017914"/>
                </a:lnTo>
                <a:lnTo>
                  <a:pt x="183292" y="2007290"/>
                </a:lnTo>
                <a:lnTo>
                  <a:pt x="211795" y="1966448"/>
                </a:lnTo>
                <a:lnTo>
                  <a:pt x="241679" y="1924875"/>
                </a:lnTo>
                <a:lnTo>
                  <a:pt x="262278" y="1897859"/>
                </a:lnTo>
                <a:cubicBezTo>
                  <a:pt x="275788" y="1879659"/>
                  <a:pt x="289263" y="1861051"/>
                  <a:pt x="303881" y="1843788"/>
                </a:cubicBezTo>
                <a:lnTo>
                  <a:pt x="313438" y="1832502"/>
                </a:lnTo>
                <a:cubicBezTo>
                  <a:pt x="427176" y="1690560"/>
                  <a:pt x="553987" y="1559649"/>
                  <a:pt x="692542" y="1441798"/>
                </a:cubicBezTo>
                <a:lnTo>
                  <a:pt x="708725" y="1428521"/>
                </a:lnTo>
                <a:cubicBezTo>
                  <a:pt x="955394" y="1215304"/>
                  <a:pt x="1028093" y="862901"/>
                  <a:pt x="885820" y="569604"/>
                </a:cubicBezTo>
                <a:lnTo>
                  <a:pt x="874929" y="547463"/>
                </a:lnTo>
                <a:cubicBezTo>
                  <a:pt x="769138" y="330003"/>
                  <a:pt x="547928" y="197309"/>
                  <a:pt x="312047" y="200556"/>
                </a:cubicBezTo>
                <a:cubicBezTo>
                  <a:pt x="278350" y="201020"/>
                  <a:pt x="244353" y="204258"/>
                  <a:pt x="210351" y="210419"/>
                </a:cubicBezTo>
                <a:lnTo>
                  <a:pt x="193952" y="213631"/>
                </a:lnTo>
                <a:cubicBezTo>
                  <a:pt x="139643" y="224254"/>
                  <a:pt x="85237" y="233005"/>
                  <a:pt x="30818" y="239912"/>
                </a:cubicBezTo>
                <a:lnTo>
                  <a:pt x="0" y="24278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000" baseline="0">
                <a:solidFill>
                  <a:schemeClr val="accent4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82142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21">
          <p15:clr>
            <a:srgbClr val="FBAE40"/>
          </p15:clr>
        </p15:guide>
        <p15:guide id="3" pos="3749">
          <p15:clr>
            <a:srgbClr val="FBAE40"/>
          </p15:clr>
        </p15:guide>
        <p15:guide id="4" orient="horz" pos="2795">
          <p15:clr>
            <a:srgbClr val="FBAE40"/>
          </p15:clr>
        </p15:guide>
        <p15:guide id="5" orient="horz" pos="125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AP1 Details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24092" y="1988680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4" name="Text Placeholder AP1 Name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24001" y="1484784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15" name="Text Placeholder AP1 Details">
            <a:extLst>
              <a:ext uri="{FF2B5EF4-FFF2-40B4-BE49-F238E27FC236}">
                <a16:creationId xmlns:a16="http://schemas.microsoft.com/office/drawing/2014/main" id="{9D7C527A-CAFB-4E43-BB5A-9A14F133AFF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23483" y="4437320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16" name="Text Placeholder AP1 Name">
            <a:extLst>
              <a:ext uri="{FF2B5EF4-FFF2-40B4-BE49-F238E27FC236}">
                <a16:creationId xmlns:a16="http://schemas.microsoft.com/office/drawing/2014/main" id="{2DA765EA-89A4-44AC-8EE1-E408FFA54A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3392" y="3933424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23" name="Text Placeholder AP1 Details">
            <a:extLst>
              <a:ext uri="{FF2B5EF4-FFF2-40B4-BE49-F238E27FC236}">
                <a16:creationId xmlns:a16="http://schemas.microsoft.com/office/drawing/2014/main" id="{1AD3E7E9-BC92-4039-9FE8-8B9BE2F1DF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3431795" y="4436952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24" name="Text Placeholder AP1 Name">
            <a:extLst>
              <a:ext uri="{FF2B5EF4-FFF2-40B4-BE49-F238E27FC236}">
                <a16:creationId xmlns:a16="http://schemas.microsoft.com/office/drawing/2014/main" id="{D51B0300-283C-4494-BC4A-3BC70337C11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431704" y="3933056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A7098BC-A76B-47A2-9C96-0DFADC9A35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4362" y="3933056"/>
            <a:ext cx="4264155" cy="215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6296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79334631-05E0-4E2A-9159-8A0F23A635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787" y="1484312"/>
            <a:ext cx="1094432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20BC81BC-B6A4-4537-ADF5-F20D62F2A5F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7" y="2132856"/>
            <a:ext cx="10944225" cy="3960000"/>
          </a:xfrm>
        </p:spPr>
        <p:txBody>
          <a:bodyPr/>
          <a:lstStyle>
            <a:lvl1pPr>
              <a:lnSpc>
                <a:spcPct val="105000"/>
              </a:lnSpc>
              <a:defRPr baseline="0"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C80E307A-04E8-4556-9E55-AE4BF2C3F414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763011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with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6" hasCustomPrompt="1"/>
          </p:nvPr>
        </p:nvSpPr>
        <p:spPr bwMode="gray">
          <a:xfrm>
            <a:off x="6240464" y="2133296"/>
            <a:ext cx="5327650" cy="3960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5" hasCustomPrompt="1"/>
          </p:nvPr>
        </p:nvSpPr>
        <p:spPr bwMode="gray">
          <a:xfrm>
            <a:off x="623392" y="2133296"/>
            <a:ext cx="5327650" cy="3960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DCEFC5C-445F-4E27-BE32-8BC6D39BBF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787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FC55FE6B-537F-4CE0-945F-6E7E34F9C7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44235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3" name="MIO_VALID_LAYOUT">
            <a:extLst>
              <a:ext uri="{FF2B5EF4-FFF2-40B4-BE49-F238E27FC236}">
                <a16:creationId xmlns:a16="http://schemas.microsoft.com/office/drawing/2014/main" id="{15E27EA2-D5E0-434D-8AF9-3727278008C7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479190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rand picture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1B0BEF69-9E27-4D33-B60A-451F4CCF766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638892" y="1236451"/>
            <a:ext cx="5123445" cy="5621549"/>
          </a:xfrm>
          <a:custGeom>
            <a:avLst/>
            <a:gdLst>
              <a:gd name="connsiteX0" fmla="*/ 5267523 w 5780452"/>
              <a:gd name="connsiteY0" fmla="*/ 5541580 h 5621549"/>
              <a:gd name="connsiteX1" fmla="*/ 5692903 w 5780452"/>
              <a:gd name="connsiteY1" fmla="*/ 5592787 h 5621549"/>
              <a:gd name="connsiteX2" fmla="*/ 5780452 w 5780452"/>
              <a:gd name="connsiteY2" fmla="*/ 5621549 h 5621549"/>
              <a:gd name="connsiteX3" fmla="*/ 4759298 w 5780452"/>
              <a:gd name="connsiteY3" fmla="*/ 5621549 h 5621549"/>
              <a:gd name="connsiteX4" fmla="*/ 4825082 w 5780452"/>
              <a:gd name="connsiteY4" fmla="*/ 5608866 h 5621549"/>
              <a:gd name="connsiteX5" fmla="*/ 4836423 w 5780452"/>
              <a:gd name="connsiteY5" fmla="*/ 5605256 h 5621549"/>
              <a:gd name="connsiteX6" fmla="*/ 5267523 w 5780452"/>
              <a:gd name="connsiteY6" fmla="*/ 5541580 h 5621549"/>
              <a:gd name="connsiteX7" fmla="*/ 2488424 w 5780452"/>
              <a:gd name="connsiteY7" fmla="*/ 996 h 5621549"/>
              <a:gd name="connsiteX8" fmla="*/ 4410997 w 5780452"/>
              <a:gd name="connsiteY8" fmla="*/ 789531 h 5621549"/>
              <a:gd name="connsiteX9" fmla="*/ 4334004 w 5780452"/>
              <a:gd name="connsiteY9" fmla="*/ 4412633 h 5621549"/>
              <a:gd name="connsiteX10" fmla="*/ 4328612 w 5780452"/>
              <a:gd name="connsiteY10" fmla="*/ 4417626 h 5621549"/>
              <a:gd name="connsiteX11" fmla="*/ 4229721 w 5780452"/>
              <a:gd name="connsiteY11" fmla="*/ 5197232 h 5621549"/>
              <a:gd name="connsiteX12" fmla="*/ 4363874 w 5780452"/>
              <a:gd name="connsiteY12" fmla="*/ 5423921 h 5621549"/>
              <a:gd name="connsiteX13" fmla="*/ 4625804 w 5780452"/>
              <a:gd name="connsiteY13" fmla="*/ 5614238 h 5621549"/>
              <a:gd name="connsiteX14" fmla="*/ 4677928 w 5780452"/>
              <a:gd name="connsiteY14" fmla="*/ 5621549 h 5621549"/>
              <a:gd name="connsiteX15" fmla="*/ 4245127 w 5780452"/>
              <a:gd name="connsiteY15" fmla="*/ 5621549 h 5621549"/>
              <a:gd name="connsiteX16" fmla="*/ 4232988 w 5780452"/>
              <a:gd name="connsiteY16" fmla="*/ 5579988 h 5621549"/>
              <a:gd name="connsiteX17" fmla="*/ 4203268 w 5780452"/>
              <a:gd name="connsiteY17" fmla="*/ 5518501 h 5621549"/>
              <a:gd name="connsiteX18" fmla="*/ 4069116 w 5780452"/>
              <a:gd name="connsiteY18" fmla="*/ 5291810 h 5621549"/>
              <a:gd name="connsiteX19" fmla="*/ 3338412 w 5780452"/>
              <a:gd name="connsiteY19" fmla="*/ 5002971 h 5621549"/>
              <a:gd name="connsiteX20" fmla="*/ 3331444 w 5780452"/>
              <a:gd name="connsiteY20" fmla="*/ 5005135 h 5621549"/>
              <a:gd name="connsiteX21" fmla="*/ 3042961 w 5780452"/>
              <a:gd name="connsiteY21" fmla="*/ 5077893 h 5621549"/>
              <a:gd name="connsiteX22" fmla="*/ 357696 w 5780452"/>
              <a:gd name="connsiteY22" fmla="*/ 3865988 h 5621549"/>
              <a:gd name="connsiteX23" fmla="*/ 1257753 w 5780452"/>
              <a:gd name="connsiteY23" fmla="*/ 355499 h 5621549"/>
              <a:gd name="connsiteX24" fmla="*/ 1257620 w 5780452"/>
              <a:gd name="connsiteY24" fmla="*/ 356222 h 5621549"/>
              <a:gd name="connsiteX25" fmla="*/ 2488424 w 5780452"/>
              <a:gd name="connsiteY25" fmla="*/ 996 h 5621549"/>
              <a:gd name="connsiteX0" fmla="*/ 5267523 w 5692903"/>
              <a:gd name="connsiteY0" fmla="*/ 5541580 h 5621549"/>
              <a:gd name="connsiteX1" fmla="*/ 5692903 w 5692903"/>
              <a:gd name="connsiteY1" fmla="*/ 5592787 h 5621549"/>
              <a:gd name="connsiteX2" fmla="*/ 4759298 w 5692903"/>
              <a:gd name="connsiteY2" fmla="*/ 5621549 h 5621549"/>
              <a:gd name="connsiteX3" fmla="*/ 4825082 w 5692903"/>
              <a:gd name="connsiteY3" fmla="*/ 5608866 h 5621549"/>
              <a:gd name="connsiteX4" fmla="*/ 4836423 w 5692903"/>
              <a:gd name="connsiteY4" fmla="*/ 5605256 h 5621549"/>
              <a:gd name="connsiteX5" fmla="*/ 5267523 w 5692903"/>
              <a:gd name="connsiteY5" fmla="*/ 5541580 h 5621549"/>
              <a:gd name="connsiteX6" fmla="*/ 2488424 w 5692903"/>
              <a:gd name="connsiteY6" fmla="*/ 996 h 5621549"/>
              <a:gd name="connsiteX7" fmla="*/ 4410997 w 5692903"/>
              <a:gd name="connsiteY7" fmla="*/ 789531 h 5621549"/>
              <a:gd name="connsiteX8" fmla="*/ 4334004 w 5692903"/>
              <a:gd name="connsiteY8" fmla="*/ 4412633 h 5621549"/>
              <a:gd name="connsiteX9" fmla="*/ 4328612 w 5692903"/>
              <a:gd name="connsiteY9" fmla="*/ 4417626 h 5621549"/>
              <a:gd name="connsiteX10" fmla="*/ 4229721 w 5692903"/>
              <a:gd name="connsiteY10" fmla="*/ 5197232 h 5621549"/>
              <a:gd name="connsiteX11" fmla="*/ 4363874 w 5692903"/>
              <a:gd name="connsiteY11" fmla="*/ 5423921 h 5621549"/>
              <a:gd name="connsiteX12" fmla="*/ 4625804 w 5692903"/>
              <a:gd name="connsiteY12" fmla="*/ 5614238 h 5621549"/>
              <a:gd name="connsiteX13" fmla="*/ 4677928 w 5692903"/>
              <a:gd name="connsiteY13" fmla="*/ 5621549 h 5621549"/>
              <a:gd name="connsiteX14" fmla="*/ 4245127 w 5692903"/>
              <a:gd name="connsiteY14" fmla="*/ 5621549 h 5621549"/>
              <a:gd name="connsiteX15" fmla="*/ 4232988 w 5692903"/>
              <a:gd name="connsiteY15" fmla="*/ 5579988 h 5621549"/>
              <a:gd name="connsiteX16" fmla="*/ 4203268 w 5692903"/>
              <a:gd name="connsiteY16" fmla="*/ 5518501 h 5621549"/>
              <a:gd name="connsiteX17" fmla="*/ 4069116 w 5692903"/>
              <a:gd name="connsiteY17" fmla="*/ 5291810 h 5621549"/>
              <a:gd name="connsiteX18" fmla="*/ 3338412 w 5692903"/>
              <a:gd name="connsiteY18" fmla="*/ 5002971 h 5621549"/>
              <a:gd name="connsiteX19" fmla="*/ 3331444 w 5692903"/>
              <a:gd name="connsiteY19" fmla="*/ 5005135 h 5621549"/>
              <a:gd name="connsiteX20" fmla="*/ 3042961 w 5692903"/>
              <a:gd name="connsiteY20" fmla="*/ 5077893 h 5621549"/>
              <a:gd name="connsiteX21" fmla="*/ 357696 w 5692903"/>
              <a:gd name="connsiteY21" fmla="*/ 3865988 h 5621549"/>
              <a:gd name="connsiteX22" fmla="*/ 1257753 w 5692903"/>
              <a:gd name="connsiteY22" fmla="*/ 355499 h 5621549"/>
              <a:gd name="connsiteX23" fmla="*/ 1257620 w 5692903"/>
              <a:gd name="connsiteY23" fmla="*/ 356222 h 5621549"/>
              <a:gd name="connsiteX24" fmla="*/ 2488424 w 5692903"/>
              <a:gd name="connsiteY24" fmla="*/ 996 h 5621549"/>
              <a:gd name="connsiteX0" fmla="*/ 5267523 w 5267523"/>
              <a:gd name="connsiteY0" fmla="*/ 5541580 h 5621549"/>
              <a:gd name="connsiteX1" fmla="*/ 4759298 w 5267523"/>
              <a:gd name="connsiteY1" fmla="*/ 5621549 h 5621549"/>
              <a:gd name="connsiteX2" fmla="*/ 4825082 w 5267523"/>
              <a:gd name="connsiteY2" fmla="*/ 5608866 h 5621549"/>
              <a:gd name="connsiteX3" fmla="*/ 4836423 w 5267523"/>
              <a:gd name="connsiteY3" fmla="*/ 5605256 h 5621549"/>
              <a:gd name="connsiteX4" fmla="*/ 5267523 w 5267523"/>
              <a:gd name="connsiteY4" fmla="*/ 5541580 h 5621549"/>
              <a:gd name="connsiteX5" fmla="*/ 2488424 w 5267523"/>
              <a:gd name="connsiteY5" fmla="*/ 996 h 5621549"/>
              <a:gd name="connsiteX6" fmla="*/ 4410997 w 5267523"/>
              <a:gd name="connsiteY6" fmla="*/ 789531 h 5621549"/>
              <a:gd name="connsiteX7" fmla="*/ 4334004 w 5267523"/>
              <a:gd name="connsiteY7" fmla="*/ 4412633 h 5621549"/>
              <a:gd name="connsiteX8" fmla="*/ 4328612 w 5267523"/>
              <a:gd name="connsiteY8" fmla="*/ 4417626 h 5621549"/>
              <a:gd name="connsiteX9" fmla="*/ 4229721 w 5267523"/>
              <a:gd name="connsiteY9" fmla="*/ 5197232 h 5621549"/>
              <a:gd name="connsiteX10" fmla="*/ 4363874 w 5267523"/>
              <a:gd name="connsiteY10" fmla="*/ 5423921 h 5621549"/>
              <a:gd name="connsiteX11" fmla="*/ 4625804 w 5267523"/>
              <a:gd name="connsiteY11" fmla="*/ 5614238 h 5621549"/>
              <a:gd name="connsiteX12" fmla="*/ 4677928 w 5267523"/>
              <a:gd name="connsiteY12" fmla="*/ 5621549 h 5621549"/>
              <a:gd name="connsiteX13" fmla="*/ 4245127 w 5267523"/>
              <a:gd name="connsiteY13" fmla="*/ 5621549 h 5621549"/>
              <a:gd name="connsiteX14" fmla="*/ 4232988 w 5267523"/>
              <a:gd name="connsiteY14" fmla="*/ 5579988 h 5621549"/>
              <a:gd name="connsiteX15" fmla="*/ 4203268 w 5267523"/>
              <a:gd name="connsiteY15" fmla="*/ 5518501 h 5621549"/>
              <a:gd name="connsiteX16" fmla="*/ 4069116 w 5267523"/>
              <a:gd name="connsiteY16" fmla="*/ 5291810 h 5621549"/>
              <a:gd name="connsiteX17" fmla="*/ 3338412 w 5267523"/>
              <a:gd name="connsiteY17" fmla="*/ 5002971 h 5621549"/>
              <a:gd name="connsiteX18" fmla="*/ 3331444 w 5267523"/>
              <a:gd name="connsiteY18" fmla="*/ 5005135 h 5621549"/>
              <a:gd name="connsiteX19" fmla="*/ 3042961 w 5267523"/>
              <a:gd name="connsiteY19" fmla="*/ 5077893 h 5621549"/>
              <a:gd name="connsiteX20" fmla="*/ 357696 w 5267523"/>
              <a:gd name="connsiteY20" fmla="*/ 3865988 h 5621549"/>
              <a:gd name="connsiteX21" fmla="*/ 1257753 w 5267523"/>
              <a:gd name="connsiteY21" fmla="*/ 355499 h 5621549"/>
              <a:gd name="connsiteX22" fmla="*/ 1257620 w 5267523"/>
              <a:gd name="connsiteY22" fmla="*/ 356222 h 5621549"/>
              <a:gd name="connsiteX23" fmla="*/ 2488424 w 5267523"/>
              <a:gd name="connsiteY23" fmla="*/ 996 h 5621549"/>
              <a:gd name="connsiteX0" fmla="*/ 4836423 w 5123445"/>
              <a:gd name="connsiteY0" fmla="*/ 5605256 h 5621549"/>
              <a:gd name="connsiteX1" fmla="*/ 4759298 w 5123445"/>
              <a:gd name="connsiteY1" fmla="*/ 5621549 h 5621549"/>
              <a:gd name="connsiteX2" fmla="*/ 4825082 w 5123445"/>
              <a:gd name="connsiteY2" fmla="*/ 5608866 h 5621549"/>
              <a:gd name="connsiteX3" fmla="*/ 4836423 w 5123445"/>
              <a:gd name="connsiteY3" fmla="*/ 5605256 h 5621549"/>
              <a:gd name="connsiteX4" fmla="*/ 2488424 w 5123445"/>
              <a:gd name="connsiteY4" fmla="*/ 996 h 5621549"/>
              <a:gd name="connsiteX5" fmla="*/ 4410997 w 5123445"/>
              <a:gd name="connsiteY5" fmla="*/ 789531 h 5621549"/>
              <a:gd name="connsiteX6" fmla="*/ 4334004 w 5123445"/>
              <a:gd name="connsiteY6" fmla="*/ 4412633 h 5621549"/>
              <a:gd name="connsiteX7" fmla="*/ 4328612 w 5123445"/>
              <a:gd name="connsiteY7" fmla="*/ 4417626 h 5621549"/>
              <a:gd name="connsiteX8" fmla="*/ 4229721 w 5123445"/>
              <a:gd name="connsiteY8" fmla="*/ 5197232 h 5621549"/>
              <a:gd name="connsiteX9" fmla="*/ 4363874 w 5123445"/>
              <a:gd name="connsiteY9" fmla="*/ 5423921 h 5621549"/>
              <a:gd name="connsiteX10" fmla="*/ 4625804 w 5123445"/>
              <a:gd name="connsiteY10" fmla="*/ 5614238 h 5621549"/>
              <a:gd name="connsiteX11" fmla="*/ 4677928 w 5123445"/>
              <a:gd name="connsiteY11" fmla="*/ 5621549 h 5621549"/>
              <a:gd name="connsiteX12" fmla="*/ 4245127 w 5123445"/>
              <a:gd name="connsiteY12" fmla="*/ 5621549 h 5621549"/>
              <a:gd name="connsiteX13" fmla="*/ 4232988 w 5123445"/>
              <a:gd name="connsiteY13" fmla="*/ 5579988 h 5621549"/>
              <a:gd name="connsiteX14" fmla="*/ 4203268 w 5123445"/>
              <a:gd name="connsiteY14" fmla="*/ 5518501 h 5621549"/>
              <a:gd name="connsiteX15" fmla="*/ 4069116 w 5123445"/>
              <a:gd name="connsiteY15" fmla="*/ 5291810 h 5621549"/>
              <a:gd name="connsiteX16" fmla="*/ 3338412 w 5123445"/>
              <a:gd name="connsiteY16" fmla="*/ 5002971 h 5621549"/>
              <a:gd name="connsiteX17" fmla="*/ 3331444 w 5123445"/>
              <a:gd name="connsiteY17" fmla="*/ 5005135 h 5621549"/>
              <a:gd name="connsiteX18" fmla="*/ 3042961 w 5123445"/>
              <a:gd name="connsiteY18" fmla="*/ 5077893 h 5621549"/>
              <a:gd name="connsiteX19" fmla="*/ 357696 w 5123445"/>
              <a:gd name="connsiteY19" fmla="*/ 3865988 h 5621549"/>
              <a:gd name="connsiteX20" fmla="*/ 1257753 w 5123445"/>
              <a:gd name="connsiteY20" fmla="*/ 355499 h 5621549"/>
              <a:gd name="connsiteX21" fmla="*/ 1257620 w 5123445"/>
              <a:gd name="connsiteY21" fmla="*/ 356222 h 5621549"/>
              <a:gd name="connsiteX22" fmla="*/ 2488424 w 5123445"/>
              <a:gd name="connsiteY22" fmla="*/ 996 h 5621549"/>
              <a:gd name="connsiteX0" fmla="*/ 4825082 w 5123445"/>
              <a:gd name="connsiteY0" fmla="*/ 5608866 h 5621549"/>
              <a:gd name="connsiteX1" fmla="*/ 4759298 w 5123445"/>
              <a:gd name="connsiteY1" fmla="*/ 5621549 h 5621549"/>
              <a:gd name="connsiteX2" fmla="*/ 4825082 w 5123445"/>
              <a:gd name="connsiteY2" fmla="*/ 5608866 h 5621549"/>
              <a:gd name="connsiteX3" fmla="*/ 2488424 w 5123445"/>
              <a:gd name="connsiteY3" fmla="*/ 996 h 5621549"/>
              <a:gd name="connsiteX4" fmla="*/ 4410997 w 5123445"/>
              <a:gd name="connsiteY4" fmla="*/ 789531 h 5621549"/>
              <a:gd name="connsiteX5" fmla="*/ 4334004 w 5123445"/>
              <a:gd name="connsiteY5" fmla="*/ 4412633 h 5621549"/>
              <a:gd name="connsiteX6" fmla="*/ 4328612 w 5123445"/>
              <a:gd name="connsiteY6" fmla="*/ 4417626 h 5621549"/>
              <a:gd name="connsiteX7" fmla="*/ 4229721 w 5123445"/>
              <a:gd name="connsiteY7" fmla="*/ 5197232 h 5621549"/>
              <a:gd name="connsiteX8" fmla="*/ 4363874 w 5123445"/>
              <a:gd name="connsiteY8" fmla="*/ 5423921 h 5621549"/>
              <a:gd name="connsiteX9" fmla="*/ 4625804 w 5123445"/>
              <a:gd name="connsiteY9" fmla="*/ 5614238 h 5621549"/>
              <a:gd name="connsiteX10" fmla="*/ 4677928 w 5123445"/>
              <a:gd name="connsiteY10" fmla="*/ 5621549 h 5621549"/>
              <a:gd name="connsiteX11" fmla="*/ 4245127 w 5123445"/>
              <a:gd name="connsiteY11" fmla="*/ 5621549 h 5621549"/>
              <a:gd name="connsiteX12" fmla="*/ 4232988 w 5123445"/>
              <a:gd name="connsiteY12" fmla="*/ 5579988 h 5621549"/>
              <a:gd name="connsiteX13" fmla="*/ 4203268 w 5123445"/>
              <a:gd name="connsiteY13" fmla="*/ 5518501 h 5621549"/>
              <a:gd name="connsiteX14" fmla="*/ 4069116 w 5123445"/>
              <a:gd name="connsiteY14" fmla="*/ 5291810 h 5621549"/>
              <a:gd name="connsiteX15" fmla="*/ 3338412 w 5123445"/>
              <a:gd name="connsiteY15" fmla="*/ 5002971 h 5621549"/>
              <a:gd name="connsiteX16" fmla="*/ 3331444 w 5123445"/>
              <a:gd name="connsiteY16" fmla="*/ 5005135 h 5621549"/>
              <a:gd name="connsiteX17" fmla="*/ 3042961 w 5123445"/>
              <a:gd name="connsiteY17" fmla="*/ 5077893 h 5621549"/>
              <a:gd name="connsiteX18" fmla="*/ 357696 w 5123445"/>
              <a:gd name="connsiteY18" fmla="*/ 3865988 h 5621549"/>
              <a:gd name="connsiteX19" fmla="*/ 1257753 w 5123445"/>
              <a:gd name="connsiteY19" fmla="*/ 355499 h 5621549"/>
              <a:gd name="connsiteX20" fmla="*/ 1257620 w 5123445"/>
              <a:gd name="connsiteY20" fmla="*/ 356222 h 5621549"/>
              <a:gd name="connsiteX21" fmla="*/ 2488424 w 5123445"/>
              <a:gd name="connsiteY21" fmla="*/ 996 h 5621549"/>
              <a:gd name="connsiteX0" fmla="*/ 2488424 w 5123445"/>
              <a:gd name="connsiteY0" fmla="*/ 996 h 5621549"/>
              <a:gd name="connsiteX1" fmla="*/ 4410997 w 5123445"/>
              <a:gd name="connsiteY1" fmla="*/ 789531 h 5621549"/>
              <a:gd name="connsiteX2" fmla="*/ 4334004 w 5123445"/>
              <a:gd name="connsiteY2" fmla="*/ 4412633 h 5621549"/>
              <a:gd name="connsiteX3" fmla="*/ 4328612 w 5123445"/>
              <a:gd name="connsiteY3" fmla="*/ 4417626 h 5621549"/>
              <a:gd name="connsiteX4" fmla="*/ 4229721 w 5123445"/>
              <a:gd name="connsiteY4" fmla="*/ 5197232 h 5621549"/>
              <a:gd name="connsiteX5" fmla="*/ 4363874 w 5123445"/>
              <a:gd name="connsiteY5" fmla="*/ 5423921 h 5621549"/>
              <a:gd name="connsiteX6" fmla="*/ 4625804 w 5123445"/>
              <a:gd name="connsiteY6" fmla="*/ 5614238 h 5621549"/>
              <a:gd name="connsiteX7" fmla="*/ 4677928 w 5123445"/>
              <a:gd name="connsiteY7" fmla="*/ 5621549 h 5621549"/>
              <a:gd name="connsiteX8" fmla="*/ 4245127 w 5123445"/>
              <a:gd name="connsiteY8" fmla="*/ 5621549 h 5621549"/>
              <a:gd name="connsiteX9" fmla="*/ 4232988 w 5123445"/>
              <a:gd name="connsiteY9" fmla="*/ 5579988 h 5621549"/>
              <a:gd name="connsiteX10" fmla="*/ 4203268 w 5123445"/>
              <a:gd name="connsiteY10" fmla="*/ 5518501 h 5621549"/>
              <a:gd name="connsiteX11" fmla="*/ 4069116 w 5123445"/>
              <a:gd name="connsiteY11" fmla="*/ 5291810 h 5621549"/>
              <a:gd name="connsiteX12" fmla="*/ 3338412 w 5123445"/>
              <a:gd name="connsiteY12" fmla="*/ 5002971 h 5621549"/>
              <a:gd name="connsiteX13" fmla="*/ 3331444 w 5123445"/>
              <a:gd name="connsiteY13" fmla="*/ 5005135 h 5621549"/>
              <a:gd name="connsiteX14" fmla="*/ 3042961 w 5123445"/>
              <a:gd name="connsiteY14" fmla="*/ 5077893 h 5621549"/>
              <a:gd name="connsiteX15" fmla="*/ 357696 w 5123445"/>
              <a:gd name="connsiteY15" fmla="*/ 3865988 h 5621549"/>
              <a:gd name="connsiteX16" fmla="*/ 1257753 w 5123445"/>
              <a:gd name="connsiteY16" fmla="*/ 355499 h 5621549"/>
              <a:gd name="connsiteX17" fmla="*/ 1257620 w 5123445"/>
              <a:gd name="connsiteY17" fmla="*/ 356222 h 5621549"/>
              <a:gd name="connsiteX18" fmla="*/ 2488424 w 5123445"/>
              <a:gd name="connsiteY18" fmla="*/ 996 h 5621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123445" h="5621549">
                <a:moveTo>
                  <a:pt x="2488424" y="996"/>
                </a:moveTo>
                <a:cubicBezTo>
                  <a:pt x="3193438" y="-18651"/>
                  <a:pt x="3896514" y="252742"/>
                  <a:pt x="4410997" y="789531"/>
                </a:cubicBezTo>
                <a:cubicBezTo>
                  <a:pt x="5390279" y="1811215"/>
                  <a:pt x="5355687" y="3433352"/>
                  <a:pt x="4334004" y="4412633"/>
                </a:cubicBezTo>
                <a:lnTo>
                  <a:pt x="4328612" y="4417626"/>
                </a:lnTo>
                <a:cubicBezTo>
                  <a:pt x="4121541" y="4624459"/>
                  <a:pt x="4080825" y="4945293"/>
                  <a:pt x="4229721" y="5197232"/>
                </a:cubicBezTo>
                <a:lnTo>
                  <a:pt x="4363874" y="5423921"/>
                </a:lnTo>
                <a:cubicBezTo>
                  <a:pt x="4422700" y="5523313"/>
                  <a:pt x="4518671" y="5590228"/>
                  <a:pt x="4625804" y="5614238"/>
                </a:cubicBezTo>
                <a:lnTo>
                  <a:pt x="4677928" y="5621549"/>
                </a:lnTo>
                <a:lnTo>
                  <a:pt x="4245127" y="5621549"/>
                </a:lnTo>
                <a:lnTo>
                  <a:pt x="4232988" y="5579988"/>
                </a:lnTo>
                <a:cubicBezTo>
                  <a:pt x="4224919" y="5558965"/>
                  <a:pt x="4215021" y="5538396"/>
                  <a:pt x="4203268" y="5518501"/>
                </a:cubicBezTo>
                <a:lnTo>
                  <a:pt x="4069116" y="5291810"/>
                </a:lnTo>
                <a:cubicBezTo>
                  <a:pt x="3920121" y="5040004"/>
                  <a:pt x="3619373" y="4921071"/>
                  <a:pt x="3338412" y="5002971"/>
                </a:cubicBezTo>
                <a:lnTo>
                  <a:pt x="3331444" y="5005135"/>
                </a:lnTo>
                <a:cubicBezTo>
                  <a:pt x="3236866" y="5035032"/>
                  <a:pt x="3140554" y="5059307"/>
                  <a:pt x="3042961" y="5077893"/>
                </a:cubicBezTo>
                <a:cubicBezTo>
                  <a:pt x="1981925" y="5280228"/>
                  <a:pt x="907908" y="4795494"/>
                  <a:pt x="357696" y="3865988"/>
                </a:cubicBezTo>
                <a:cubicBezTo>
                  <a:pt x="-363156" y="2648085"/>
                  <a:pt x="39877" y="1076309"/>
                  <a:pt x="1257753" y="355499"/>
                </a:cubicBezTo>
                <a:cubicBezTo>
                  <a:pt x="1257709" y="355740"/>
                  <a:pt x="1257664" y="355981"/>
                  <a:pt x="1257620" y="356222"/>
                </a:cubicBezTo>
                <a:cubicBezTo>
                  <a:pt x="1641708" y="129347"/>
                  <a:pt x="2065415" y="12784"/>
                  <a:pt x="2488424" y="99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6240958" y="2133296"/>
            <a:ext cx="5327650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defRPr lang="de-DE" noProof="0" dirty="0" smtClean="0"/>
            </a:lvl2pPr>
            <a:lvl3pPr>
              <a:defRPr lang="de-DE" noProof="0" dirty="0" smtClean="0"/>
            </a:lvl3pPr>
            <a:lvl4pPr>
              <a:defRPr lang="de-DE" noProof="0" dirty="0" smtClean="0"/>
            </a:lvl4pPr>
            <a:lvl5pPr>
              <a:defRPr lang="de-DE" noProof="0" dirty="0" smtClean="0"/>
            </a:lvl5pPr>
            <a:lvl6pPr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  <a:p>
            <a:pPr lvl="0"/>
            <a:endParaRPr lang="en-US" noProof="0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3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0" name="MIO_VALID_LAYOUT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C10FA8E-688E-4B45-907C-B4E743ECD25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40463" y="1484313"/>
            <a:ext cx="5327650" cy="504825"/>
          </a:xfrm>
          <a:prstGeom prst="rect">
            <a:avLst/>
          </a:prstGeom>
          <a:noFill/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/>
            </a:lvl2pPr>
            <a:lvl3pPr>
              <a:spcBef>
                <a:spcPts val="0"/>
              </a:spcBef>
              <a:spcAft>
                <a:spcPts val="0"/>
              </a:spcAft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3695081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rand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2">
            <a:extLst>
              <a:ext uri="{FF2B5EF4-FFF2-40B4-BE49-F238E27FC236}">
                <a16:creationId xmlns:a16="http://schemas.microsoft.com/office/drawing/2014/main" id="{B375DF45-3C20-4416-8140-64227B44E5E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3380494" y="1282704"/>
            <a:ext cx="8811506" cy="5575297"/>
          </a:xfrm>
          <a:custGeom>
            <a:avLst/>
            <a:gdLst>
              <a:gd name="connsiteX0" fmla="*/ 5586253 w 8811506"/>
              <a:gd name="connsiteY0" fmla="*/ 1520 h 5575297"/>
              <a:gd name="connsiteX1" fmla="*/ 5967260 w 8811506"/>
              <a:gd name="connsiteY1" fmla="*/ 13918 h 5575297"/>
              <a:gd name="connsiteX2" fmla="*/ 5976615 w 8811506"/>
              <a:gd name="connsiteY2" fmla="*/ 14998 h 5575297"/>
              <a:gd name="connsiteX3" fmla="*/ 6092021 w 8811506"/>
              <a:gd name="connsiteY3" fmla="*/ 28327 h 5575297"/>
              <a:gd name="connsiteX4" fmla="*/ 6116973 w 8811506"/>
              <a:gd name="connsiteY4" fmla="*/ 31209 h 5575297"/>
              <a:gd name="connsiteX5" fmla="*/ 6197348 w 8811506"/>
              <a:gd name="connsiteY5" fmla="*/ 46812 h 5575297"/>
              <a:gd name="connsiteX6" fmla="*/ 6262126 w 8811506"/>
              <a:gd name="connsiteY6" fmla="*/ 60615 h 5575297"/>
              <a:gd name="connsiteX7" fmla="*/ 6302315 w 8811506"/>
              <a:gd name="connsiteY7" fmla="*/ 68415 h 5575297"/>
              <a:gd name="connsiteX8" fmla="*/ 7107717 w 8811506"/>
              <a:gd name="connsiteY8" fmla="*/ 401641 h 5575297"/>
              <a:gd name="connsiteX9" fmla="*/ 7134349 w 8811506"/>
              <a:gd name="connsiteY9" fmla="*/ 417359 h 5575297"/>
              <a:gd name="connsiteX10" fmla="*/ 7210761 w 8811506"/>
              <a:gd name="connsiteY10" fmla="*/ 467275 h 5575297"/>
              <a:gd name="connsiteX11" fmla="*/ 7275056 w 8811506"/>
              <a:gd name="connsiteY11" fmla="*/ 512627 h 5575297"/>
              <a:gd name="connsiteX12" fmla="*/ 7304085 w 8811506"/>
              <a:gd name="connsiteY12" fmla="*/ 534943 h 5575297"/>
              <a:gd name="connsiteX13" fmla="*/ 7396691 w 8811506"/>
              <a:gd name="connsiteY13" fmla="*/ 608852 h 5575297"/>
              <a:gd name="connsiteX14" fmla="*/ 7405325 w 8811506"/>
              <a:gd name="connsiteY14" fmla="*/ 616170 h 5575297"/>
              <a:gd name="connsiteX15" fmla="*/ 7597011 w 8811506"/>
              <a:gd name="connsiteY15" fmla="*/ 790019 h 5575297"/>
              <a:gd name="connsiteX16" fmla="*/ 7608406 w 8811506"/>
              <a:gd name="connsiteY16" fmla="*/ 800815 h 5575297"/>
              <a:gd name="connsiteX17" fmla="*/ 7690211 w 8811506"/>
              <a:gd name="connsiteY17" fmla="*/ 886118 h 5575297"/>
              <a:gd name="connsiteX18" fmla="*/ 7712642 w 8811506"/>
              <a:gd name="connsiteY18" fmla="*/ 910835 h 5575297"/>
              <a:gd name="connsiteX19" fmla="*/ 7762661 w 8811506"/>
              <a:gd name="connsiteY19" fmla="*/ 970340 h 5575297"/>
              <a:gd name="connsiteX20" fmla="*/ 7820597 w 8811506"/>
              <a:gd name="connsiteY20" fmla="*/ 1043407 h 5575297"/>
              <a:gd name="connsiteX21" fmla="*/ 7842668 w 8811506"/>
              <a:gd name="connsiteY21" fmla="*/ 1071241 h 5575297"/>
              <a:gd name="connsiteX22" fmla="*/ 8304662 w 8811506"/>
              <a:gd name="connsiteY22" fmla="*/ 2079109 h 5575297"/>
              <a:gd name="connsiteX23" fmla="*/ 8312456 w 8811506"/>
              <a:gd name="connsiteY23" fmla="*/ 2121096 h 5575297"/>
              <a:gd name="connsiteX24" fmla="*/ 8331758 w 8811506"/>
              <a:gd name="connsiteY24" fmla="*/ 2227627 h 5575297"/>
              <a:gd name="connsiteX25" fmla="*/ 8341231 w 8811506"/>
              <a:gd name="connsiteY25" fmla="*/ 2282451 h 5575297"/>
              <a:gd name="connsiteX26" fmla="*/ 8348304 w 8811506"/>
              <a:gd name="connsiteY26" fmla="*/ 2330679 h 5575297"/>
              <a:gd name="connsiteX27" fmla="*/ 8358372 w 8811506"/>
              <a:gd name="connsiteY27" fmla="*/ 2407696 h 5575297"/>
              <a:gd name="connsiteX28" fmla="*/ 8360287 w 8811506"/>
              <a:gd name="connsiteY28" fmla="*/ 2445845 h 5575297"/>
              <a:gd name="connsiteX29" fmla="*/ 8365435 w 8811506"/>
              <a:gd name="connsiteY29" fmla="*/ 2538097 h 5575297"/>
              <a:gd name="connsiteX30" fmla="*/ 8365314 w 8811506"/>
              <a:gd name="connsiteY30" fmla="*/ 2566530 h 5575297"/>
              <a:gd name="connsiteX31" fmla="*/ 8365541 w 8811506"/>
              <a:gd name="connsiteY31" fmla="*/ 2674018 h 5575297"/>
              <a:gd name="connsiteX32" fmla="*/ 8367218 w 8811506"/>
              <a:gd name="connsiteY32" fmla="*/ 2686854 h 5575297"/>
              <a:gd name="connsiteX33" fmla="*/ 8342111 w 8811506"/>
              <a:gd name="connsiteY33" fmla="*/ 3041104 h 5575297"/>
              <a:gd name="connsiteX34" fmla="*/ 8339950 w 8811506"/>
              <a:gd name="connsiteY34" fmla="*/ 3059819 h 5575297"/>
              <a:gd name="connsiteX35" fmla="*/ 8742593 w 8811506"/>
              <a:gd name="connsiteY35" fmla="*/ 3760573 h 5575297"/>
              <a:gd name="connsiteX36" fmla="*/ 8811506 w 8811506"/>
              <a:gd name="connsiteY36" fmla="*/ 3783492 h 5575297"/>
              <a:gd name="connsiteX37" fmla="*/ 8811506 w 8811506"/>
              <a:gd name="connsiteY37" fmla="*/ 4224434 h 5575297"/>
              <a:gd name="connsiteX38" fmla="*/ 8808378 w 8811506"/>
              <a:gd name="connsiteY38" fmla="*/ 4221079 h 5575297"/>
              <a:gd name="connsiteX39" fmla="*/ 8588646 w 8811506"/>
              <a:gd name="connsiteY39" fmla="*/ 4080980 h 5575297"/>
              <a:gd name="connsiteX40" fmla="*/ 7806938 w 8811506"/>
              <a:gd name="connsiteY40" fmla="*/ 4281478 h 5575297"/>
              <a:gd name="connsiteX41" fmla="*/ 7795778 w 8811506"/>
              <a:gd name="connsiteY41" fmla="*/ 4295993 h 5575297"/>
              <a:gd name="connsiteX42" fmla="*/ 7467280 w 8811506"/>
              <a:gd name="connsiteY42" fmla="*/ 4649973 h 5575297"/>
              <a:gd name="connsiteX43" fmla="*/ 7463800 w 8811506"/>
              <a:gd name="connsiteY43" fmla="*/ 4652730 h 5575297"/>
              <a:gd name="connsiteX44" fmla="*/ 7309992 w 8811506"/>
              <a:gd name="connsiteY44" fmla="*/ 4780356 h 5575297"/>
              <a:gd name="connsiteX45" fmla="*/ 7258165 w 8811506"/>
              <a:gd name="connsiteY45" fmla="*/ 4818619 h 5575297"/>
              <a:gd name="connsiteX46" fmla="*/ 7234169 w 8811506"/>
              <a:gd name="connsiteY46" fmla="*/ 4834811 h 5575297"/>
              <a:gd name="connsiteX47" fmla="*/ 7165304 w 8811506"/>
              <a:gd name="connsiteY47" fmla="*/ 4883749 h 5575297"/>
              <a:gd name="connsiteX48" fmla="*/ 7158346 w 8811506"/>
              <a:gd name="connsiteY48" fmla="*/ 4889267 h 5575297"/>
              <a:gd name="connsiteX49" fmla="*/ 7154868 w 8811506"/>
              <a:gd name="connsiteY49" fmla="*/ 4892028 h 5575297"/>
              <a:gd name="connsiteX50" fmla="*/ 7093323 w 8811506"/>
              <a:gd name="connsiteY50" fmla="*/ 4932328 h 5575297"/>
              <a:gd name="connsiteX51" fmla="*/ 6660708 w 8811506"/>
              <a:gd name="connsiteY51" fmla="*/ 5147857 h 5575297"/>
              <a:gd name="connsiteX52" fmla="*/ 6591247 w 8811506"/>
              <a:gd name="connsiteY52" fmla="*/ 5174603 h 5575297"/>
              <a:gd name="connsiteX53" fmla="*/ 6578050 w 8811506"/>
              <a:gd name="connsiteY53" fmla="*/ 5179400 h 5575297"/>
              <a:gd name="connsiteX54" fmla="*/ 6522144 w 8811506"/>
              <a:gd name="connsiteY54" fmla="*/ 5198229 h 5575297"/>
              <a:gd name="connsiteX55" fmla="*/ 6492632 w 8811506"/>
              <a:gd name="connsiteY55" fmla="*/ 5207464 h 5575297"/>
              <a:gd name="connsiteX56" fmla="*/ 6453403 w 8811506"/>
              <a:gd name="connsiteY56" fmla="*/ 5218733 h 5575297"/>
              <a:gd name="connsiteX57" fmla="*/ 6404456 w 8811506"/>
              <a:gd name="connsiteY57" fmla="*/ 5232046 h 5575297"/>
              <a:gd name="connsiteX58" fmla="*/ 6384659 w 8811506"/>
              <a:gd name="connsiteY58" fmla="*/ 5239242 h 5575297"/>
              <a:gd name="connsiteX59" fmla="*/ 4859560 w 8811506"/>
              <a:gd name="connsiteY59" fmla="*/ 5199011 h 5575297"/>
              <a:gd name="connsiteX60" fmla="*/ 4844326 w 8811506"/>
              <a:gd name="connsiteY60" fmla="*/ 5194092 h 5575297"/>
              <a:gd name="connsiteX61" fmla="*/ 4765392 w 8811506"/>
              <a:gd name="connsiteY61" fmla="*/ 5166014 h 5575297"/>
              <a:gd name="connsiteX62" fmla="*/ 4744279 w 8811506"/>
              <a:gd name="connsiteY62" fmla="*/ 5157253 h 5575297"/>
              <a:gd name="connsiteX63" fmla="*/ 4653589 w 8811506"/>
              <a:gd name="connsiteY63" fmla="*/ 5121494 h 5575297"/>
              <a:gd name="connsiteX64" fmla="*/ 4650472 w 8811506"/>
              <a:gd name="connsiteY64" fmla="*/ 5121134 h 5575297"/>
              <a:gd name="connsiteX65" fmla="*/ 4638356 w 8811506"/>
              <a:gd name="connsiteY65" fmla="*/ 5116573 h 5575297"/>
              <a:gd name="connsiteX66" fmla="*/ 4557383 w 8811506"/>
              <a:gd name="connsiteY66" fmla="*/ 5078776 h 5575297"/>
              <a:gd name="connsiteX67" fmla="*/ 4542509 w 8811506"/>
              <a:gd name="connsiteY67" fmla="*/ 5070737 h 5575297"/>
              <a:gd name="connsiteX68" fmla="*/ 4449781 w 8811506"/>
              <a:gd name="connsiteY68" fmla="*/ 5025260 h 5575297"/>
              <a:gd name="connsiteX69" fmla="*/ 4434907 w 8811506"/>
              <a:gd name="connsiteY69" fmla="*/ 5017220 h 5575297"/>
              <a:gd name="connsiteX70" fmla="*/ 3640969 w 8811506"/>
              <a:gd name="connsiteY70" fmla="*/ 5159413 h 5575297"/>
              <a:gd name="connsiteX71" fmla="*/ 3637127 w 8811506"/>
              <a:gd name="connsiteY71" fmla="*/ 5165291 h 5575297"/>
              <a:gd name="connsiteX72" fmla="*/ 3493347 w 8811506"/>
              <a:gd name="connsiteY72" fmla="*/ 5490035 h 5575297"/>
              <a:gd name="connsiteX73" fmla="*/ 3492280 w 8811506"/>
              <a:gd name="connsiteY73" fmla="*/ 5575297 h 5575297"/>
              <a:gd name="connsiteX74" fmla="*/ 0 w 8811506"/>
              <a:gd name="connsiteY74" fmla="*/ 5575297 h 5575297"/>
              <a:gd name="connsiteX75" fmla="*/ 54242 w 8811506"/>
              <a:gd name="connsiteY75" fmla="*/ 5510049 h 5575297"/>
              <a:gd name="connsiteX76" fmla="*/ 2021128 w 8811506"/>
              <a:gd name="connsiteY76" fmla="*/ 4817466 h 5575297"/>
              <a:gd name="connsiteX77" fmla="*/ 2700822 w 8811506"/>
              <a:gd name="connsiteY77" fmla="*/ 5035033 h 5575297"/>
              <a:gd name="connsiteX78" fmla="*/ 2718816 w 8811506"/>
              <a:gd name="connsiteY78" fmla="*/ 5043433 h 5575297"/>
              <a:gd name="connsiteX79" fmla="*/ 3377432 w 8811506"/>
              <a:gd name="connsiteY79" fmla="*/ 4923538 h 5575297"/>
              <a:gd name="connsiteX80" fmla="*/ 3381271 w 8811506"/>
              <a:gd name="connsiteY80" fmla="*/ 4917660 h 5575297"/>
              <a:gd name="connsiteX81" fmla="*/ 3458254 w 8811506"/>
              <a:gd name="connsiteY81" fmla="*/ 4114268 h 5575297"/>
              <a:gd name="connsiteX82" fmla="*/ 3455493 w 8811506"/>
              <a:gd name="connsiteY82" fmla="*/ 4110788 h 5575297"/>
              <a:gd name="connsiteX83" fmla="*/ 3391444 w 8811506"/>
              <a:gd name="connsiteY83" fmla="*/ 4008572 h 5575297"/>
              <a:gd name="connsiteX84" fmla="*/ 3389046 w 8811506"/>
              <a:gd name="connsiteY84" fmla="*/ 4001974 h 5575297"/>
              <a:gd name="connsiteX85" fmla="*/ 3344667 w 8811506"/>
              <a:gd name="connsiteY85" fmla="*/ 3920995 h 5575297"/>
              <a:gd name="connsiteX86" fmla="*/ 3337113 w 8811506"/>
              <a:gd name="connsiteY86" fmla="*/ 3904316 h 5575297"/>
              <a:gd name="connsiteX87" fmla="*/ 3298971 w 8811506"/>
              <a:gd name="connsiteY87" fmla="*/ 3824056 h 5575297"/>
              <a:gd name="connsiteX88" fmla="*/ 3286259 w 8811506"/>
              <a:gd name="connsiteY88" fmla="*/ 3797303 h 5575297"/>
              <a:gd name="connsiteX89" fmla="*/ 3250878 w 8811506"/>
              <a:gd name="connsiteY89" fmla="*/ 3720524 h 5575297"/>
              <a:gd name="connsiteX90" fmla="*/ 3240924 w 8811506"/>
              <a:gd name="connsiteY90" fmla="*/ 3697248 h 5575297"/>
              <a:gd name="connsiteX91" fmla="*/ 3209020 w 8811506"/>
              <a:gd name="connsiteY91" fmla="*/ 3617709 h 5575297"/>
              <a:gd name="connsiteX92" fmla="*/ 3203862 w 8811506"/>
              <a:gd name="connsiteY92" fmla="*/ 3607632 h 5575297"/>
              <a:gd name="connsiteX93" fmla="*/ 3170281 w 8811506"/>
              <a:gd name="connsiteY93" fmla="*/ 3515256 h 5575297"/>
              <a:gd name="connsiteX94" fmla="*/ 3165125 w 8811506"/>
              <a:gd name="connsiteY94" fmla="*/ 3505178 h 5575297"/>
              <a:gd name="connsiteX95" fmla="*/ 3108418 w 8811506"/>
              <a:gd name="connsiteY95" fmla="*/ 2025773 h 5575297"/>
              <a:gd name="connsiteX96" fmla="*/ 3109139 w 8811506"/>
              <a:gd name="connsiteY96" fmla="*/ 2019534 h 5575297"/>
              <a:gd name="connsiteX97" fmla="*/ 3124982 w 8811506"/>
              <a:gd name="connsiteY97" fmla="*/ 1964473 h 5575297"/>
              <a:gd name="connsiteX98" fmla="*/ 3446081 w 8811506"/>
              <a:gd name="connsiteY98" fmla="*/ 1236684 h 5575297"/>
              <a:gd name="connsiteX99" fmla="*/ 3469118 w 8811506"/>
              <a:gd name="connsiteY99" fmla="*/ 1201417 h 5575297"/>
              <a:gd name="connsiteX100" fmla="*/ 3480639 w 8811506"/>
              <a:gd name="connsiteY100" fmla="*/ 1183783 h 5575297"/>
              <a:gd name="connsiteX101" fmla="*/ 3518673 w 8811506"/>
              <a:gd name="connsiteY101" fmla="*/ 1128125 h 5575297"/>
              <a:gd name="connsiteX102" fmla="*/ 3522151 w 8811506"/>
              <a:gd name="connsiteY102" fmla="*/ 1125365 h 5575297"/>
              <a:gd name="connsiteX103" fmla="*/ 4030017 w 8811506"/>
              <a:gd name="connsiteY103" fmla="*/ 586661 h 5575297"/>
              <a:gd name="connsiteX104" fmla="*/ 4043934 w 8811506"/>
              <a:gd name="connsiteY104" fmla="*/ 575626 h 5575297"/>
              <a:gd name="connsiteX105" fmla="*/ 4120478 w 8811506"/>
              <a:gd name="connsiteY105" fmla="*/ 514932 h 5575297"/>
              <a:gd name="connsiteX106" fmla="*/ 4171945 w 8811506"/>
              <a:gd name="connsiteY106" fmla="*/ 479787 h 5575297"/>
              <a:gd name="connsiteX107" fmla="*/ 4209858 w 8811506"/>
              <a:gd name="connsiteY107" fmla="*/ 452559 h 5575297"/>
              <a:gd name="connsiteX108" fmla="*/ 4295037 w 8811506"/>
              <a:gd name="connsiteY108" fmla="*/ 399184 h 5575297"/>
              <a:gd name="connsiteX109" fmla="*/ 4298517 w 8811506"/>
              <a:gd name="connsiteY109" fmla="*/ 396427 h 5575297"/>
              <a:gd name="connsiteX110" fmla="*/ 4997101 w 8811506"/>
              <a:gd name="connsiteY110" fmla="*/ 94669 h 5575297"/>
              <a:gd name="connsiteX111" fmla="*/ 5016537 w 8811506"/>
              <a:gd name="connsiteY111" fmla="*/ 90592 h 5575297"/>
              <a:gd name="connsiteX112" fmla="*/ 5114069 w 8811506"/>
              <a:gd name="connsiteY112" fmla="*/ 67091 h 5575297"/>
              <a:gd name="connsiteX113" fmla="*/ 5191808 w 8811506"/>
              <a:gd name="connsiteY113" fmla="*/ 50784 h 5575297"/>
              <a:gd name="connsiteX114" fmla="*/ 5230676 w 8811506"/>
              <a:gd name="connsiteY114" fmla="*/ 42631 h 5575297"/>
              <a:gd name="connsiteX115" fmla="*/ 5324009 w 8811506"/>
              <a:gd name="connsiteY115" fmla="*/ 28125 h 5575297"/>
              <a:gd name="connsiteX116" fmla="*/ 5346563 w 8811506"/>
              <a:gd name="connsiteY116" fmla="*/ 24409 h 5575297"/>
              <a:gd name="connsiteX117" fmla="*/ 5455492 w 8811506"/>
              <a:gd name="connsiteY117" fmla="*/ 11703 h 5575297"/>
              <a:gd name="connsiteX118" fmla="*/ 5465208 w 8811506"/>
              <a:gd name="connsiteY118" fmla="*/ 9664 h 5575297"/>
              <a:gd name="connsiteX119" fmla="*/ 5586253 w 8811506"/>
              <a:gd name="connsiteY119" fmla="*/ 1520 h 5575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8811506" h="5575297">
                <a:moveTo>
                  <a:pt x="5586253" y="1520"/>
                </a:moveTo>
                <a:cubicBezTo>
                  <a:pt x="5713177" y="-2784"/>
                  <a:pt x="5839018" y="2266"/>
                  <a:pt x="5967260" y="13918"/>
                </a:cubicBezTo>
                <a:cubicBezTo>
                  <a:pt x="5970378" y="14278"/>
                  <a:pt x="5973498" y="14638"/>
                  <a:pt x="5976615" y="14998"/>
                </a:cubicBezTo>
                <a:cubicBezTo>
                  <a:pt x="6014404" y="16200"/>
                  <a:pt x="6054592" y="24004"/>
                  <a:pt x="6092021" y="28327"/>
                </a:cubicBezTo>
                <a:cubicBezTo>
                  <a:pt x="6101377" y="29407"/>
                  <a:pt x="6107614" y="30128"/>
                  <a:pt x="6116973" y="31209"/>
                </a:cubicBezTo>
                <a:cubicBezTo>
                  <a:pt x="6141565" y="37207"/>
                  <a:pt x="6169635" y="40449"/>
                  <a:pt x="6197348" y="46812"/>
                </a:cubicBezTo>
                <a:cubicBezTo>
                  <a:pt x="6218820" y="52451"/>
                  <a:pt x="6240655" y="54972"/>
                  <a:pt x="6262126" y="60615"/>
                </a:cubicBezTo>
                <a:cubicBezTo>
                  <a:pt x="6274602" y="62056"/>
                  <a:pt x="6290199" y="63857"/>
                  <a:pt x="6302315" y="68415"/>
                </a:cubicBezTo>
                <a:cubicBezTo>
                  <a:pt x="6582542" y="132385"/>
                  <a:pt x="6854249" y="242783"/>
                  <a:pt x="7107717" y="401641"/>
                </a:cubicBezTo>
                <a:cubicBezTo>
                  <a:pt x="7116715" y="405842"/>
                  <a:pt x="7125350" y="413161"/>
                  <a:pt x="7134349" y="417359"/>
                </a:cubicBezTo>
                <a:cubicBezTo>
                  <a:pt x="7157861" y="432717"/>
                  <a:pt x="7184489" y="448435"/>
                  <a:pt x="7210761" y="467275"/>
                </a:cubicBezTo>
                <a:cubicBezTo>
                  <a:pt x="7231151" y="482272"/>
                  <a:pt x="7254663" y="497630"/>
                  <a:pt x="7275056" y="512627"/>
                </a:cubicBezTo>
                <a:cubicBezTo>
                  <a:pt x="7283691" y="519946"/>
                  <a:pt x="7295447" y="527625"/>
                  <a:pt x="7304085" y="534943"/>
                </a:cubicBezTo>
                <a:cubicBezTo>
                  <a:pt x="7335873" y="560738"/>
                  <a:pt x="7368021" y="583415"/>
                  <a:pt x="7396691" y="608852"/>
                </a:cubicBezTo>
                <a:cubicBezTo>
                  <a:pt x="7399447" y="612329"/>
                  <a:pt x="7402569" y="612690"/>
                  <a:pt x="7405325" y="616170"/>
                </a:cubicBezTo>
                <a:cubicBezTo>
                  <a:pt x="7471661" y="671239"/>
                  <a:pt x="7537634" y="729429"/>
                  <a:pt x="7597011" y="790019"/>
                </a:cubicBezTo>
                <a:cubicBezTo>
                  <a:pt x="7599768" y="793496"/>
                  <a:pt x="7605646" y="797337"/>
                  <a:pt x="7608406" y="800815"/>
                </a:cubicBezTo>
                <a:cubicBezTo>
                  <a:pt x="7636715" y="829369"/>
                  <a:pt x="7665024" y="857924"/>
                  <a:pt x="7690211" y="886118"/>
                </a:cubicBezTo>
                <a:cubicBezTo>
                  <a:pt x="7698851" y="893437"/>
                  <a:pt x="7704007" y="903516"/>
                  <a:pt x="7712642" y="910835"/>
                </a:cubicBezTo>
                <a:cubicBezTo>
                  <a:pt x="7729195" y="931710"/>
                  <a:pt x="7746108" y="949464"/>
                  <a:pt x="7762661" y="970340"/>
                </a:cubicBezTo>
                <a:cubicBezTo>
                  <a:pt x="7781974" y="994697"/>
                  <a:pt x="7801284" y="1019050"/>
                  <a:pt x="7820597" y="1043407"/>
                </a:cubicBezTo>
                <a:cubicBezTo>
                  <a:pt x="7829232" y="1050725"/>
                  <a:pt x="7834390" y="1060801"/>
                  <a:pt x="7842668" y="1071241"/>
                </a:cubicBezTo>
                <a:cubicBezTo>
                  <a:pt x="8069847" y="1375614"/>
                  <a:pt x="8225764" y="1722327"/>
                  <a:pt x="8304662" y="2079109"/>
                </a:cubicBezTo>
                <a:cubicBezTo>
                  <a:pt x="8306342" y="2091945"/>
                  <a:pt x="8310779" y="2108260"/>
                  <a:pt x="8312456" y="2121096"/>
                </a:cubicBezTo>
                <a:cubicBezTo>
                  <a:pt x="8320968" y="2156848"/>
                  <a:pt x="8326365" y="2192236"/>
                  <a:pt x="8331758" y="2227627"/>
                </a:cubicBezTo>
                <a:cubicBezTo>
                  <a:pt x="8335834" y="2247062"/>
                  <a:pt x="8337154" y="2263016"/>
                  <a:pt x="8341231" y="2282451"/>
                </a:cubicBezTo>
                <a:cubicBezTo>
                  <a:pt x="8345668" y="2298768"/>
                  <a:pt x="8346985" y="2314721"/>
                  <a:pt x="8348304" y="2330679"/>
                </a:cubicBezTo>
                <a:cubicBezTo>
                  <a:pt x="8351660" y="2356351"/>
                  <a:pt x="8355018" y="2382024"/>
                  <a:pt x="8358372" y="2407696"/>
                </a:cubicBezTo>
                <a:cubicBezTo>
                  <a:pt x="8356931" y="2420172"/>
                  <a:pt x="8358608" y="2433009"/>
                  <a:pt x="8360287" y="2445845"/>
                </a:cubicBezTo>
                <a:cubicBezTo>
                  <a:pt x="8362923" y="2477756"/>
                  <a:pt x="8362799" y="2506186"/>
                  <a:pt x="8365435" y="2538097"/>
                </a:cubicBezTo>
                <a:cubicBezTo>
                  <a:pt x="8364354" y="2547456"/>
                  <a:pt x="8366394" y="2557171"/>
                  <a:pt x="8365314" y="2566530"/>
                </a:cubicBezTo>
                <a:cubicBezTo>
                  <a:pt x="8364469" y="2601198"/>
                  <a:pt x="8366384" y="2639346"/>
                  <a:pt x="8365541" y="2674018"/>
                </a:cubicBezTo>
                <a:cubicBezTo>
                  <a:pt x="8368300" y="2677495"/>
                  <a:pt x="8367579" y="2683733"/>
                  <a:pt x="8367218" y="2686854"/>
                </a:cubicBezTo>
                <a:cubicBezTo>
                  <a:pt x="8366366" y="2803697"/>
                  <a:pt x="8358916" y="2922942"/>
                  <a:pt x="8342111" y="3041104"/>
                </a:cubicBezTo>
                <a:cubicBezTo>
                  <a:pt x="8341390" y="3047343"/>
                  <a:pt x="8340669" y="3053580"/>
                  <a:pt x="8339950" y="3059819"/>
                </a:cubicBezTo>
                <a:cubicBezTo>
                  <a:pt x="8303327" y="3349529"/>
                  <a:pt x="8459129" y="3642497"/>
                  <a:pt x="8742593" y="3760573"/>
                </a:cubicBezTo>
                <a:lnTo>
                  <a:pt x="8811506" y="3783492"/>
                </a:lnTo>
                <a:lnTo>
                  <a:pt x="8811506" y="4224434"/>
                </a:lnTo>
                <a:lnTo>
                  <a:pt x="8808378" y="4221079"/>
                </a:lnTo>
                <a:cubicBezTo>
                  <a:pt x="8745228" y="4163659"/>
                  <a:pt x="8671538" y="4115838"/>
                  <a:pt x="8588646" y="4080980"/>
                </a:cubicBezTo>
                <a:cubicBezTo>
                  <a:pt x="8308301" y="3963267"/>
                  <a:pt x="7988227" y="4052726"/>
                  <a:pt x="7806938" y="4281478"/>
                </a:cubicBezTo>
                <a:cubicBezTo>
                  <a:pt x="7803097" y="4287355"/>
                  <a:pt x="7799619" y="4290116"/>
                  <a:pt x="7795778" y="4295993"/>
                </a:cubicBezTo>
                <a:cubicBezTo>
                  <a:pt x="7695356" y="4426623"/>
                  <a:pt x="7587015" y="4543698"/>
                  <a:pt x="7467280" y="4649973"/>
                </a:cubicBezTo>
                <a:cubicBezTo>
                  <a:pt x="7467280" y="4649973"/>
                  <a:pt x="7463800" y="4652730"/>
                  <a:pt x="7463800" y="4652730"/>
                </a:cubicBezTo>
                <a:cubicBezTo>
                  <a:pt x="7414370" y="4697591"/>
                  <a:pt x="7362182" y="4738975"/>
                  <a:pt x="7309992" y="4780356"/>
                </a:cubicBezTo>
                <a:cubicBezTo>
                  <a:pt x="7292959" y="4791031"/>
                  <a:pt x="7275560" y="4804826"/>
                  <a:pt x="7258165" y="4818619"/>
                </a:cubicBezTo>
                <a:cubicBezTo>
                  <a:pt x="7248087" y="4823776"/>
                  <a:pt x="7241126" y="4829294"/>
                  <a:pt x="7234169" y="4834811"/>
                </a:cubicBezTo>
                <a:cubicBezTo>
                  <a:pt x="7213293" y="4851364"/>
                  <a:pt x="7189301" y="4867557"/>
                  <a:pt x="7165304" y="4883749"/>
                </a:cubicBezTo>
                <a:cubicBezTo>
                  <a:pt x="7161828" y="4886510"/>
                  <a:pt x="7161828" y="4886510"/>
                  <a:pt x="7158346" y="4889267"/>
                </a:cubicBezTo>
                <a:cubicBezTo>
                  <a:pt x="7158346" y="4889267"/>
                  <a:pt x="7154868" y="4892028"/>
                  <a:pt x="7154868" y="4892028"/>
                </a:cubicBezTo>
                <a:cubicBezTo>
                  <a:pt x="7134353" y="4905461"/>
                  <a:pt x="7113837" y="4918896"/>
                  <a:pt x="7093323" y="4932328"/>
                </a:cubicBezTo>
                <a:cubicBezTo>
                  <a:pt x="6953913" y="5017367"/>
                  <a:pt x="6809710" y="5089211"/>
                  <a:pt x="6660708" y="5147857"/>
                </a:cubicBezTo>
                <a:cubicBezTo>
                  <a:pt x="6637434" y="5157811"/>
                  <a:pt x="6614157" y="5167766"/>
                  <a:pt x="6591247" y="5174603"/>
                </a:cubicBezTo>
                <a:cubicBezTo>
                  <a:pt x="6587765" y="5177362"/>
                  <a:pt x="6581527" y="5176641"/>
                  <a:pt x="6578050" y="5179400"/>
                </a:cubicBezTo>
                <a:cubicBezTo>
                  <a:pt x="6558255" y="5186596"/>
                  <a:pt x="6541938" y="5191032"/>
                  <a:pt x="6522144" y="5198229"/>
                </a:cubicBezTo>
                <a:cubicBezTo>
                  <a:pt x="6512427" y="5200265"/>
                  <a:pt x="6502348" y="5205423"/>
                  <a:pt x="6492632" y="5207464"/>
                </a:cubicBezTo>
                <a:cubicBezTo>
                  <a:pt x="6479796" y="5209140"/>
                  <a:pt x="6466599" y="5213939"/>
                  <a:pt x="6453403" y="5218733"/>
                </a:cubicBezTo>
                <a:cubicBezTo>
                  <a:pt x="6437086" y="5223171"/>
                  <a:pt x="6420772" y="5227608"/>
                  <a:pt x="6404456" y="5232046"/>
                </a:cubicBezTo>
                <a:cubicBezTo>
                  <a:pt x="6397856" y="5234444"/>
                  <a:pt x="6391259" y="5236841"/>
                  <a:pt x="6384659" y="5239242"/>
                </a:cubicBezTo>
                <a:cubicBezTo>
                  <a:pt x="5898312" y="5372711"/>
                  <a:pt x="5368191" y="5365215"/>
                  <a:pt x="4859560" y="5199011"/>
                </a:cubicBezTo>
                <a:cubicBezTo>
                  <a:pt x="4856442" y="5198650"/>
                  <a:pt x="4850564" y="5194813"/>
                  <a:pt x="4844326" y="5194092"/>
                </a:cubicBezTo>
                <a:cubicBezTo>
                  <a:pt x="4816973" y="5184612"/>
                  <a:pt x="4792742" y="5175493"/>
                  <a:pt x="4765392" y="5166014"/>
                </a:cubicBezTo>
                <a:cubicBezTo>
                  <a:pt x="4759515" y="5162172"/>
                  <a:pt x="4750156" y="5161090"/>
                  <a:pt x="4744279" y="5157253"/>
                </a:cubicBezTo>
                <a:cubicBezTo>
                  <a:pt x="4713809" y="5147412"/>
                  <a:pt x="4683700" y="5134452"/>
                  <a:pt x="4653589" y="5121494"/>
                </a:cubicBezTo>
                <a:cubicBezTo>
                  <a:pt x="4653589" y="5121494"/>
                  <a:pt x="4650472" y="5121134"/>
                  <a:pt x="4650472" y="5121134"/>
                </a:cubicBezTo>
                <a:cubicBezTo>
                  <a:pt x="4647351" y="5120774"/>
                  <a:pt x="4641473" y="5116932"/>
                  <a:pt x="4638356" y="5116573"/>
                </a:cubicBezTo>
                <a:cubicBezTo>
                  <a:pt x="4611363" y="5103976"/>
                  <a:pt x="4584375" y="5091374"/>
                  <a:pt x="4557383" y="5078776"/>
                </a:cubicBezTo>
                <a:cubicBezTo>
                  <a:pt x="4551505" y="5074936"/>
                  <a:pt x="4548388" y="5074576"/>
                  <a:pt x="4542509" y="5070737"/>
                </a:cubicBezTo>
                <a:cubicBezTo>
                  <a:pt x="4512399" y="5057777"/>
                  <a:pt x="4479530" y="5041337"/>
                  <a:pt x="4449781" y="5025260"/>
                </a:cubicBezTo>
                <a:cubicBezTo>
                  <a:pt x="4447023" y="5021782"/>
                  <a:pt x="4440785" y="5021062"/>
                  <a:pt x="4434907" y="5017220"/>
                </a:cubicBezTo>
                <a:cubicBezTo>
                  <a:pt x="4175436" y="4882955"/>
                  <a:pt x="3847209" y="4933545"/>
                  <a:pt x="3640969" y="5159413"/>
                </a:cubicBezTo>
                <a:lnTo>
                  <a:pt x="3637127" y="5165291"/>
                </a:lnTo>
                <a:cubicBezTo>
                  <a:pt x="3552124" y="5258195"/>
                  <a:pt x="3504126" y="5372756"/>
                  <a:pt x="3493347" y="5490035"/>
                </a:cubicBezTo>
                <a:lnTo>
                  <a:pt x="3492280" y="5575297"/>
                </a:lnTo>
                <a:lnTo>
                  <a:pt x="0" y="5575297"/>
                </a:lnTo>
                <a:lnTo>
                  <a:pt x="54242" y="5510049"/>
                </a:lnTo>
                <a:cubicBezTo>
                  <a:pt x="574346" y="4947474"/>
                  <a:pt x="1315630" y="4713860"/>
                  <a:pt x="2021128" y="4817466"/>
                </a:cubicBezTo>
                <a:cubicBezTo>
                  <a:pt x="2254335" y="4850721"/>
                  <a:pt x="2485979" y="4924881"/>
                  <a:pt x="2700822" y="5035033"/>
                </a:cubicBezTo>
                <a:cubicBezTo>
                  <a:pt x="2706701" y="5038871"/>
                  <a:pt x="2712939" y="5039591"/>
                  <a:pt x="2718816" y="5043433"/>
                </a:cubicBezTo>
                <a:cubicBezTo>
                  <a:pt x="2933661" y="5153581"/>
                  <a:pt x="3204305" y="5108982"/>
                  <a:pt x="3377432" y="4923538"/>
                </a:cubicBezTo>
                <a:lnTo>
                  <a:pt x="3381271" y="4917660"/>
                </a:lnTo>
                <a:cubicBezTo>
                  <a:pt x="3590632" y="4692148"/>
                  <a:pt x="3612862" y="4362850"/>
                  <a:pt x="3458254" y="4114268"/>
                </a:cubicBezTo>
                <a:cubicBezTo>
                  <a:pt x="3458254" y="4114268"/>
                  <a:pt x="3455493" y="4110788"/>
                  <a:pt x="3455493" y="4110788"/>
                </a:cubicBezTo>
                <a:cubicBezTo>
                  <a:pt x="3434143" y="4076717"/>
                  <a:pt x="3412793" y="4042644"/>
                  <a:pt x="3391444" y="4008572"/>
                </a:cubicBezTo>
                <a:cubicBezTo>
                  <a:pt x="3391804" y="4005452"/>
                  <a:pt x="3388687" y="4005092"/>
                  <a:pt x="3389046" y="4001974"/>
                </a:cubicBezTo>
                <a:cubicBezTo>
                  <a:pt x="3373215" y="3974861"/>
                  <a:pt x="3360500" y="3948108"/>
                  <a:pt x="3344667" y="3920995"/>
                </a:cubicBezTo>
                <a:cubicBezTo>
                  <a:pt x="3342271" y="3914395"/>
                  <a:pt x="3339510" y="3910915"/>
                  <a:pt x="3337113" y="3904316"/>
                </a:cubicBezTo>
                <a:cubicBezTo>
                  <a:pt x="3324397" y="3877563"/>
                  <a:pt x="3311686" y="3850810"/>
                  <a:pt x="3298971" y="3824056"/>
                </a:cubicBezTo>
                <a:cubicBezTo>
                  <a:pt x="3293813" y="3813980"/>
                  <a:pt x="3291416" y="3807382"/>
                  <a:pt x="3286259" y="3797303"/>
                </a:cubicBezTo>
                <a:cubicBezTo>
                  <a:pt x="3273184" y="3773670"/>
                  <a:pt x="3263590" y="3747277"/>
                  <a:pt x="3250878" y="3720524"/>
                </a:cubicBezTo>
                <a:cubicBezTo>
                  <a:pt x="3248478" y="3713925"/>
                  <a:pt x="3243321" y="3703846"/>
                  <a:pt x="3240924" y="3697248"/>
                </a:cubicBezTo>
                <a:cubicBezTo>
                  <a:pt x="3228208" y="3670495"/>
                  <a:pt x="3218614" y="3644102"/>
                  <a:pt x="3209020" y="3617709"/>
                </a:cubicBezTo>
                <a:cubicBezTo>
                  <a:pt x="3206262" y="3614230"/>
                  <a:pt x="3206623" y="3611110"/>
                  <a:pt x="3203862" y="3607632"/>
                </a:cubicBezTo>
                <a:cubicBezTo>
                  <a:pt x="3191510" y="3577759"/>
                  <a:pt x="3179157" y="3547887"/>
                  <a:pt x="3170281" y="3515256"/>
                </a:cubicBezTo>
                <a:cubicBezTo>
                  <a:pt x="3167525" y="3511775"/>
                  <a:pt x="3167885" y="3508658"/>
                  <a:pt x="3165125" y="3505178"/>
                </a:cubicBezTo>
                <a:cubicBezTo>
                  <a:pt x="3010420" y="3038500"/>
                  <a:pt x="2984203" y="2526612"/>
                  <a:pt x="3108418" y="2025773"/>
                </a:cubicBezTo>
                <a:cubicBezTo>
                  <a:pt x="3108778" y="2022655"/>
                  <a:pt x="3108778" y="2022655"/>
                  <a:pt x="3109139" y="2019534"/>
                </a:cubicBezTo>
                <a:cubicBezTo>
                  <a:pt x="3114420" y="2001181"/>
                  <a:pt x="3119700" y="1982826"/>
                  <a:pt x="3124982" y="1964473"/>
                </a:cubicBezTo>
                <a:cubicBezTo>
                  <a:pt x="3192309" y="1709918"/>
                  <a:pt x="3299461" y="1466279"/>
                  <a:pt x="3446081" y="1236684"/>
                </a:cubicBezTo>
                <a:cubicBezTo>
                  <a:pt x="3453761" y="1224928"/>
                  <a:pt x="3461440" y="1213173"/>
                  <a:pt x="3469118" y="1201417"/>
                </a:cubicBezTo>
                <a:cubicBezTo>
                  <a:pt x="3472960" y="1195539"/>
                  <a:pt x="3476797" y="1189661"/>
                  <a:pt x="3480639" y="1183783"/>
                </a:cubicBezTo>
                <a:cubicBezTo>
                  <a:pt x="3492155" y="1166149"/>
                  <a:pt x="3507153" y="1145759"/>
                  <a:pt x="3518673" y="1128125"/>
                </a:cubicBezTo>
                <a:cubicBezTo>
                  <a:pt x="3521790" y="1128485"/>
                  <a:pt x="3522151" y="1125365"/>
                  <a:pt x="3522151" y="1125365"/>
                </a:cubicBezTo>
                <a:cubicBezTo>
                  <a:pt x="3665889" y="920721"/>
                  <a:pt x="3838657" y="738393"/>
                  <a:pt x="4030017" y="586661"/>
                </a:cubicBezTo>
                <a:cubicBezTo>
                  <a:pt x="4033496" y="583901"/>
                  <a:pt x="4040454" y="578383"/>
                  <a:pt x="4043934" y="575626"/>
                </a:cubicBezTo>
                <a:cubicBezTo>
                  <a:pt x="4068648" y="553195"/>
                  <a:pt x="4093004" y="533882"/>
                  <a:pt x="4120478" y="514932"/>
                </a:cubicBezTo>
                <a:cubicBezTo>
                  <a:pt x="4137512" y="504257"/>
                  <a:pt x="4154911" y="490462"/>
                  <a:pt x="4171945" y="479787"/>
                </a:cubicBezTo>
                <a:cubicBezTo>
                  <a:pt x="4182384" y="471512"/>
                  <a:pt x="4196301" y="460477"/>
                  <a:pt x="4209858" y="452559"/>
                </a:cubicBezTo>
                <a:cubicBezTo>
                  <a:pt x="4237331" y="433609"/>
                  <a:pt x="4267562" y="418137"/>
                  <a:pt x="4295037" y="399184"/>
                </a:cubicBezTo>
                <a:cubicBezTo>
                  <a:pt x="4295037" y="399184"/>
                  <a:pt x="4298517" y="396427"/>
                  <a:pt x="4298517" y="396427"/>
                </a:cubicBezTo>
                <a:cubicBezTo>
                  <a:pt x="4519625" y="260768"/>
                  <a:pt x="4752365" y="161223"/>
                  <a:pt x="4997101" y="94669"/>
                </a:cubicBezTo>
                <a:cubicBezTo>
                  <a:pt x="5003339" y="95390"/>
                  <a:pt x="5009937" y="92992"/>
                  <a:pt x="5016537" y="90592"/>
                </a:cubicBezTo>
                <a:cubicBezTo>
                  <a:pt x="5049167" y="81718"/>
                  <a:pt x="5081798" y="72845"/>
                  <a:pt x="5114069" y="67091"/>
                </a:cubicBezTo>
                <a:cubicBezTo>
                  <a:pt x="5140103" y="60614"/>
                  <a:pt x="5165774" y="57258"/>
                  <a:pt x="5191808" y="50784"/>
                </a:cubicBezTo>
                <a:cubicBezTo>
                  <a:pt x="5205005" y="45988"/>
                  <a:pt x="5217840" y="44307"/>
                  <a:pt x="5230676" y="42631"/>
                </a:cubicBezTo>
                <a:cubicBezTo>
                  <a:pt x="5259828" y="36514"/>
                  <a:pt x="5291738" y="33878"/>
                  <a:pt x="5324009" y="28125"/>
                </a:cubicBezTo>
                <a:cubicBezTo>
                  <a:pt x="5330608" y="25725"/>
                  <a:pt x="5339965" y="26806"/>
                  <a:pt x="5346563" y="24409"/>
                </a:cubicBezTo>
                <a:cubicBezTo>
                  <a:pt x="5381953" y="19013"/>
                  <a:pt x="5420461" y="13979"/>
                  <a:pt x="5455492" y="11703"/>
                </a:cubicBezTo>
                <a:cubicBezTo>
                  <a:pt x="5458970" y="8943"/>
                  <a:pt x="5462092" y="9304"/>
                  <a:pt x="5465208" y="9664"/>
                </a:cubicBezTo>
                <a:cubicBezTo>
                  <a:pt x="5506838" y="4991"/>
                  <a:pt x="5544987" y="3076"/>
                  <a:pt x="5586253" y="152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88" y="2123316"/>
            <a:ext cx="5327650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defRPr lang="de-DE" noProof="0" dirty="0" smtClean="0"/>
            </a:lvl2pPr>
            <a:lvl3pPr>
              <a:defRPr lang="de-DE" noProof="0" dirty="0" smtClean="0"/>
            </a:lvl3pPr>
            <a:lvl4pPr>
              <a:defRPr lang="de-DE" noProof="0" dirty="0" smtClean="0"/>
            </a:lvl4pPr>
            <a:lvl5pPr>
              <a:defRPr lang="de-DE" noProof="0" dirty="0" smtClean="0"/>
            </a:lvl5pPr>
            <a:lvl6pPr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  <a:p>
            <a:pPr lvl="0"/>
            <a:endParaRPr lang="en-US" noProof="0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0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31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0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848EC47-54B1-4597-AD98-7F531EB53E0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3888" y="1484313"/>
            <a:ext cx="5327650" cy="504825"/>
          </a:xfrm>
          <a:prstGeom prst="rect">
            <a:avLst/>
          </a:prstGeom>
          <a:noFill/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/>
            </a:lvl2pPr>
            <a:lvl3pPr>
              <a:spcBef>
                <a:spcPts val="0"/>
              </a:spcBef>
              <a:spcAft>
                <a:spcPts val="0"/>
              </a:spcAft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200202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rand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5">
            <a:extLst>
              <a:ext uri="{FF2B5EF4-FFF2-40B4-BE49-F238E27FC236}">
                <a16:creationId xmlns:a16="http://schemas.microsoft.com/office/drawing/2014/main" id="{3D27DF07-A646-461F-A720-52A4BA9A527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0" y="1"/>
            <a:ext cx="4093991" cy="6858001"/>
          </a:xfrm>
          <a:custGeom>
            <a:avLst/>
            <a:gdLst>
              <a:gd name="connsiteX0" fmla="*/ 1568248 w 4093991"/>
              <a:gd name="connsiteY0" fmla="*/ 1308334 h 6858001"/>
              <a:gd name="connsiteX1" fmla="*/ 1662165 w 4093991"/>
              <a:gd name="connsiteY1" fmla="*/ 1309461 h 6858001"/>
              <a:gd name="connsiteX2" fmla="*/ 1698878 w 4093991"/>
              <a:gd name="connsiteY2" fmla="*/ 1311882 h 6858001"/>
              <a:gd name="connsiteX3" fmla="*/ 1778690 w 4093991"/>
              <a:gd name="connsiteY3" fmla="*/ 1318586 h 6858001"/>
              <a:gd name="connsiteX4" fmla="*/ 1806091 w 4093991"/>
              <a:gd name="connsiteY4" fmla="*/ 1319669 h 6858001"/>
              <a:gd name="connsiteX5" fmla="*/ 1911440 w 4093991"/>
              <a:gd name="connsiteY5" fmla="*/ 1333843 h 6858001"/>
              <a:gd name="connsiteX6" fmla="*/ 1932990 w 4093991"/>
              <a:gd name="connsiteY6" fmla="*/ 1335986 h 6858001"/>
              <a:gd name="connsiteX7" fmla="*/ 3183591 w 4093991"/>
              <a:gd name="connsiteY7" fmla="*/ 1898467 h 6858001"/>
              <a:gd name="connsiteX8" fmla="*/ 3190504 w 4093991"/>
              <a:gd name="connsiteY8" fmla="*/ 1903261 h 6858001"/>
              <a:gd name="connsiteX9" fmla="*/ 3280109 w 4093991"/>
              <a:gd name="connsiteY9" fmla="*/ 1980745 h 6858001"/>
              <a:gd name="connsiteX10" fmla="*/ 3287554 w 4093991"/>
              <a:gd name="connsiteY10" fmla="*/ 1988464 h 6858001"/>
              <a:gd name="connsiteX11" fmla="*/ 3360936 w 4093991"/>
              <a:gd name="connsiteY11" fmla="*/ 2059815 h 6858001"/>
              <a:gd name="connsiteX12" fmla="*/ 3379283 w 4093991"/>
              <a:gd name="connsiteY12" fmla="*/ 2077655 h 6858001"/>
              <a:gd name="connsiteX13" fmla="*/ 3450798 w 4093991"/>
              <a:gd name="connsiteY13" fmla="*/ 2155392 h 6858001"/>
              <a:gd name="connsiteX14" fmla="*/ 3465686 w 4093991"/>
              <a:gd name="connsiteY14" fmla="*/ 2170832 h 6858001"/>
              <a:gd name="connsiteX15" fmla="*/ 3499982 w 4093991"/>
              <a:gd name="connsiteY15" fmla="*/ 2209964 h 6858001"/>
              <a:gd name="connsiteX16" fmla="*/ 3515930 w 4093991"/>
              <a:gd name="connsiteY16" fmla="*/ 2231257 h 6858001"/>
              <a:gd name="connsiteX17" fmla="*/ 3555273 w 4093991"/>
              <a:gd name="connsiteY17" fmla="*/ 2281570 h 6858001"/>
              <a:gd name="connsiteX18" fmla="*/ 3598599 w 4093991"/>
              <a:gd name="connsiteY18" fmla="*/ 2337203 h 6858001"/>
              <a:gd name="connsiteX19" fmla="*/ 3623582 w 4093991"/>
              <a:gd name="connsiteY19" fmla="*/ 2375000 h 6858001"/>
              <a:gd name="connsiteX20" fmla="*/ 3673020 w 4093991"/>
              <a:gd name="connsiteY20" fmla="*/ 2447666 h 6858001"/>
              <a:gd name="connsiteX21" fmla="*/ 3685512 w 4093991"/>
              <a:gd name="connsiteY21" fmla="*/ 2466564 h 6858001"/>
              <a:gd name="connsiteX22" fmla="*/ 4044620 w 4093991"/>
              <a:gd name="connsiteY22" fmla="*/ 3347709 h 6858001"/>
              <a:gd name="connsiteX23" fmla="*/ 4046741 w 4093991"/>
              <a:gd name="connsiteY23" fmla="*/ 3359417 h 6858001"/>
              <a:gd name="connsiteX24" fmla="*/ 4065297 w 4093991"/>
              <a:gd name="connsiteY24" fmla="*/ 3461858 h 6858001"/>
              <a:gd name="connsiteX25" fmla="*/ 4077211 w 4093991"/>
              <a:gd name="connsiteY25" fmla="*/ 3544343 h 6858001"/>
              <a:gd name="connsiteX26" fmla="*/ 4080116 w 4093991"/>
              <a:gd name="connsiteY26" fmla="*/ 3577070 h 6858001"/>
              <a:gd name="connsiteX27" fmla="*/ 4071459 w 4093991"/>
              <a:gd name="connsiteY27" fmla="*/ 4180205 h 6858001"/>
              <a:gd name="connsiteX28" fmla="*/ 4053830 w 4093991"/>
              <a:gd name="connsiteY28" fmla="*/ 4283157 h 6858001"/>
              <a:gd name="connsiteX29" fmla="*/ 4049292 w 4093991"/>
              <a:gd name="connsiteY29" fmla="*/ 4308163 h 6858001"/>
              <a:gd name="connsiteX30" fmla="*/ 4033806 w 4093991"/>
              <a:gd name="connsiteY30" fmla="*/ 4389565 h 6858001"/>
              <a:gd name="connsiteX31" fmla="*/ 4024197 w 4093991"/>
              <a:gd name="connsiteY31" fmla="*/ 4436648 h 6858001"/>
              <a:gd name="connsiteX32" fmla="*/ 4007925 w 4093991"/>
              <a:gd name="connsiteY32" fmla="*/ 4497032 h 6858001"/>
              <a:gd name="connsiteX33" fmla="*/ 3989789 w 4093991"/>
              <a:gd name="connsiteY33" fmla="*/ 4563798 h 6858001"/>
              <a:gd name="connsiteX34" fmla="*/ 3976723 w 4093991"/>
              <a:gd name="connsiteY34" fmla="*/ 4608486 h 6858001"/>
              <a:gd name="connsiteX35" fmla="*/ 3948999 w 4093991"/>
              <a:gd name="connsiteY35" fmla="*/ 4689082 h 6858001"/>
              <a:gd name="connsiteX36" fmla="*/ 3942866 w 4093991"/>
              <a:gd name="connsiteY36" fmla="*/ 4705306 h 6858001"/>
              <a:gd name="connsiteX37" fmla="*/ 3930077 w 4093991"/>
              <a:gd name="connsiteY37" fmla="*/ 4734831 h 6858001"/>
              <a:gd name="connsiteX38" fmla="*/ 3914083 w 4093991"/>
              <a:gd name="connsiteY38" fmla="*/ 4780049 h 6858001"/>
              <a:gd name="connsiteX39" fmla="*/ 3880505 w 4093991"/>
              <a:gd name="connsiteY39" fmla="*/ 4861703 h 6858001"/>
              <a:gd name="connsiteX40" fmla="*/ 3861057 w 4093991"/>
              <a:gd name="connsiteY40" fmla="*/ 4904527 h 6858001"/>
              <a:gd name="connsiteX41" fmla="*/ 3832546 w 4093991"/>
              <a:gd name="connsiteY41" fmla="*/ 4964103 h 6858001"/>
              <a:gd name="connsiteX42" fmla="*/ 3817361 w 4093991"/>
              <a:gd name="connsiteY42" fmla="*/ 4997084 h 6858001"/>
              <a:gd name="connsiteX43" fmla="*/ 3770206 w 4093991"/>
              <a:gd name="connsiteY43" fmla="*/ 5087241 h 6858001"/>
              <a:gd name="connsiteX44" fmla="*/ 3756355 w 4093991"/>
              <a:gd name="connsiteY44" fmla="*/ 5110913 h 6858001"/>
              <a:gd name="connsiteX45" fmla="*/ 2886561 w 4093991"/>
              <a:gd name="connsiteY45" fmla="*/ 6000004 h 6858001"/>
              <a:gd name="connsiteX46" fmla="*/ 2881238 w 4093991"/>
              <a:gd name="connsiteY46" fmla="*/ 6003990 h 6858001"/>
              <a:gd name="connsiteX47" fmla="*/ 2785684 w 4093991"/>
              <a:gd name="connsiteY47" fmla="*/ 6060596 h 6858001"/>
              <a:gd name="connsiteX48" fmla="*/ 2758005 w 4093991"/>
              <a:gd name="connsiteY48" fmla="*/ 6074677 h 6858001"/>
              <a:gd name="connsiteX49" fmla="*/ 2669644 w 4093991"/>
              <a:gd name="connsiteY49" fmla="*/ 6120911 h 6858001"/>
              <a:gd name="connsiteX50" fmla="*/ 2636113 w 4093991"/>
              <a:gd name="connsiteY50" fmla="*/ 6136054 h 6858001"/>
              <a:gd name="connsiteX51" fmla="*/ 2571974 w 4093991"/>
              <a:gd name="connsiteY51" fmla="*/ 6165808 h 6858001"/>
              <a:gd name="connsiteX52" fmla="*/ 2532588 w 4093991"/>
              <a:gd name="connsiteY52" fmla="*/ 6182010 h 6858001"/>
              <a:gd name="connsiteX53" fmla="*/ 2447961 w 4093991"/>
              <a:gd name="connsiteY53" fmla="*/ 6215475 h 6858001"/>
              <a:gd name="connsiteX54" fmla="*/ 2408044 w 4093991"/>
              <a:gd name="connsiteY54" fmla="*/ 6228751 h 6858001"/>
              <a:gd name="connsiteX55" fmla="*/ 2325281 w 4093991"/>
              <a:gd name="connsiteY55" fmla="*/ 6255832 h 6858001"/>
              <a:gd name="connsiteX56" fmla="*/ 2302396 w 4093991"/>
              <a:gd name="connsiteY56" fmla="*/ 6263002 h 6858001"/>
              <a:gd name="connsiteX57" fmla="*/ 2201544 w 4093991"/>
              <a:gd name="connsiteY57" fmla="*/ 6290336 h 6858001"/>
              <a:gd name="connsiteX58" fmla="*/ 2183984 w 4093991"/>
              <a:gd name="connsiteY58" fmla="*/ 6293517 h 6858001"/>
              <a:gd name="connsiteX59" fmla="*/ 2161098 w 4093991"/>
              <a:gd name="connsiteY59" fmla="*/ 6300686 h 6858001"/>
              <a:gd name="connsiteX60" fmla="*/ 1337888 w 4093991"/>
              <a:gd name="connsiteY60" fmla="*/ 6362118 h 6858001"/>
              <a:gd name="connsiteX61" fmla="*/ 1319267 w 4093991"/>
              <a:gd name="connsiteY61" fmla="*/ 6359445 h 6858001"/>
              <a:gd name="connsiteX62" fmla="*/ 678064 w 4093991"/>
              <a:gd name="connsiteY62" fmla="*/ 6774854 h 6858001"/>
              <a:gd name="connsiteX63" fmla="*/ 668200 w 4093991"/>
              <a:gd name="connsiteY63" fmla="*/ 6803844 h 6858001"/>
              <a:gd name="connsiteX64" fmla="*/ 653422 w 4093991"/>
              <a:gd name="connsiteY64" fmla="*/ 6858000 h 6858001"/>
              <a:gd name="connsiteX65" fmla="*/ 253272 w 4093991"/>
              <a:gd name="connsiteY65" fmla="*/ 6858001 h 6858001"/>
              <a:gd name="connsiteX66" fmla="*/ 301384 w 4093991"/>
              <a:gd name="connsiteY66" fmla="*/ 6786869 h 6858001"/>
              <a:gd name="connsiteX67" fmla="*/ 349553 w 4093991"/>
              <a:gd name="connsiteY67" fmla="*/ 6680181 h 6858001"/>
              <a:gd name="connsiteX68" fmla="*/ 359416 w 4093991"/>
              <a:gd name="connsiteY68" fmla="*/ 6651189 h 6858001"/>
              <a:gd name="connsiteX69" fmla="*/ 130570 w 4093991"/>
              <a:gd name="connsiteY69" fmla="*/ 5921783 h 6858001"/>
              <a:gd name="connsiteX70" fmla="*/ 116742 w 4093991"/>
              <a:gd name="connsiteY70" fmla="*/ 5912195 h 6858001"/>
              <a:gd name="connsiteX71" fmla="*/ 92545 w 4093991"/>
              <a:gd name="connsiteY71" fmla="*/ 5895419 h 6858001"/>
              <a:gd name="connsiteX72" fmla="*/ 89085 w 4093991"/>
              <a:gd name="connsiteY72" fmla="*/ 5893021 h 6858001"/>
              <a:gd name="connsiteX73" fmla="*/ 1 w 4093991"/>
              <a:gd name="connsiteY73" fmla="*/ 5826598 h 6858001"/>
              <a:gd name="connsiteX74" fmla="*/ 2 w 4093991"/>
              <a:gd name="connsiteY74" fmla="*/ 1575301 h 6858001"/>
              <a:gd name="connsiteX75" fmla="*/ 70011 w 4093991"/>
              <a:gd name="connsiteY75" fmla="*/ 1596322 h 6858001"/>
              <a:gd name="connsiteX76" fmla="*/ 466891 w 4093991"/>
              <a:gd name="connsiteY76" fmla="*/ 1553158 h 6858001"/>
              <a:gd name="connsiteX77" fmla="*/ 483922 w 4093991"/>
              <a:gd name="connsiteY77" fmla="*/ 1547049 h 6858001"/>
              <a:gd name="connsiteX78" fmla="*/ 1277445 w 4093991"/>
              <a:gd name="connsiteY78" fmla="*/ 1321708 h 6858001"/>
              <a:gd name="connsiteX79" fmla="*/ 1301389 w 4093991"/>
              <a:gd name="connsiteY79" fmla="*/ 1320392 h 6858001"/>
              <a:gd name="connsiteX80" fmla="*/ 1316024 w 4093991"/>
              <a:gd name="connsiteY80" fmla="*/ 1317741 h 6858001"/>
              <a:gd name="connsiteX81" fmla="*/ 1423513 w 4093991"/>
              <a:gd name="connsiteY81" fmla="*/ 1310365 h 6858001"/>
              <a:gd name="connsiteX82" fmla="*/ 1438680 w 4093991"/>
              <a:gd name="connsiteY82" fmla="*/ 1310643 h 6858001"/>
              <a:gd name="connsiteX83" fmla="*/ 1532065 w 4093991"/>
              <a:gd name="connsiteY83" fmla="*/ 1308842 h 6858001"/>
              <a:gd name="connsiteX84" fmla="*/ 1568248 w 4093991"/>
              <a:gd name="connsiteY84" fmla="*/ 1308334 h 6858001"/>
              <a:gd name="connsiteX85" fmla="*/ 0 w 4093991"/>
              <a:gd name="connsiteY85" fmla="*/ 0 h 6858001"/>
              <a:gd name="connsiteX86" fmla="*/ 2855 w 4093991"/>
              <a:gd name="connsiteY86" fmla="*/ 0 h 6858001"/>
              <a:gd name="connsiteX87" fmla="*/ 0 w 4093991"/>
              <a:gd name="connsiteY87" fmla="*/ 1319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4093991" h="6858001">
                <a:moveTo>
                  <a:pt x="1568248" y="1308334"/>
                </a:moveTo>
                <a:cubicBezTo>
                  <a:pt x="1601506" y="1308356"/>
                  <a:pt x="1631835" y="1308909"/>
                  <a:pt x="1662165" y="1309461"/>
                </a:cubicBezTo>
                <a:cubicBezTo>
                  <a:pt x="1674403" y="1310269"/>
                  <a:pt x="1686641" y="1311074"/>
                  <a:pt x="1698878" y="1311882"/>
                </a:cubicBezTo>
                <a:cubicBezTo>
                  <a:pt x="1726280" y="1312966"/>
                  <a:pt x="1750756" y="1314579"/>
                  <a:pt x="1778690" y="1318586"/>
                </a:cubicBezTo>
                <a:cubicBezTo>
                  <a:pt x="1787999" y="1319925"/>
                  <a:pt x="1797313" y="1321259"/>
                  <a:pt x="1806091" y="1319669"/>
                </a:cubicBezTo>
                <a:cubicBezTo>
                  <a:pt x="1839879" y="1322620"/>
                  <a:pt x="1877123" y="1327966"/>
                  <a:pt x="1911440" y="1333843"/>
                </a:cubicBezTo>
                <a:cubicBezTo>
                  <a:pt x="1917824" y="1335708"/>
                  <a:pt x="1927135" y="1337046"/>
                  <a:pt x="1932990" y="1335986"/>
                </a:cubicBezTo>
                <a:cubicBezTo>
                  <a:pt x="2383370" y="1402536"/>
                  <a:pt x="2816907" y="1593058"/>
                  <a:pt x="3183591" y="1898467"/>
                </a:cubicBezTo>
                <a:cubicBezTo>
                  <a:pt x="3187045" y="1900866"/>
                  <a:pt x="3187045" y="1900866"/>
                  <a:pt x="3190504" y="1903261"/>
                </a:cubicBezTo>
                <a:cubicBezTo>
                  <a:pt x="3219220" y="1928290"/>
                  <a:pt x="3250862" y="1952788"/>
                  <a:pt x="3280109" y="1980745"/>
                </a:cubicBezTo>
                <a:cubicBezTo>
                  <a:pt x="3283568" y="1983140"/>
                  <a:pt x="3284098" y="1986068"/>
                  <a:pt x="3287554" y="1988464"/>
                </a:cubicBezTo>
                <a:cubicBezTo>
                  <a:pt x="3312815" y="2011097"/>
                  <a:pt x="3335147" y="2034257"/>
                  <a:pt x="3360936" y="2059815"/>
                </a:cubicBezTo>
                <a:cubicBezTo>
                  <a:pt x="3367849" y="2064610"/>
                  <a:pt x="3372369" y="2072861"/>
                  <a:pt x="3379283" y="2077655"/>
                </a:cubicBezTo>
                <a:cubicBezTo>
                  <a:pt x="3405071" y="2103214"/>
                  <a:pt x="3427934" y="2129302"/>
                  <a:pt x="3450798" y="2155392"/>
                </a:cubicBezTo>
                <a:cubicBezTo>
                  <a:pt x="3454786" y="2160714"/>
                  <a:pt x="3461701" y="2165508"/>
                  <a:pt x="3465686" y="2170832"/>
                </a:cubicBezTo>
                <a:cubicBezTo>
                  <a:pt x="3477118" y="2183874"/>
                  <a:pt x="3488549" y="2196921"/>
                  <a:pt x="3499982" y="2209964"/>
                </a:cubicBezTo>
                <a:cubicBezTo>
                  <a:pt x="3507427" y="2217685"/>
                  <a:pt x="3511412" y="2223009"/>
                  <a:pt x="3515930" y="2231257"/>
                </a:cubicBezTo>
                <a:cubicBezTo>
                  <a:pt x="3527890" y="2247230"/>
                  <a:pt x="3542778" y="2262670"/>
                  <a:pt x="3555273" y="2281570"/>
                </a:cubicBezTo>
                <a:cubicBezTo>
                  <a:pt x="3570691" y="2299937"/>
                  <a:pt x="3583182" y="2318837"/>
                  <a:pt x="3598599" y="2337203"/>
                </a:cubicBezTo>
                <a:cubicBezTo>
                  <a:pt x="3607104" y="2350779"/>
                  <a:pt x="3615078" y="2361426"/>
                  <a:pt x="3623582" y="2375000"/>
                </a:cubicBezTo>
                <a:cubicBezTo>
                  <a:pt x="3640061" y="2399224"/>
                  <a:pt x="3656541" y="2423445"/>
                  <a:pt x="3673020" y="2447666"/>
                </a:cubicBezTo>
                <a:cubicBezTo>
                  <a:pt x="3677008" y="2452990"/>
                  <a:pt x="3680995" y="2458316"/>
                  <a:pt x="3685512" y="2466564"/>
                </a:cubicBezTo>
                <a:cubicBezTo>
                  <a:pt x="3864913" y="2739391"/>
                  <a:pt x="3983104" y="3041438"/>
                  <a:pt x="4044620" y="3347709"/>
                </a:cubicBezTo>
                <a:cubicBezTo>
                  <a:pt x="4045151" y="3350634"/>
                  <a:pt x="4045680" y="3353563"/>
                  <a:pt x="4046741" y="3359417"/>
                </a:cubicBezTo>
                <a:cubicBezTo>
                  <a:pt x="4053102" y="3394540"/>
                  <a:pt x="4059465" y="3429663"/>
                  <a:pt x="4065297" y="3461858"/>
                </a:cubicBezTo>
                <a:cubicBezTo>
                  <a:pt x="4070067" y="3488202"/>
                  <a:pt x="4072439" y="3518002"/>
                  <a:pt x="4077211" y="3544343"/>
                </a:cubicBezTo>
                <a:cubicBezTo>
                  <a:pt x="4079330" y="3556051"/>
                  <a:pt x="4081451" y="3567758"/>
                  <a:pt x="4080116" y="3577070"/>
                </a:cubicBezTo>
                <a:cubicBezTo>
                  <a:pt x="4100998" y="3775824"/>
                  <a:pt x="4098468" y="3978823"/>
                  <a:pt x="4071459" y="4180205"/>
                </a:cubicBezTo>
                <a:cubicBezTo>
                  <a:pt x="4065583" y="4214525"/>
                  <a:pt x="4062634" y="4248309"/>
                  <a:pt x="4053830" y="4283157"/>
                </a:cubicBezTo>
                <a:cubicBezTo>
                  <a:pt x="4052495" y="4292467"/>
                  <a:pt x="4050627" y="4298851"/>
                  <a:pt x="4049292" y="4308163"/>
                </a:cubicBezTo>
                <a:cubicBezTo>
                  <a:pt x="4045281" y="4336095"/>
                  <a:pt x="4037814" y="4361630"/>
                  <a:pt x="4033806" y="4389565"/>
                </a:cubicBezTo>
                <a:cubicBezTo>
                  <a:pt x="4030602" y="4405258"/>
                  <a:pt x="4027399" y="4420955"/>
                  <a:pt x="4024197" y="4436648"/>
                </a:cubicBezTo>
                <a:cubicBezTo>
                  <a:pt x="4018595" y="4455800"/>
                  <a:pt x="4013526" y="4477880"/>
                  <a:pt x="4007925" y="4497032"/>
                </a:cubicBezTo>
                <a:cubicBezTo>
                  <a:pt x="4002856" y="4519110"/>
                  <a:pt x="3994859" y="4541720"/>
                  <a:pt x="3989789" y="4563798"/>
                </a:cubicBezTo>
                <a:cubicBezTo>
                  <a:pt x="3986586" y="4579495"/>
                  <a:pt x="3979925" y="4592792"/>
                  <a:pt x="3976723" y="4608486"/>
                </a:cubicBezTo>
                <a:cubicBezTo>
                  <a:pt x="3969786" y="4636950"/>
                  <a:pt x="3959392" y="4663016"/>
                  <a:pt x="3948999" y="4689082"/>
                </a:cubicBezTo>
                <a:cubicBezTo>
                  <a:pt x="3947130" y="4695467"/>
                  <a:pt x="3944735" y="4698922"/>
                  <a:pt x="3942866" y="4705306"/>
                </a:cubicBezTo>
                <a:cubicBezTo>
                  <a:pt x="3938604" y="4715149"/>
                  <a:pt x="3934340" y="4724989"/>
                  <a:pt x="3930077" y="4734831"/>
                </a:cubicBezTo>
                <a:cubicBezTo>
                  <a:pt x="3923948" y="4751055"/>
                  <a:pt x="3917286" y="4764353"/>
                  <a:pt x="3914083" y="4780049"/>
                </a:cubicBezTo>
                <a:cubicBezTo>
                  <a:pt x="3904220" y="4809041"/>
                  <a:pt x="3890901" y="4835637"/>
                  <a:pt x="3880505" y="4861703"/>
                </a:cubicBezTo>
                <a:cubicBezTo>
                  <a:pt x="3873846" y="4875001"/>
                  <a:pt x="3867715" y="4891229"/>
                  <a:pt x="3861057" y="4904527"/>
                </a:cubicBezTo>
                <a:cubicBezTo>
                  <a:pt x="3852529" y="4924208"/>
                  <a:pt x="3841074" y="4944421"/>
                  <a:pt x="3832546" y="4964103"/>
                </a:cubicBezTo>
                <a:cubicBezTo>
                  <a:pt x="3828282" y="4973943"/>
                  <a:pt x="3821624" y="4987239"/>
                  <a:pt x="3817361" y="4997084"/>
                </a:cubicBezTo>
                <a:cubicBezTo>
                  <a:pt x="3801641" y="5027134"/>
                  <a:pt x="3785926" y="5057189"/>
                  <a:pt x="3770206" y="5087241"/>
                </a:cubicBezTo>
                <a:cubicBezTo>
                  <a:pt x="3765412" y="5094155"/>
                  <a:pt x="3761149" y="5103999"/>
                  <a:pt x="3756355" y="5110913"/>
                </a:cubicBezTo>
                <a:cubicBezTo>
                  <a:pt x="3542465" y="5482178"/>
                  <a:pt x="3240557" y="5784742"/>
                  <a:pt x="2886561" y="6000004"/>
                </a:cubicBezTo>
                <a:cubicBezTo>
                  <a:pt x="2883632" y="6000535"/>
                  <a:pt x="2883632" y="6000535"/>
                  <a:pt x="2881238" y="6003990"/>
                </a:cubicBezTo>
                <a:cubicBezTo>
                  <a:pt x="2848234" y="6022060"/>
                  <a:pt x="2818687" y="6042527"/>
                  <a:pt x="2785684" y="6060596"/>
                </a:cubicBezTo>
                <a:cubicBezTo>
                  <a:pt x="2777436" y="6065112"/>
                  <a:pt x="2769184" y="6069631"/>
                  <a:pt x="2758005" y="6074677"/>
                </a:cubicBezTo>
                <a:cubicBezTo>
                  <a:pt x="2730328" y="6088761"/>
                  <a:pt x="2700252" y="6106300"/>
                  <a:pt x="2669644" y="6120911"/>
                </a:cubicBezTo>
                <a:cubicBezTo>
                  <a:pt x="2658467" y="6125960"/>
                  <a:pt x="2647290" y="6131005"/>
                  <a:pt x="2636113" y="6136054"/>
                </a:cubicBezTo>
                <a:cubicBezTo>
                  <a:pt x="2613757" y="6146149"/>
                  <a:pt x="2594330" y="6155713"/>
                  <a:pt x="2571974" y="6165808"/>
                </a:cubicBezTo>
                <a:cubicBezTo>
                  <a:pt x="2557869" y="6171384"/>
                  <a:pt x="2546691" y="6176434"/>
                  <a:pt x="2532588" y="6182010"/>
                </a:cubicBezTo>
                <a:cubicBezTo>
                  <a:pt x="2504378" y="6193165"/>
                  <a:pt x="2476169" y="6204320"/>
                  <a:pt x="2447961" y="6215475"/>
                </a:cubicBezTo>
                <a:cubicBezTo>
                  <a:pt x="2433854" y="6221055"/>
                  <a:pt x="2422676" y="6226100"/>
                  <a:pt x="2408044" y="6228751"/>
                </a:cubicBezTo>
                <a:cubicBezTo>
                  <a:pt x="2379833" y="6239906"/>
                  <a:pt x="2354020" y="6247606"/>
                  <a:pt x="2325281" y="6255832"/>
                </a:cubicBezTo>
                <a:cubicBezTo>
                  <a:pt x="2316502" y="6257422"/>
                  <a:pt x="2311178" y="6261411"/>
                  <a:pt x="2302396" y="6263002"/>
                </a:cubicBezTo>
                <a:cubicBezTo>
                  <a:pt x="2267802" y="6272289"/>
                  <a:pt x="2236138" y="6281049"/>
                  <a:pt x="2201544" y="6290336"/>
                </a:cubicBezTo>
                <a:cubicBezTo>
                  <a:pt x="2195690" y="6291396"/>
                  <a:pt x="2189837" y="6292456"/>
                  <a:pt x="2183984" y="6293517"/>
                </a:cubicBezTo>
                <a:cubicBezTo>
                  <a:pt x="2175200" y="6295107"/>
                  <a:pt x="2169348" y="6296167"/>
                  <a:pt x="2161098" y="6300686"/>
                </a:cubicBezTo>
                <a:cubicBezTo>
                  <a:pt x="1895000" y="6367019"/>
                  <a:pt x="1617491" y="6387051"/>
                  <a:pt x="1337888" y="6362118"/>
                </a:cubicBezTo>
                <a:cubicBezTo>
                  <a:pt x="1331505" y="6360253"/>
                  <a:pt x="1325651" y="6361313"/>
                  <a:pt x="1319267" y="6359445"/>
                </a:cubicBezTo>
                <a:cubicBezTo>
                  <a:pt x="1043650" y="6339837"/>
                  <a:pt x="776954" y="6503014"/>
                  <a:pt x="678064" y="6774854"/>
                </a:cubicBezTo>
                <a:lnTo>
                  <a:pt x="668200" y="6803844"/>
                </a:lnTo>
                <a:lnTo>
                  <a:pt x="653422" y="6858000"/>
                </a:lnTo>
                <a:lnTo>
                  <a:pt x="253272" y="6858001"/>
                </a:lnTo>
                <a:lnTo>
                  <a:pt x="301384" y="6786869"/>
                </a:lnTo>
                <a:cubicBezTo>
                  <a:pt x="320149" y="6753335"/>
                  <a:pt x="336324" y="6717719"/>
                  <a:pt x="349553" y="6680181"/>
                </a:cubicBezTo>
                <a:lnTo>
                  <a:pt x="359416" y="6651189"/>
                </a:lnTo>
                <a:cubicBezTo>
                  <a:pt x="458307" y="6379350"/>
                  <a:pt x="355811" y="6080502"/>
                  <a:pt x="130570" y="5921783"/>
                </a:cubicBezTo>
                <a:cubicBezTo>
                  <a:pt x="127116" y="5919387"/>
                  <a:pt x="120203" y="5914594"/>
                  <a:pt x="116742" y="5912195"/>
                </a:cubicBezTo>
                <a:cubicBezTo>
                  <a:pt x="109828" y="5907401"/>
                  <a:pt x="99459" y="5900212"/>
                  <a:pt x="92545" y="5895419"/>
                </a:cubicBezTo>
                <a:cubicBezTo>
                  <a:pt x="92545" y="5895419"/>
                  <a:pt x="89085" y="5893021"/>
                  <a:pt x="89085" y="5893021"/>
                </a:cubicBezTo>
                <a:lnTo>
                  <a:pt x="1" y="5826598"/>
                </a:lnTo>
                <a:lnTo>
                  <a:pt x="2" y="1575301"/>
                </a:lnTo>
                <a:lnTo>
                  <a:pt x="70011" y="1596322"/>
                </a:lnTo>
                <a:cubicBezTo>
                  <a:pt x="201721" y="1624612"/>
                  <a:pt x="341275" y="1610673"/>
                  <a:pt x="466891" y="1553158"/>
                </a:cubicBezTo>
                <a:cubicBezTo>
                  <a:pt x="472746" y="1552097"/>
                  <a:pt x="478069" y="1548109"/>
                  <a:pt x="483922" y="1547049"/>
                </a:cubicBezTo>
                <a:cubicBezTo>
                  <a:pt x="737549" y="1428561"/>
                  <a:pt x="1004987" y="1352917"/>
                  <a:pt x="1277445" y="1321708"/>
                </a:cubicBezTo>
                <a:cubicBezTo>
                  <a:pt x="1286224" y="1320117"/>
                  <a:pt x="1295007" y="1318527"/>
                  <a:pt x="1301389" y="1320392"/>
                </a:cubicBezTo>
                <a:cubicBezTo>
                  <a:pt x="1307244" y="1319331"/>
                  <a:pt x="1310169" y="1318802"/>
                  <a:pt x="1316024" y="1317741"/>
                </a:cubicBezTo>
                <a:cubicBezTo>
                  <a:pt x="1351677" y="1314308"/>
                  <a:pt x="1387330" y="1310872"/>
                  <a:pt x="1423513" y="1310365"/>
                </a:cubicBezTo>
                <a:cubicBezTo>
                  <a:pt x="1429367" y="1309304"/>
                  <a:pt x="1432295" y="1308774"/>
                  <a:pt x="1438680" y="1310643"/>
                </a:cubicBezTo>
                <a:cubicBezTo>
                  <a:pt x="1468479" y="1308267"/>
                  <a:pt x="1501735" y="1308290"/>
                  <a:pt x="1532065" y="1308842"/>
                </a:cubicBezTo>
                <a:cubicBezTo>
                  <a:pt x="1544303" y="1309650"/>
                  <a:pt x="1556011" y="1307529"/>
                  <a:pt x="1568248" y="1308334"/>
                </a:cubicBezTo>
                <a:close/>
                <a:moveTo>
                  <a:pt x="0" y="0"/>
                </a:moveTo>
                <a:lnTo>
                  <a:pt x="2855" y="0"/>
                </a:lnTo>
                <a:lnTo>
                  <a:pt x="0" y="131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8112620" y="2132825"/>
            <a:ext cx="3455988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defRPr lang="de-DE" noProof="0" dirty="0" smtClean="0"/>
            </a:lvl2pPr>
            <a:lvl3pPr>
              <a:defRPr lang="de-DE" noProof="0" dirty="0" smtClean="0"/>
            </a:lvl3pPr>
            <a:lvl4pPr>
              <a:defRPr lang="de-DE" noProof="0" dirty="0" smtClean="0"/>
            </a:lvl4pPr>
            <a:lvl5pPr>
              <a:defRPr lang="de-DE" noProof="0" dirty="0" smtClean="0"/>
            </a:lvl5pPr>
            <a:lvl6pPr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sz="half" idx="26" hasCustomPrompt="1"/>
          </p:nvPr>
        </p:nvSpPr>
        <p:spPr bwMode="gray">
          <a:xfrm>
            <a:off x="4368700" y="2132825"/>
            <a:ext cx="3455988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defRPr lang="de-DE" noProof="0" dirty="0" smtClean="0"/>
            </a:lvl2pPr>
            <a:lvl3pPr>
              <a:defRPr lang="de-DE" noProof="0" dirty="0" smtClean="0"/>
            </a:lvl3pPr>
            <a:lvl4pPr>
              <a:defRPr lang="de-DE" noProof="0" dirty="0" smtClean="0"/>
            </a:lvl4pPr>
            <a:lvl5pPr>
              <a:defRPr lang="de-DE" noProof="0" dirty="0" smtClean="0"/>
            </a:lvl5pPr>
            <a:lvl6pPr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  <a:endParaRPr lang="en-US" noProof="0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A67012D-388B-4F87-A019-631A516E346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66617" y="1484784"/>
            <a:ext cx="3457575" cy="504825"/>
          </a:xfrm>
          <a:prstGeom prst="rect">
            <a:avLst/>
          </a:prstGeo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DC2FE6BA-4775-43F2-A4F6-E4A9595FAE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11033" y="1484784"/>
            <a:ext cx="3457575" cy="504825"/>
          </a:xfrm>
          <a:prstGeom prst="rect">
            <a:avLst/>
          </a:prstGeo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284763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rand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57A2176E-4F9F-4C8E-A987-EF0DB9C711D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009590" y="0"/>
            <a:ext cx="4182409" cy="6072484"/>
          </a:xfrm>
          <a:custGeom>
            <a:avLst/>
            <a:gdLst>
              <a:gd name="connsiteX0" fmla="*/ 3633536 w 4182409"/>
              <a:gd name="connsiteY0" fmla="*/ 0 h 6072484"/>
              <a:gd name="connsiteX1" fmla="*/ 4098897 w 4182409"/>
              <a:gd name="connsiteY1" fmla="*/ 0 h 6072484"/>
              <a:gd name="connsiteX2" fmla="*/ 4018404 w 4182409"/>
              <a:gd name="connsiteY2" fmla="*/ 98745 h 6072484"/>
              <a:gd name="connsiteX3" fmla="*/ 3958542 w 4182409"/>
              <a:gd name="connsiteY3" fmla="*/ 225853 h 6072484"/>
              <a:gd name="connsiteX4" fmla="*/ 3956694 w 4182409"/>
              <a:gd name="connsiteY4" fmla="*/ 232378 h 6072484"/>
              <a:gd name="connsiteX5" fmla="*/ 4138414 w 4182409"/>
              <a:gd name="connsiteY5" fmla="*/ 945615 h 6072484"/>
              <a:gd name="connsiteX6" fmla="*/ 4182409 w 4182409"/>
              <a:gd name="connsiteY6" fmla="*/ 980560 h 6072484"/>
              <a:gd name="connsiteX7" fmla="*/ 4182409 w 4182409"/>
              <a:gd name="connsiteY7" fmla="*/ 5665648 h 6072484"/>
              <a:gd name="connsiteX8" fmla="*/ 3989585 w 4182409"/>
              <a:gd name="connsiteY8" fmla="*/ 5775259 h 6072484"/>
              <a:gd name="connsiteX9" fmla="*/ 1895563 w 4182409"/>
              <a:gd name="connsiteY9" fmla="*/ 5935682 h 6072484"/>
              <a:gd name="connsiteX10" fmla="*/ 5003 w 4182409"/>
              <a:gd name="connsiteY10" fmla="*/ 3162375 h 6072484"/>
              <a:gd name="connsiteX11" fmla="*/ 2907111 w 4182409"/>
              <a:gd name="connsiteY11" fmla="*/ 590144 h 6072484"/>
              <a:gd name="connsiteX12" fmla="*/ 2925685 w 4182409"/>
              <a:gd name="connsiteY12" fmla="*/ 590968 h 6072484"/>
              <a:gd name="connsiteX13" fmla="*/ 3608046 w 4182409"/>
              <a:gd name="connsiteY13" fmla="*/ 119338 h 6072484"/>
              <a:gd name="connsiteX14" fmla="*/ 3610141 w 4182409"/>
              <a:gd name="connsiteY14" fmla="*/ 113030 h 6072484"/>
              <a:gd name="connsiteX15" fmla="*/ 3632034 w 4182409"/>
              <a:gd name="connsiteY15" fmla="*/ 21260 h 6072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182409" h="6072484">
                <a:moveTo>
                  <a:pt x="3633536" y="0"/>
                </a:moveTo>
                <a:lnTo>
                  <a:pt x="4098897" y="0"/>
                </a:lnTo>
                <a:lnTo>
                  <a:pt x="4018404" y="98745"/>
                </a:lnTo>
                <a:cubicBezTo>
                  <a:pt x="3993707" y="137841"/>
                  <a:pt x="3973476" y="180404"/>
                  <a:pt x="3958542" y="225853"/>
                </a:cubicBezTo>
                <a:lnTo>
                  <a:pt x="3956694" y="232378"/>
                </a:lnTo>
                <a:cubicBezTo>
                  <a:pt x="3872712" y="488237"/>
                  <a:pt x="3947015" y="765758"/>
                  <a:pt x="4138414" y="945615"/>
                </a:cubicBezTo>
                <a:lnTo>
                  <a:pt x="4182409" y="980560"/>
                </a:lnTo>
                <a:lnTo>
                  <a:pt x="4182409" y="5665648"/>
                </a:lnTo>
                <a:lnTo>
                  <a:pt x="3989585" y="5775259"/>
                </a:lnTo>
                <a:cubicBezTo>
                  <a:pt x="3363258" y="6092768"/>
                  <a:pt x="2615784" y="6171315"/>
                  <a:pt x="1895563" y="5935682"/>
                </a:cubicBezTo>
                <a:cubicBezTo>
                  <a:pt x="707293" y="5550040"/>
                  <a:pt x="-70111" y="4409753"/>
                  <a:pt x="5003" y="3162375"/>
                </a:cubicBezTo>
                <a:cubicBezTo>
                  <a:pt x="96122" y="1650779"/>
                  <a:pt x="1395514" y="499024"/>
                  <a:pt x="2907111" y="590144"/>
                </a:cubicBezTo>
                <a:lnTo>
                  <a:pt x="2925685" y="590968"/>
                </a:lnTo>
                <a:cubicBezTo>
                  <a:pt x="3233425" y="604758"/>
                  <a:pt x="3512311" y="411964"/>
                  <a:pt x="3608046" y="119338"/>
                </a:cubicBezTo>
                <a:lnTo>
                  <a:pt x="3610141" y="113030"/>
                </a:lnTo>
                <a:cubicBezTo>
                  <a:pt x="3620067" y="82704"/>
                  <a:pt x="3627332" y="52019"/>
                  <a:pt x="3632034" y="2126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4367312" y="2133296"/>
            <a:ext cx="3455988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spcBef>
                <a:spcPts val="300"/>
              </a:spcBef>
              <a:defRPr lang="de-DE" noProof="0" dirty="0" smtClean="0"/>
            </a:lvl2pPr>
            <a:lvl3pPr>
              <a:spcBef>
                <a:spcPts val="300"/>
              </a:spcBef>
              <a:defRPr lang="de-DE" noProof="0" dirty="0" smtClean="0"/>
            </a:lvl3pPr>
            <a:lvl4pPr>
              <a:spcBef>
                <a:spcPts val="300"/>
              </a:spcBef>
              <a:defRPr lang="de-DE" noProof="0" dirty="0" smtClean="0"/>
            </a:lvl4pPr>
            <a:lvl5pPr>
              <a:spcBef>
                <a:spcPts val="300"/>
              </a:spcBef>
              <a:defRPr lang="de-DE" noProof="0" dirty="0" smtClean="0"/>
            </a:lvl5pPr>
            <a:lvl6pPr>
              <a:spcBef>
                <a:spcPts val="300"/>
              </a:spcBef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  <a:endParaRPr lang="en-US" noProof="0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sz="half" idx="26" hasCustomPrompt="1"/>
          </p:nvPr>
        </p:nvSpPr>
        <p:spPr bwMode="gray">
          <a:xfrm>
            <a:off x="623392" y="2133296"/>
            <a:ext cx="3455988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spcBef>
                <a:spcPts val="300"/>
              </a:spcBef>
              <a:defRPr lang="de-DE" noProof="0" dirty="0" smtClean="0"/>
            </a:lvl2pPr>
            <a:lvl3pPr>
              <a:spcBef>
                <a:spcPts val="300"/>
              </a:spcBef>
              <a:defRPr lang="de-DE" noProof="0" dirty="0" smtClean="0"/>
            </a:lvl3pPr>
            <a:lvl4pPr>
              <a:spcBef>
                <a:spcPts val="300"/>
              </a:spcBef>
              <a:defRPr lang="de-DE" noProof="0" dirty="0" smtClean="0"/>
            </a:lvl4pPr>
            <a:lvl5pPr>
              <a:spcBef>
                <a:spcPts val="300"/>
              </a:spcBef>
              <a:defRPr lang="de-DE" noProof="0" dirty="0" smtClean="0"/>
            </a:lvl5pPr>
            <a:lvl6pPr>
              <a:spcBef>
                <a:spcPts val="300"/>
              </a:spcBef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F01A8A1-1052-42E2-A864-41FF5CA8A84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3888" y="1484313"/>
            <a:ext cx="3455987" cy="504825"/>
          </a:xfrm>
          <a:prstGeom prst="rect">
            <a:avLst/>
          </a:prstGeo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80BAF57C-7F3D-4CFE-8B1B-E85453AB08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67808" y="1484313"/>
            <a:ext cx="3455987" cy="504825"/>
          </a:xfrm>
          <a:prstGeom prst="rect">
            <a:avLst/>
          </a:prstGeo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279428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9">
            <a:extLst>
              <a:ext uri="{FF2B5EF4-FFF2-40B4-BE49-F238E27FC236}">
                <a16:creationId xmlns:a16="http://schemas.microsoft.com/office/drawing/2014/main" id="{6970948B-8B12-4A10-A975-0357759E1A3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0" y="0"/>
            <a:ext cx="5315796" cy="6055489"/>
          </a:xfrm>
          <a:custGeom>
            <a:avLst/>
            <a:gdLst>
              <a:gd name="connsiteX0" fmla="*/ 688230 w 5315796"/>
              <a:gd name="connsiteY0" fmla="*/ 0 h 6055489"/>
              <a:gd name="connsiteX1" fmla="*/ 963941 w 5315796"/>
              <a:gd name="connsiteY1" fmla="*/ 0 h 6055489"/>
              <a:gd name="connsiteX2" fmla="*/ 1001896 w 5315796"/>
              <a:gd name="connsiteY2" fmla="*/ 43525 h 6055489"/>
              <a:gd name="connsiteX3" fmla="*/ 1670304 w 5315796"/>
              <a:gd name="connsiteY3" fmla="*/ 234283 h 6055489"/>
              <a:gd name="connsiteX4" fmla="*/ 1679557 w 5315796"/>
              <a:gd name="connsiteY4" fmla="*/ 232289 h 6055489"/>
              <a:gd name="connsiteX5" fmla="*/ 2017473 w 5315796"/>
              <a:gd name="connsiteY5" fmla="*/ 172210 h 6055489"/>
              <a:gd name="connsiteX6" fmla="*/ 5004094 w 5315796"/>
              <a:gd name="connsiteY6" fmla="*/ 1784903 h 6055489"/>
              <a:gd name="connsiteX7" fmla="*/ 3682772 w 5315796"/>
              <a:gd name="connsiteY7" fmla="*/ 5743888 h 6055489"/>
              <a:gd name="connsiteX8" fmla="*/ 43435 w 5315796"/>
              <a:gd name="connsiteY8" fmla="*/ 4925134 h 6055489"/>
              <a:gd name="connsiteX9" fmla="*/ 1 w 5315796"/>
              <a:gd name="connsiteY9" fmla="*/ 4863306 h 6055489"/>
              <a:gd name="connsiteX10" fmla="*/ 0 w 5315796"/>
              <a:gd name="connsiteY10" fmla="*/ 1337706 h 6055489"/>
              <a:gd name="connsiteX11" fmla="*/ 80441 w 5315796"/>
              <a:gd name="connsiteY11" fmla="*/ 1231152 h 6055489"/>
              <a:gd name="connsiteX12" fmla="*/ 229930 w 5315796"/>
              <a:gd name="connsiteY12" fmla="*/ 1061865 h 6055489"/>
              <a:gd name="connsiteX13" fmla="*/ 480452 w 5315796"/>
              <a:gd name="connsiteY13" fmla="*/ 828153 h 6055489"/>
              <a:gd name="connsiteX14" fmla="*/ 486844 w 5315796"/>
              <a:gd name="connsiteY14" fmla="*/ 823676 h 6055489"/>
              <a:gd name="connsiteX15" fmla="*/ 709712 w 5315796"/>
              <a:gd name="connsiteY15" fmla="*/ 54282 h 6055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15796" h="6055489">
                <a:moveTo>
                  <a:pt x="688230" y="0"/>
                </a:moveTo>
                <a:lnTo>
                  <a:pt x="963941" y="0"/>
                </a:lnTo>
                <a:lnTo>
                  <a:pt x="1001896" y="43525"/>
                </a:lnTo>
                <a:cubicBezTo>
                  <a:pt x="1177485" y="213468"/>
                  <a:pt x="1429447" y="286507"/>
                  <a:pt x="1670304" y="234283"/>
                </a:cubicBezTo>
                <a:cubicBezTo>
                  <a:pt x="1674216" y="232666"/>
                  <a:pt x="1676885" y="232478"/>
                  <a:pt x="1679557" y="232289"/>
                </a:cubicBezTo>
                <a:cubicBezTo>
                  <a:pt x="1793060" y="205493"/>
                  <a:pt x="1905699" y="185466"/>
                  <a:pt x="2017473" y="172210"/>
                </a:cubicBezTo>
                <a:cubicBezTo>
                  <a:pt x="3219059" y="29698"/>
                  <a:pt x="4433551" y="640368"/>
                  <a:pt x="5004094" y="1784903"/>
                </a:cubicBezTo>
                <a:cubicBezTo>
                  <a:pt x="5732386" y="3244361"/>
                  <a:pt x="5140989" y="5017023"/>
                  <a:pt x="3682772" y="5743888"/>
                </a:cubicBezTo>
                <a:cubicBezTo>
                  <a:pt x="2405747" y="6381144"/>
                  <a:pt x="888923" y="6008011"/>
                  <a:pt x="43435" y="4925134"/>
                </a:cubicBezTo>
                <a:lnTo>
                  <a:pt x="1" y="4863306"/>
                </a:lnTo>
                <a:lnTo>
                  <a:pt x="0" y="1337706"/>
                </a:lnTo>
                <a:lnTo>
                  <a:pt x="80441" y="1231152"/>
                </a:lnTo>
                <a:cubicBezTo>
                  <a:pt x="127921" y="1173017"/>
                  <a:pt x="177768" y="1116535"/>
                  <a:pt x="229930" y="1061865"/>
                </a:cubicBezTo>
                <a:cubicBezTo>
                  <a:pt x="308673" y="979825"/>
                  <a:pt x="391704" y="901507"/>
                  <a:pt x="480452" y="828153"/>
                </a:cubicBezTo>
                <a:cubicBezTo>
                  <a:pt x="481693" y="826723"/>
                  <a:pt x="485604" y="825104"/>
                  <a:pt x="486844" y="823676"/>
                </a:cubicBezTo>
                <a:cubicBezTo>
                  <a:pt x="704868" y="635698"/>
                  <a:pt x="793613" y="333568"/>
                  <a:pt x="709712" y="5428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81569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1">
            <a:extLst>
              <a:ext uri="{FF2B5EF4-FFF2-40B4-BE49-F238E27FC236}">
                <a16:creationId xmlns:a16="http://schemas.microsoft.com/office/drawing/2014/main" id="{91F4D9A9-C6B3-44EC-964C-6A447BED77C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1898559" y="2"/>
            <a:ext cx="10293443" cy="6857999"/>
          </a:xfrm>
          <a:custGeom>
            <a:avLst/>
            <a:gdLst>
              <a:gd name="connsiteX0" fmla="*/ 0 w 10293443"/>
              <a:gd name="connsiteY0" fmla="*/ 0 h 6857999"/>
              <a:gd name="connsiteX1" fmla="*/ 4724407 w 10293443"/>
              <a:gd name="connsiteY1" fmla="*/ 0 h 6857999"/>
              <a:gd name="connsiteX2" fmla="*/ 4722325 w 10293443"/>
              <a:gd name="connsiteY2" fmla="*/ 69237 h 6857999"/>
              <a:gd name="connsiteX3" fmla="*/ 4869994 w 10293443"/>
              <a:gd name="connsiteY3" fmla="*/ 548793 h 6857999"/>
              <a:gd name="connsiteX4" fmla="*/ 4884730 w 10293443"/>
              <a:gd name="connsiteY4" fmla="*/ 570163 h 6857999"/>
              <a:gd name="connsiteX5" fmla="*/ 6036289 w 10293443"/>
              <a:gd name="connsiteY5" fmla="*/ 1023119 h 6857999"/>
              <a:gd name="connsiteX6" fmla="*/ 6063016 w 10293443"/>
              <a:gd name="connsiteY6" fmla="*/ 1017735 h 6857999"/>
              <a:gd name="connsiteX7" fmla="*/ 6105774 w 10293443"/>
              <a:gd name="connsiteY7" fmla="*/ 1005649 h 6857999"/>
              <a:gd name="connsiteX8" fmla="*/ 6155220 w 10293443"/>
              <a:gd name="connsiteY8" fmla="*/ 992218 h 6857999"/>
              <a:gd name="connsiteX9" fmla="*/ 6470598 w 10293443"/>
              <a:gd name="connsiteY9" fmla="*/ 918270 h 6857999"/>
              <a:gd name="connsiteX10" fmla="*/ 6497327 w 10293443"/>
              <a:gd name="connsiteY10" fmla="*/ 912887 h 6857999"/>
              <a:gd name="connsiteX11" fmla="*/ 6608250 w 10293443"/>
              <a:gd name="connsiteY11" fmla="*/ 894023 h 6857999"/>
              <a:gd name="connsiteX12" fmla="*/ 6614932 w 10293443"/>
              <a:gd name="connsiteY12" fmla="*/ 892680 h 6857999"/>
              <a:gd name="connsiteX13" fmla="*/ 6824766 w 10293443"/>
              <a:gd name="connsiteY13" fmla="*/ 864324 h 6857999"/>
              <a:gd name="connsiteX14" fmla="*/ 6866205 w 10293443"/>
              <a:gd name="connsiteY14" fmla="*/ 862934 h 6857999"/>
              <a:gd name="connsiteX15" fmla="*/ 6951751 w 10293443"/>
              <a:gd name="connsiteY15" fmla="*/ 856134 h 6857999"/>
              <a:gd name="connsiteX16" fmla="*/ 7027940 w 10293443"/>
              <a:gd name="connsiteY16" fmla="*/ 854696 h 6857999"/>
              <a:gd name="connsiteX17" fmla="*/ 7093440 w 10293443"/>
              <a:gd name="connsiteY17" fmla="*/ 851936 h 6857999"/>
              <a:gd name="connsiteX18" fmla="*/ 7606776 w 10293443"/>
              <a:gd name="connsiteY18" fmla="*/ 863277 h 6857999"/>
              <a:gd name="connsiteX19" fmla="*/ 8901209 w 10293443"/>
              <a:gd name="connsiteY19" fmla="*/ 1197073 h 6857999"/>
              <a:gd name="connsiteX20" fmla="*/ 8927961 w 10293443"/>
              <a:gd name="connsiteY20" fmla="*/ 1209066 h 6857999"/>
              <a:gd name="connsiteX21" fmla="*/ 10129307 w 10293443"/>
              <a:gd name="connsiteY21" fmla="*/ 908019 h 6857999"/>
              <a:gd name="connsiteX22" fmla="*/ 10243519 w 10293443"/>
              <a:gd name="connsiteY22" fmla="*/ 739882 h 6857999"/>
              <a:gd name="connsiteX23" fmla="*/ 10293443 w 10293443"/>
              <a:gd name="connsiteY23" fmla="*/ 629614 h 6857999"/>
              <a:gd name="connsiteX24" fmla="*/ 10293441 w 10293443"/>
              <a:gd name="connsiteY24" fmla="*/ 6857998 h 6857999"/>
              <a:gd name="connsiteX25" fmla="*/ 3595942 w 10293443"/>
              <a:gd name="connsiteY25" fmla="*/ 6857999 h 6857999"/>
              <a:gd name="connsiteX26" fmla="*/ 3531938 w 10293443"/>
              <a:gd name="connsiteY26" fmla="*/ 6740486 h 6857999"/>
              <a:gd name="connsiteX27" fmla="*/ 3186584 w 10293443"/>
              <a:gd name="connsiteY27" fmla="*/ 4221806 h 6857999"/>
              <a:gd name="connsiteX28" fmla="*/ 3189250 w 10293443"/>
              <a:gd name="connsiteY28" fmla="*/ 4217794 h 6857999"/>
              <a:gd name="connsiteX29" fmla="*/ 3271638 w 10293443"/>
              <a:gd name="connsiteY29" fmla="*/ 3850072 h 6857999"/>
              <a:gd name="connsiteX30" fmla="*/ 3282286 w 10293443"/>
              <a:gd name="connsiteY30" fmla="*/ 3816640 h 6857999"/>
              <a:gd name="connsiteX31" fmla="*/ 3332864 w 10293443"/>
              <a:gd name="connsiteY31" fmla="*/ 3653488 h 6857999"/>
              <a:gd name="connsiteX32" fmla="*/ 3343515 w 10293443"/>
              <a:gd name="connsiteY32" fmla="*/ 3620052 h 6857999"/>
              <a:gd name="connsiteX33" fmla="*/ 3402120 w 10293443"/>
              <a:gd name="connsiteY33" fmla="*/ 3462235 h 6857999"/>
              <a:gd name="connsiteX34" fmla="*/ 3406108 w 10293443"/>
              <a:gd name="connsiteY34" fmla="*/ 3447527 h 6857999"/>
              <a:gd name="connsiteX35" fmla="*/ 3482073 w 10293443"/>
              <a:gd name="connsiteY35" fmla="*/ 3272307 h 6857999"/>
              <a:gd name="connsiteX36" fmla="*/ 3486061 w 10293443"/>
              <a:gd name="connsiteY36" fmla="*/ 3257599 h 6857999"/>
              <a:gd name="connsiteX37" fmla="*/ 3507383 w 10293443"/>
              <a:gd name="connsiteY37" fmla="*/ 3208107 h 6857999"/>
              <a:gd name="connsiteX38" fmla="*/ 4262515 w 10293443"/>
              <a:gd name="connsiteY38" fmla="*/ 2106939 h 6857999"/>
              <a:gd name="connsiteX39" fmla="*/ 4282541 w 10293443"/>
              <a:gd name="connsiteY39" fmla="*/ 2085526 h 6857999"/>
              <a:gd name="connsiteX40" fmla="*/ 4409215 w 10293443"/>
              <a:gd name="connsiteY40" fmla="*/ 850186 h 6857999"/>
              <a:gd name="connsiteX41" fmla="*/ 4394479 w 10293443"/>
              <a:gd name="connsiteY41" fmla="*/ 828816 h 6857999"/>
              <a:gd name="connsiteX42" fmla="*/ 3242921 w 10293443"/>
              <a:gd name="connsiteY42" fmla="*/ 375861 h 6857999"/>
              <a:gd name="connsiteX43" fmla="*/ 3216192 w 10293443"/>
              <a:gd name="connsiteY43" fmla="*/ 381243 h 6857999"/>
              <a:gd name="connsiteX44" fmla="*/ 1890346 w 10293443"/>
              <a:gd name="connsiteY44" fmla="*/ 547440 h 6857999"/>
              <a:gd name="connsiteX45" fmla="*/ 3606 w 10293443"/>
              <a:gd name="connsiteY45" fmla="*/ 222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293443" h="6857999">
                <a:moveTo>
                  <a:pt x="0" y="0"/>
                </a:moveTo>
                <a:lnTo>
                  <a:pt x="4724407" y="0"/>
                </a:lnTo>
                <a:lnTo>
                  <a:pt x="4722325" y="69237"/>
                </a:lnTo>
                <a:cubicBezTo>
                  <a:pt x="4730526" y="234172"/>
                  <a:pt x="4778559" y="399032"/>
                  <a:pt x="4869994" y="548793"/>
                </a:cubicBezTo>
                <a:lnTo>
                  <a:pt x="4884730" y="570163"/>
                </a:lnTo>
                <a:cubicBezTo>
                  <a:pt x="5128553" y="969530"/>
                  <a:pt x="5602004" y="1145349"/>
                  <a:pt x="6036289" y="1023119"/>
                </a:cubicBezTo>
                <a:cubicBezTo>
                  <a:pt x="6046982" y="1024442"/>
                  <a:pt x="6056336" y="1019085"/>
                  <a:pt x="6063016" y="1017735"/>
                </a:cubicBezTo>
                <a:cubicBezTo>
                  <a:pt x="6079049" y="1011033"/>
                  <a:pt x="6092412" y="1008341"/>
                  <a:pt x="6105774" y="1005649"/>
                </a:cubicBezTo>
                <a:cubicBezTo>
                  <a:pt x="6125825" y="1001612"/>
                  <a:pt x="6139189" y="998919"/>
                  <a:pt x="6155220" y="992218"/>
                </a:cubicBezTo>
                <a:cubicBezTo>
                  <a:pt x="6260785" y="963999"/>
                  <a:pt x="6363687" y="939802"/>
                  <a:pt x="6470598" y="918270"/>
                </a:cubicBezTo>
                <a:cubicBezTo>
                  <a:pt x="6483962" y="915578"/>
                  <a:pt x="6490641" y="914234"/>
                  <a:pt x="6497327" y="912887"/>
                </a:cubicBezTo>
                <a:cubicBezTo>
                  <a:pt x="6534748" y="908828"/>
                  <a:pt x="6570825" y="898084"/>
                  <a:pt x="6608250" y="894023"/>
                </a:cubicBezTo>
                <a:cubicBezTo>
                  <a:pt x="6610916" y="890011"/>
                  <a:pt x="6614932" y="892680"/>
                  <a:pt x="6614932" y="892680"/>
                </a:cubicBezTo>
                <a:cubicBezTo>
                  <a:pt x="6685764" y="881889"/>
                  <a:pt x="6756602" y="871102"/>
                  <a:pt x="6824766" y="864324"/>
                </a:cubicBezTo>
                <a:cubicBezTo>
                  <a:pt x="6839477" y="868318"/>
                  <a:pt x="6852842" y="865627"/>
                  <a:pt x="6866205" y="862934"/>
                </a:cubicBezTo>
                <a:cubicBezTo>
                  <a:pt x="6896946" y="860219"/>
                  <a:pt x="6923674" y="854835"/>
                  <a:pt x="6951751" y="856134"/>
                </a:cubicBezTo>
                <a:cubicBezTo>
                  <a:pt x="6979819" y="857434"/>
                  <a:pt x="7003882" y="856063"/>
                  <a:pt x="7027940" y="854696"/>
                </a:cubicBezTo>
                <a:cubicBezTo>
                  <a:pt x="7052002" y="853325"/>
                  <a:pt x="7069382" y="853304"/>
                  <a:pt x="7093440" y="851936"/>
                </a:cubicBezTo>
                <a:cubicBezTo>
                  <a:pt x="7265871" y="845019"/>
                  <a:pt x="7436982" y="848801"/>
                  <a:pt x="7606776" y="863277"/>
                </a:cubicBezTo>
                <a:cubicBezTo>
                  <a:pt x="8049293" y="902787"/>
                  <a:pt x="8485226" y="1013155"/>
                  <a:pt x="8901209" y="1197073"/>
                </a:cubicBezTo>
                <a:cubicBezTo>
                  <a:pt x="8909236" y="1202410"/>
                  <a:pt x="8919935" y="1203729"/>
                  <a:pt x="8927961" y="1209066"/>
                </a:cubicBezTo>
                <a:cubicBezTo>
                  <a:pt x="9342594" y="1386302"/>
                  <a:pt x="9834374" y="1273355"/>
                  <a:pt x="10129307" y="908019"/>
                </a:cubicBezTo>
                <a:cubicBezTo>
                  <a:pt x="10172848" y="854490"/>
                  <a:pt x="10210891" y="798212"/>
                  <a:pt x="10243519" y="739882"/>
                </a:cubicBezTo>
                <a:lnTo>
                  <a:pt x="10293443" y="629614"/>
                </a:lnTo>
                <a:lnTo>
                  <a:pt x="10293441" y="6857998"/>
                </a:lnTo>
                <a:lnTo>
                  <a:pt x="3595942" y="6857999"/>
                </a:lnTo>
                <a:lnTo>
                  <a:pt x="3531938" y="6740486"/>
                </a:lnTo>
                <a:cubicBezTo>
                  <a:pt x="3141214" y="5935581"/>
                  <a:pt x="3037982" y="5054809"/>
                  <a:pt x="3186584" y="4221806"/>
                </a:cubicBezTo>
                <a:cubicBezTo>
                  <a:pt x="3189250" y="4217794"/>
                  <a:pt x="3189250" y="4217794"/>
                  <a:pt x="3189250" y="4217794"/>
                </a:cubicBezTo>
                <a:cubicBezTo>
                  <a:pt x="3209131" y="4092111"/>
                  <a:pt x="3237044" y="3971764"/>
                  <a:pt x="3271638" y="3850072"/>
                </a:cubicBezTo>
                <a:cubicBezTo>
                  <a:pt x="3276974" y="3842044"/>
                  <a:pt x="3280962" y="3827334"/>
                  <a:pt x="3282286" y="3816640"/>
                </a:cubicBezTo>
                <a:cubicBezTo>
                  <a:pt x="3299594" y="3764480"/>
                  <a:pt x="3312887" y="3709657"/>
                  <a:pt x="3332864" y="3653488"/>
                </a:cubicBezTo>
                <a:cubicBezTo>
                  <a:pt x="3334185" y="3642791"/>
                  <a:pt x="3342190" y="3630746"/>
                  <a:pt x="3343515" y="3620052"/>
                </a:cubicBezTo>
                <a:cubicBezTo>
                  <a:pt x="3360819" y="3567896"/>
                  <a:pt x="3380797" y="3511727"/>
                  <a:pt x="3402120" y="3462235"/>
                </a:cubicBezTo>
                <a:cubicBezTo>
                  <a:pt x="3400772" y="3455554"/>
                  <a:pt x="3403442" y="3451538"/>
                  <a:pt x="3406108" y="3447527"/>
                </a:cubicBezTo>
                <a:cubicBezTo>
                  <a:pt x="3432768" y="3390006"/>
                  <a:pt x="3455413" y="3329827"/>
                  <a:pt x="3482073" y="3272307"/>
                </a:cubicBezTo>
                <a:cubicBezTo>
                  <a:pt x="3480724" y="3265625"/>
                  <a:pt x="3483393" y="3261611"/>
                  <a:pt x="3486061" y="3257599"/>
                </a:cubicBezTo>
                <a:cubicBezTo>
                  <a:pt x="3492720" y="3238875"/>
                  <a:pt x="3500726" y="3226832"/>
                  <a:pt x="3507383" y="3208107"/>
                </a:cubicBezTo>
                <a:cubicBezTo>
                  <a:pt x="3691322" y="2809504"/>
                  <a:pt x="3946146" y="2434871"/>
                  <a:pt x="4262515" y="2106939"/>
                </a:cubicBezTo>
                <a:cubicBezTo>
                  <a:pt x="4267851" y="2098912"/>
                  <a:pt x="4277204" y="2093554"/>
                  <a:pt x="4282541" y="2085526"/>
                </a:cubicBezTo>
                <a:cubicBezTo>
                  <a:pt x="4588217" y="1756271"/>
                  <a:pt x="4653043" y="1249551"/>
                  <a:pt x="4409215" y="850186"/>
                </a:cubicBezTo>
                <a:lnTo>
                  <a:pt x="4394479" y="828816"/>
                </a:lnTo>
                <a:cubicBezTo>
                  <a:pt x="4150655" y="429449"/>
                  <a:pt x="3677205" y="253630"/>
                  <a:pt x="3242921" y="375861"/>
                </a:cubicBezTo>
                <a:cubicBezTo>
                  <a:pt x="3232226" y="374537"/>
                  <a:pt x="3225541" y="375882"/>
                  <a:pt x="3216192" y="381243"/>
                </a:cubicBezTo>
                <a:cubicBezTo>
                  <a:pt x="2780586" y="514163"/>
                  <a:pt x="2335510" y="565555"/>
                  <a:pt x="1890346" y="547440"/>
                </a:cubicBezTo>
                <a:cubicBezTo>
                  <a:pt x="1227941" y="520924"/>
                  <a:pt x="579359" y="334312"/>
                  <a:pt x="3606" y="222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3" name="Textplatzhalter 15">
            <a:extLst>
              <a:ext uri="{FF2B5EF4-FFF2-40B4-BE49-F238E27FC236}">
                <a16:creationId xmlns:a16="http://schemas.microsoft.com/office/drawing/2014/main" id="{4DC17BAE-AD8A-4FB8-8609-AA83C10ED8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409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>
            <a:extLst>
              <a:ext uri="{FF2B5EF4-FFF2-40B4-BE49-F238E27FC236}">
                <a16:creationId xmlns:a16="http://schemas.microsoft.com/office/drawing/2014/main" id="{1832F2E9-FCE0-4E7A-B5AE-D51CA4CC7C3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6803586" cy="6885346"/>
          </a:xfrm>
          <a:custGeom>
            <a:avLst/>
            <a:gdLst>
              <a:gd name="connsiteX0" fmla="*/ 6803586 w 6803586"/>
              <a:gd name="connsiteY0" fmla="*/ 0 h 6885346"/>
              <a:gd name="connsiteX1" fmla="*/ 6767058 w 6803586"/>
              <a:gd name="connsiteY1" fmla="*/ 21981 h 6885346"/>
              <a:gd name="connsiteX2" fmla="*/ 5473318 w 6803586"/>
              <a:gd name="connsiteY2" fmla="*/ 426315 h 6885346"/>
              <a:gd name="connsiteX3" fmla="*/ 4429585 w 6803586"/>
              <a:gd name="connsiteY3" fmla="*/ 357474 h 6885346"/>
              <a:gd name="connsiteX4" fmla="*/ 4403126 w 6803586"/>
              <a:gd name="connsiteY4" fmla="*/ 349926 h 6885346"/>
              <a:gd name="connsiteX5" fmla="*/ 3510764 w 6803586"/>
              <a:gd name="connsiteY5" fmla="*/ 753429 h 6885346"/>
              <a:gd name="connsiteX6" fmla="*/ 3508249 w 6803586"/>
              <a:gd name="connsiteY6" fmla="*/ 762249 h 6885346"/>
              <a:gd name="connsiteX7" fmla="*/ 3681327 w 6803586"/>
              <a:gd name="connsiteY7" fmla="*/ 1927448 h 6885346"/>
              <a:gd name="connsiteX8" fmla="*/ 3699605 w 6803586"/>
              <a:gd name="connsiteY8" fmla="*/ 1946965 h 6885346"/>
              <a:gd name="connsiteX9" fmla="*/ 3729849 w 6803586"/>
              <a:gd name="connsiteY9" fmla="*/ 1974666 h 6885346"/>
              <a:gd name="connsiteX10" fmla="*/ 3770813 w 6803586"/>
              <a:gd name="connsiteY10" fmla="*/ 2014962 h 6885346"/>
              <a:gd name="connsiteX11" fmla="*/ 3996409 w 6803586"/>
              <a:gd name="connsiteY11" fmla="*/ 2260517 h 6885346"/>
              <a:gd name="connsiteX12" fmla="*/ 4468488 w 6803586"/>
              <a:gd name="connsiteY12" fmla="*/ 2962632 h 6885346"/>
              <a:gd name="connsiteX13" fmla="*/ 4482987 w 6803586"/>
              <a:gd name="connsiteY13" fmla="*/ 2995379 h 6885346"/>
              <a:gd name="connsiteX14" fmla="*/ 4501898 w 6803586"/>
              <a:gd name="connsiteY14" fmla="*/ 3029385 h 6885346"/>
              <a:gd name="connsiteX15" fmla="*/ 4561161 w 6803586"/>
              <a:gd name="connsiteY15" fmla="*/ 3155963 h 6885346"/>
              <a:gd name="connsiteX16" fmla="*/ 4598362 w 6803586"/>
              <a:gd name="connsiteY16" fmla="*/ 3242870 h 6885346"/>
              <a:gd name="connsiteX17" fmla="*/ 4627365 w 6803586"/>
              <a:gd name="connsiteY17" fmla="*/ 3308365 h 6885346"/>
              <a:gd name="connsiteX18" fmla="*/ 4867726 w 6803586"/>
              <a:gd name="connsiteY18" fmla="*/ 4187572 h 6885346"/>
              <a:gd name="connsiteX19" fmla="*/ 4893005 w 6803586"/>
              <a:gd name="connsiteY19" fmla="*/ 4399831 h 6885346"/>
              <a:gd name="connsiteX20" fmla="*/ 4894283 w 6803586"/>
              <a:gd name="connsiteY20" fmla="*/ 4428806 h 6885346"/>
              <a:gd name="connsiteX21" fmla="*/ 4899991 w 6803586"/>
              <a:gd name="connsiteY21" fmla="*/ 4525805 h 6885346"/>
              <a:gd name="connsiteX22" fmla="*/ 4906957 w 6803586"/>
              <a:gd name="connsiteY22" fmla="*/ 4618391 h 6885346"/>
              <a:gd name="connsiteX23" fmla="*/ 4909520 w 6803586"/>
              <a:gd name="connsiteY23" fmla="*/ 4709726 h 6885346"/>
              <a:gd name="connsiteX24" fmla="*/ 4908939 w 6803586"/>
              <a:gd name="connsiteY24" fmla="*/ 4828770 h 6885346"/>
              <a:gd name="connsiteX25" fmla="*/ 4906437 w 6803586"/>
              <a:gd name="connsiteY25" fmla="*/ 4870975 h 6885346"/>
              <a:gd name="connsiteX26" fmla="*/ 4896430 w 6803586"/>
              <a:gd name="connsiteY26" fmla="*/ 5039786 h 6885346"/>
              <a:gd name="connsiteX27" fmla="*/ 4897065 w 6803586"/>
              <a:gd name="connsiteY27" fmla="*/ 5054270 h 6885346"/>
              <a:gd name="connsiteX28" fmla="*/ 4777695 w 6803586"/>
              <a:gd name="connsiteY28" fmla="*/ 5773642 h 6885346"/>
              <a:gd name="connsiteX29" fmla="*/ 4772664 w 6803586"/>
              <a:gd name="connsiteY29" fmla="*/ 5791281 h 6885346"/>
              <a:gd name="connsiteX30" fmla="*/ 4726121 w 6803586"/>
              <a:gd name="connsiteY30" fmla="*/ 5954441 h 6885346"/>
              <a:gd name="connsiteX31" fmla="*/ 4723606 w 6803586"/>
              <a:gd name="connsiteY31" fmla="*/ 5963261 h 6885346"/>
              <a:gd name="connsiteX32" fmla="*/ 4674534 w 6803586"/>
              <a:gd name="connsiteY32" fmla="*/ 6101854 h 6885346"/>
              <a:gd name="connsiteX33" fmla="*/ 4648744 w 6803586"/>
              <a:gd name="connsiteY33" fmla="*/ 6175559 h 6885346"/>
              <a:gd name="connsiteX34" fmla="*/ 4626721 w 6803586"/>
              <a:gd name="connsiteY34" fmla="*/ 6236036 h 6885346"/>
              <a:gd name="connsiteX35" fmla="*/ 4326130 w 6803586"/>
              <a:gd name="connsiteY35" fmla="*/ 6828014 h 6885346"/>
              <a:gd name="connsiteX36" fmla="*/ 4286869 w 6803586"/>
              <a:gd name="connsiteY36" fmla="*/ 6885346 h 6885346"/>
              <a:gd name="connsiteX37" fmla="*/ 0 w 6803586"/>
              <a:gd name="connsiteY37" fmla="*/ 6885346 h 6885346"/>
              <a:gd name="connsiteX38" fmla="*/ 2 w 6803586"/>
              <a:gd name="connsiteY38" fmla="*/ 975573 h 6885346"/>
              <a:gd name="connsiteX39" fmla="*/ 118320 w 6803586"/>
              <a:gd name="connsiteY39" fmla="*/ 944466 h 6885346"/>
              <a:gd name="connsiteX40" fmla="*/ 148551 w 6803586"/>
              <a:gd name="connsiteY40" fmla="*/ 938787 h 6885346"/>
              <a:gd name="connsiteX41" fmla="*/ 265070 w 6803586"/>
              <a:gd name="connsiteY41" fmla="*/ 914803 h 6885346"/>
              <a:gd name="connsiteX42" fmla="*/ 295303 w 6803586"/>
              <a:gd name="connsiteY42" fmla="*/ 909117 h 6885346"/>
              <a:gd name="connsiteX43" fmla="*/ 682026 w 6803586"/>
              <a:gd name="connsiteY43" fmla="*/ 857303 h 6885346"/>
              <a:gd name="connsiteX44" fmla="*/ 750050 w 6803586"/>
              <a:gd name="connsiteY44" fmla="*/ 852867 h 6885346"/>
              <a:gd name="connsiteX45" fmla="*/ 754456 w 6803586"/>
              <a:gd name="connsiteY45" fmla="*/ 854124 h 6885346"/>
              <a:gd name="connsiteX46" fmla="*/ 1949383 w 6803586"/>
              <a:gd name="connsiteY46" fmla="*/ 961322 h 6885346"/>
              <a:gd name="connsiteX47" fmla="*/ 1975843 w 6803586"/>
              <a:gd name="connsiteY47" fmla="*/ 968869 h 6885346"/>
              <a:gd name="connsiteX48" fmla="*/ 3052096 w 6803586"/>
              <a:gd name="connsiteY48" fmla="*/ 489075 h 6885346"/>
              <a:gd name="connsiteX49" fmla="*/ 3054612 w 6803586"/>
              <a:gd name="connsiteY49" fmla="*/ 480256 h 6885346"/>
              <a:gd name="connsiteX50" fmla="*/ 3155017 w 6803586"/>
              <a:gd name="connsiteY50" fmla="*/ 95657 h 6885346"/>
              <a:gd name="connsiteX51" fmla="*/ 3148208 w 6803586"/>
              <a:gd name="connsiteY51" fmla="*/ 0 h 6885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03586" h="6885346">
                <a:moveTo>
                  <a:pt x="6803586" y="0"/>
                </a:moveTo>
                <a:lnTo>
                  <a:pt x="6767058" y="21981"/>
                </a:lnTo>
                <a:cubicBezTo>
                  <a:pt x="6369366" y="245242"/>
                  <a:pt x="5927994" y="382855"/>
                  <a:pt x="5473318" y="426315"/>
                </a:cubicBezTo>
                <a:cubicBezTo>
                  <a:pt x="5130678" y="457322"/>
                  <a:pt x="4778570" y="437949"/>
                  <a:pt x="4429585" y="357474"/>
                </a:cubicBezTo>
                <a:cubicBezTo>
                  <a:pt x="4420765" y="354958"/>
                  <a:pt x="4411947" y="352442"/>
                  <a:pt x="4403126" y="349926"/>
                </a:cubicBezTo>
                <a:cubicBezTo>
                  <a:pt x="4058548" y="270709"/>
                  <a:pt x="3689506" y="427703"/>
                  <a:pt x="3510764" y="753429"/>
                </a:cubicBezTo>
                <a:lnTo>
                  <a:pt x="3508249" y="762249"/>
                </a:lnTo>
                <a:cubicBezTo>
                  <a:pt x="3291732" y="1153491"/>
                  <a:pt x="3375081" y="1630277"/>
                  <a:pt x="3681327" y="1927448"/>
                </a:cubicBezTo>
                <a:cubicBezTo>
                  <a:pt x="3688889" y="1934371"/>
                  <a:pt x="3692043" y="1940042"/>
                  <a:pt x="3699605" y="1946965"/>
                </a:cubicBezTo>
                <a:cubicBezTo>
                  <a:pt x="3711573" y="1955150"/>
                  <a:pt x="3717877" y="1966486"/>
                  <a:pt x="3729849" y="1974666"/>
                </a:cubicBezTo>
                <a:cubicBezTo>
                  <a:pt x="3744974" y="1988518"/>
                  <a:pt x="3755686" y="2001110"/>
                  <a:pt x="3770813" y="2014962"/>
                </a:cubicBezTo>
                <a:cubicBezTo>
                  <a:pt x="3848320" y="2094293"/>
                  <a:pt x="3925826" y="2173624"/>
                  <a:pt x="3996409" y="2260517"/>
                </a:cubicBezTo>
                <a:cubicBezTo>
                  <a:pt x="4181685" y="2480267"/>
                  <a:pt x="4338629" y="2715776"/>
                  <a:pt x="4468488" y="2962632"/>
                </a:cubicBezTo>
                <a:cubicBezTo>
                  <a:pt x="4474791" y="2973968"/>
                  <a:pt x="4476683" y="2984044"/>
                  <a:pt x="4482987" y="2995379"/>
                </a:cubicBezTo>
                <a:cubicBezTo>
                  <a:pt x="4489296" y="3006715"/>
                  <a:pt x="4495594" y="3018049"/>
                  <a:pt x="4501898" y="3029385"/>
                </a:cubicBezTo>
                <a:cubicBezTo>
                  <a:pt x="4522705" y="3073468"/>
                  <a:pt x="4544765" y="3113137"/>
                  <a:pt x="4561161" y="3155963"/>
                </a:cubicBezTo>
                <a:cubicBezTo>
                  <a:pt x="4572510" y="3183044"/>
                  <a:pt x="4588271" y="3211380"/>
                  <a:pt x="4598362" y="3242870"/>
                </a:cubicBezTo>
                <a:cubicBezTo>
                  <a:pt x="4606563" y="3264283"/>
                  <a:pt x="4614758" y="3285694"/>
                  <a:pt x="4627365" y="3308365"/>
                </a:cubicBezTo>
                <a:cubicBezTo>
                  <a:pt x="4745904" y="3594911"/>
                  <a:pt x="4824135" y="3889028"/>
                  <a:pt x="4867726" y="4187572"/>
                </a:cubicBezTo>
                <a:cubicBezTo>
                  <a:pt x="4876569" y="4256854"/>
                  <a:pt x="4885417" y="4326136"/>
                  <a:pt x="4893005" y="4399831"/>
                </a:cubicBezTo>
                <a:cubicBezTo>
                  <a:pt x="4894901" y="4409910"/>
                  <a:pt x="4896798" y="4419986"/>
                  <a:pt x="4894283" y="4428806"/>
                </a:cubicBezTo>
                <a:cubicBezTo>
                  <a:pt x="4894292" y="4462186"/>
                  <a:pt x="4899977" y="4492419"/>
                  <a:pt x="4899991" y="4525805"/>
                </a:cubicBezTo>
                <a:cubicBezTo>
                  <a:pt x="4901263" y="4554779"/>
                  <a:pt x="4901277" y="4588159"/>
                  <a:pt x="4906957" y="4618391"/>
                </a:cubicBezTo>
                <a:cubicBezTo>
                  <a:pt x="4908229" y="4647365"/>
                  <a:pt x="4909501" y="4676338"/>
                  <a:pt x="4909520" y="4709726"/>
                </a:cubicBezTo>
                <a:cubicBezTo>
                  <a:pt x="4912684" y="4748776"/>
                  <a:pt x="4910182" y="4790976"/>
                  <a:pt x="4908939" y="4828770"/>
                </a:cubicBezTo>
                <a:cubicBezTo>
                  <a:pt x="4909573" y="4843258"/>
                  <a:pt x="4910212" y="4857744"/>
                  <a:pt x="4906437" y="4870975"/>
                </a:cubicBezTo>
                <a:cubicBezTo>
                  <a:pt x="4904569" y="4927664"/>
                  <a:pt x="4902706" y="4984355"/>
                  <a:pt x="4896430" y="5039786"/>
                </a:cubicBezTo>
                <a:cubicBezTo>
                  <a:pt x="4895174" y="5044194"/>
                  <a:pt x="4893915" y="5048606"/>
                  <a:pt x="4897065" y="5054270"/>
                </a:cubicBezTo>
                <a:cubicBezTo>
                  <a:pt x="4880163" y="5297412"/>
                  <a:pt x="4839955" y="5538674"/>
                  <a:pt x="4777695" y="5773642"/>
                </a:cubicBezTo>
                <a:cubicBezTo>
                  <a:pt x="4776436" y="5778054"/>
                  <a:pt x="4773920" y="5786873"/>
                  <a:pt x="4772664" y="5791281"/>
                </a:cubicBezTo>
                <a:cubicBezTo>
                  <a:pt x="4757569" y="5844197"/>
                  <a:pt x="4741216" y="5901524"/>
                  <a:pt x="4726121" y="5954441"/>
                </a:cubicBezTo>
                <a:cubicBezTo>
                  <a:pt x="4724865" y="5958849"/>
                  <a:pt x="4723606" y="5963261"/>
                  <a:pt x="4723606" y="5963261"/>
                </a:cubicBezTo>
                <a:cubicBezTo>
                  <a:pt x="4709769" y="6011764"/>
                  <a:pt x="4692784" y="6054603"/>
                  <a:pt x="4674534" y="6101854"/>
                </a:cubicBezTo>
                <a:cubicBezTo>
                  <a:pt x="4666987" y="6128312"/>
                  <a:pt x="4656290" y="6149101"/>
                  <a:pt x="4648744" y="6175559"/>
                </a:cubicBezTo>
                <a:cubicBezTo>
                  <a:pt x="4642454" y="6197610"/>
                  <a:pt x="4633010" y="6213990"/>
                  <a:pt x="4626721" y="6236036"/>
                </a:cubicBezTo>
                <a:cubicBezTo>
                  <a:pt x="4544294" y="6441412"/>
                  <a:pt x="4443758" y="6639237"/>
                  <a:pt x="4326130" y="6828014"/>
                </a:cubicBezTo>
                <a:lnTo>
                  <a:pt x="4286869" y="6885346"/>
                </a:lnTo>
                <a:lnTo>
                  <a:pt x="0" y="6885346"/>
                </a:lnTo>
                <a:lnTo>
                  <a:pt x="2" y="975573"/>
                </a:lnTo>
                <a:lnTo>
                  <a:pt x="118320" y="944466"/>
                </a:lnTo>
                <a:cubicBezTo>
                  <a:pt x="128396" y="942574"/>
                  <a:pt x="138474" y="940678"/>
                  <a:pt x="148551" y="938787"/>
                </a:cubicBezTo>
                <a:cubicBezTo>
                  <a:pt x="188859" y="931210"/>
                  <a:pt x="224761" y="922378"/>
                  <a:pt x="265070" y="914803"/>
                </a:cubicBezTo>
                <a:cubicBezTo>
                  <a:pt x="275149" y="912905"/>
                  <a:pt x="285225" y="911014"/>
                  <a:pt x="295303" y="909117"/>
                </a:cubicBezTo>
                <a:cubicBezTo>
                  <a:pt x="421893" y="883240"/>
                  <a:pt x="554795" y="868695"/>
                  <a:pt x="682026" y="857303"/>
                </a:cubicBezTo>
                <a:cubicBezTo>
                  <a:pt x="706586" y="854773"/>
                  <a:pt x="729896" y="856655"/>
                  <a:pt x="750050" y="852867"/>
                </a:cubicBezTo>
                <a:cubicBezTo>
                  <a:pt x="750050" y="852867"/>
                  <a:pt x="750050" y="852867"/>
                  <a:pt x="754456" y="854124"/>
                </a:cubicBezTo>
                <a:cubicBezTo>
                  <a:pt x="1152530" y="829387"/>
                  <a:pt x="1553147" y="862603"/>
                  <a:pt x="1949383" y="961322"/>
                </a:cubicBezTo>
                <a:cubicBezTo>
                  <a:pt x="1958203" y="963837"/>
                  <a:pt x="1967024" y="966354"/>
                  <a:pt x="1975843" y="968869"/>
                </a:cubicBezTo>
                <a:cubicBezTo>
                  <a:pt x="2390972" y="1068213"/>
                  <a:pt x="2835584" y="880319"/>
                  <a:pt x="3052096" y="489075"/>
                </a:cubicBezTo>
                <a:lnTo>
                  <a:pt x="3054612" y="480256"/>
                </a:lnTo>
                <a:cubicBezTo>
                  <a:pt x="3121642" y="358109"/>
                  <a:pt x="3153947" y="226057"/>
                  <a:pt x="3155017" y="95657"/>
                </a:cubicBezTo>
                <a:lnTo>
                  <a:pt x="314820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MIO_VALID_LAYOUT">
            <a:extLst>
              <a:ext uri="{FF2B5EF4-FFF2-40B4-BE49-F238E27FC236}">
                <a16:creationId xmlns:a16="http://schemas.microsoft.com/office/drawing/2014/main" id="{A5776DFC-CB95-4A66-A32B-701565004D6E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69986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5AA54E2-6DC4-44E4-A3DD-5DF38FD2C77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692281" y="0"/>
            <a:ext cx="5499720" cy="6858000"/>
          </a:xfrm>
          <a:custGeom>
            <a:avLst/>
            <a:gdLst>
              <a:gd name="connsiteX0" fmla="*/ 474063 w 5499720"/>
              <a:gd name="connsiteY0" fmla="*/ 0 h 6858000"/>
              <a:gd name="connsiteX1" fmla="*/ 5499720 w 5499720"/>
              <a:gd name="connsiteY1" fmla="*/ 0 h 6858000"/>
              <a:gd name="connsiteX2" fmla="*/ 5499720 w 5499720"/>
              <a:gd name="connsiteY2" fmla="*/ 5882936 h 6858000"/>
              <a:gd name="connsiteX3" fmla="*/ 5350817 w 5499720"/>
              <a:gd name="connsiteY3" fmla="*/ 5930535 h 6858000"/>
              <a:gd name="connsiteX4" fmla="*/ 3500865 w 5499720"/>
              <a:gd name="connsiteY4" fmla="*/ 6041098 h 6858000"/>
              <a:gd name="connsiteX5" fmla="*/ 3472913 w 5499720"/>
              <a:gd name="connsiteY5" fmla="*/ 6036927 h 6858000"/>
              <a:gd name="connsiteX6" fmla="*/ 2366950 w 5499720"/>
              <a:gd name="connsiteY6" fmla="*/ 6642549 h 6858000"/>
              <a:gd name="connsiteX7" fmla="*/ 2362789 w 5499720"/>
              <a:gd name="connsiteY7" fmla="*/ 6651757 h 6858000"/>
              <a:gd name="connsiteX8" fmla="*/ 2315236 w 5499720"/>
              <a:gd name="connsiteY8" fmla="*/ 6787062 h 6858000"/>
              <a:gd name="connsiteX9" fmla="*/ 2302744 w 5499720"/>
              <a:gd name="connsiteY9" fmla="*/ 6858000 h 6858000"/>
              <a:gd name="connsiteX10" fmla="*/ 1423200 w 5499720"/>
              <a:gd name="connsiteY10" fmla="*/ 6858000 h 6858000"/>
              <a:gd name="connsiteX11" fmla="*/ 1480279 w 5499720"/>
              <a:gd name="connsiteY11" fmla="*/ 6832195 h 6858000"/>
              <a:gd name="connsiteX12" fmla="*/ 1853792 w 5499720"/>
              <a:gd name="connsiteY12" fmla="*/ 6426311 h 6858000"/>
              <a:gd name="connsiteX13" fmla="*/ 1857613 w 5499720"/>
              <a:gd name="connsiteY13" fmla="*/ 6416737 h 6858000"/>
              <a:gd name="connsiteX14" fmla="*/ 1571642 w 5499720"/>
              <a:gd name="connsiteY14" fmla="*/ 5188744 h 6858000"/>
              <a:gd name="connsiteX15" fmla="*/ 1549752 w 5499720"/>
              <a:gd name="connsiteY15" fmla="*/ 5170917 h 6858000"/>
              <a:gd name="connsiteX16" fmla="*/ 362657 w 5499720"/>
              <a:gd name="connsiteY16" fmla="*/ 2260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499720" h="6858000">
                <a:moveTo>
                  <a:pt x="474063" y="0"/>
                </a:moveTo>
                <a:lnTo>
                  <a:pt x="5499720" y="0"/>
                </a:lnTo>
                <a:lnTo>
                  <a:pt x="5499720" y="5882936"/>
                </a:lnTo>
                <a:lnTo>
                  <a:pt x="5350817" y="5930535"/>
                </a:lnTo>
                <a:cubicBezTo>
                  <a:pt x="4768463" y="6101202"/>
                  <a:pt x="4139613" y="6146794"/>
                  <a:pt x="3500865" y="6041098"/>
                </a:cubicBezTo>
                <a:lnTo>
                  <a:pt x="3472913" y="6036927"/>
                </a:lnTo>
                <a:cubicBezTo>
                  <a:pt x="3009796" y="5967616"/>
                  <a:pt x="2557777" y="6215193"/>
                  <a:pt x="2366950" y="6642549"/>
                </a:cubicBezTo>
                <a:lnTo>
                  <a:pt x="2362789" y="6651757"/>
                </a:lnTo>
                <a:cubicBezTo>
                  <a:pt x="2343006" y="6696046"/>
                  <a:pt x="2327189" y="6741296"/>
                  <a:pt x="2315236" y="6787062"/>
                </a:cubicBezTo>
                <a:lnTo>
                  <a:pt x="2302744" y="6858000"/>
                </a:lnTo>
                <a:lnTo>
                  <a:pt x="1423200" y="6858000"/>
                </a:lnTo>
                <a:lnTo>
                  <a:pt x="1480279" y="6832195"/>
                </a:lnTo>
                <a:cubicBezTo>
                  <a:pt x="1641486" y="6743294"/>
                  <a:pt x="1774495" y="6603284"/>
                  <a:pt x="1853792" y="6426311"/>
                </a:cubicBezTo>
                <a:lnTo>
                  <a:pt x="1857613" y="6416737"/>
                </a:lnTo>
                <a:cubicBezTo>
                  <a:pt x="2048776" y="5989743"/>
                  <a:pt x="1931816" y="5487415"/>
                  <a:pt x="1571642" y="5188744"/>
                </a:cubicBezTo>
                <a:cubicBezTo>
                  <a:pt x="1562427" y="5184575"/>
                  <a:pt x="1556091" y="5177748"/>
                  <a:pt x="1549752" y="5170917"/>
                </a:cubicBezTo>
                <a:cubicBezTo>
                  <a:pt x="78629" y="3982376"/>
                  <a:pt x="-408228" y="1952563"/>
                  <a:pt x="362657" y="22608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MIO_VALID_LAYOUT">
            <a:extLst>
              <a:ext uri="{FF2B5EF4-FFF2-40B4-BE49-F238E27FC236}">
                <a16:creationId xmlns:a16="http://schemas.microsoft.com/office/drawing/2014/main" id="{58152C73-4AE1-4ED2-82F9-C0704182BBF8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401580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F6A1AC3-28BA-48F5-9CAE-92524F7E2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641FD3C-07D5-4B92-950B-FE28A0150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47FFC97B-B46A-49C9-BF81-EB95BD80DEA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-1" y="0"/>
            <a:ext cx="12189802" cy="6858003"/>
          </a:xfrm>
          <a:custGeom>
            <a:avLst/>
            <a:gdLst>
              <a:gd name="connsiteX0" fmla="*/ 5406771 w 12189802"/>
              <a:gd name="connsiteY0" fmla="*/ 1 h 6858003"/>
              <a:gd name="connsiteX1" fmla="*/ 11741763 w 12189802"/>
              <a:gd name="connsiteY1" fmla="*/ 1 h 6858003"/>
              <a:gd name="connsiteX2" fmla="*/ 11893915 w 12189802"/>
              <a:gd name="connsiteY2" fmla="*/ 250012 h 6858003"/>
              <a:gd name="connsiteX3" fmla="*/ 12181708 w 12189802"/>
              <a:gd name="connsiteY3" fmla="*/ 913705 h 6858003"/>
              <a:gd name="connsiteX4" fmla="*/ 12189802 w 12189802"/>
              <a:gd name="connsiteY4" fmla="*/ 941653 h 6858003"/>
              <a:gd name="connsiteX5" fmla="*/ 12189802 w 12189802"/>
              <a:gd name="connsiteY5" fmla="*/ 3240000 h 6858003"/>
              <a:gd name="connsiteX6" fmla="*/ 12143922 w 12189802"/>
              <a:gd name="connsiteY6" fmla="*/ 3380997 h 6858003"/>
              <a:gd name="connsiteX7" fmla="*/ 11222760 w 12189802"/>
              <a:gd name="connsiteY7" fmla="*/ 4810280 h 6858003"/>
              <a:gd name="connsiteX8" fmla="*/ 10401198 w 12189802"/>
              <a:gd name="connsiteY8" fmla="*/ 5419419 h 6858003"/>
              <a:gd name="connsiteX9" fmla="*/ 10378692 w 12189802"/>
              <a:gd name="connsiteY9" fmla="*/ 5431777 h 6858003"/>
              <a:gd name="connsiteX10" fmla="*/ 9923083 w 12189802"/>
              <a:gd name="connsiteY10" fmla="*/ 6494156 h 6858003"/>
              <a:gd name="connsiteX11" fmla="*/ 9929139 w 12189802"/>
              <a:gd name="connsiteY11" fmla="*/ 6512301 h 6858003"/>
              <a:gd name="connsiteX12" fmla="*/ 10058929 w 12189802"/>
              <a:gd name="connsiteY12" fmla="*/ 6802990 h 6858003"/>
              <a:gd name="connsiteX13" fmla="*/ 10102423 w 12189802"/>
              <a:gd name="connsiteY13" fmla="*/ 6858003 h 6858003"/>
              <a:gd name="connsiteX14" fmla="*/ 9537264 w 12189802"/>
              <a:gd name="connsiteY14" fmla="*/ 6858003 h 6858003"/>
              <a:gd name="connsiteX15" fmla="*/ 9537369 w 12189802"/>
              <a:gd name="connsiteY15" fmla="*/ 6772741 h 6858003"/>
              <a:gd name="connsiteX16" fmla="*/ 9510166 w 12189802"/>
              <a:gd name="connsiteY16" fmla="*/ 6613421 h 6858003"/>
              <a:gd name="connsiteX17" fmla="*/ 9504105 w 12189802"/>
              <a:gd name="connsiteY17" fmla="*/ 6595271 h 6858003"/>
              <a:gd name="connsiteX18" fmla="*/ 8592669 w 12189802"/>
              <a:gd name="connsiteY18" fmla="*/ 5881060 h 6858003"/>
              <a:gd name="connsiteX19" fmla="*/ 8565073 w 12189802"/>
              <a:gd name="connsiteY19" fmla="*/ 5880590 h 6858003"/>
              <a:gd name="connsiteX20" fmla="*/ 7551484 w 12189802"/>
              <a:gd name="connsiteY20" fmla="*/ 5737958 h 6858003"/>
              <a:gd name="connsiteX21" fmla="*/ 4893918 w 12189802"/>
              <a:gd name="connsiteY21" fmla="*/ 3020167 h 6858003"/>
              <a:gd name="connsiteX22" fmla="*/ 5304629 w 12189802"/>
              <a:gd name="connsiteY22" fmla="*/ 154810 h 6858003"/>
              <a:gd name="connsiteX23" fmla="*/ 1 w 12189802"/>
              <a:gd name="connsiteY23" fmla="*/ 0 h 6858003"/>
              <a:gd name="connsiteX24" fmla="*/ 4227441 w 12189802"/>
              <a:gd name="connsiteY24" fmla="*/ 1 h 6858003"/>
              <a:gd name="connsiteX25" fmla="*/ 4240378 w 12189802"/>
              <a:gd name="connsiteY25" fmla="*/ 97015 h 6858003"/>
              <a:gd name="connsiteX26" fmla="*/ 3768069 w 12189802"/>
              <a:gd name="connsiteY26" fmla="*/ 1869133 h 6858003"/>
              <a:gd name="connsiteX27" fmla="*/ 228758 w 12189802"/>
              <a:gd name="connsiteY27" fmla="*/ 2703515 h 6858003"/>
              <a:gd name="connsiteX28" fmla="*/ 0 w 12189802"/>
              <a:gd name="connsiteY28" fmla="*/ 2561785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89802" h="6858003">
                <a:moveTo>
                  <a:pt x="5406771" y="1"/>
                </a:moveTo>
                <a:lnTo>
                  <a:pt x="11741763" y="1"/>
                </a:lnTo>
                <a:lnTo>
                  <a:pt x="11893915" y="250012"/>
                </a:lnTo>
                <a:cubicBezTo>
                  <a:pt x="12009017" y="458299"/>
                  <a:pt x="12105832" y="680052"/>
                  <a:pt x="12181708" y="913705"/>
                </a:cubicBezTo>
                <a:lnTo>
                  <a:pt x="12189802" y="941653"/>
                </a:lnTo>
                <a:lnTo>
                  <a:pt x="12189802" y="3240000"/>
                </a:lnTo>
                <a:lnTo>
                  <a:pt x="12143922" y="3380997"/>
                </a:lnTo>
                <a:cubicBezTo>
                  <a:pt x="11949331" y="3919180"/>
                  <a:pt x="11634668" y="4409050"/>
                  <a:pt x="11222760" y="4810280"/>
                </a:cubicBezTo>
                <a:cubicBezTo>
                  <a:pt x="10979826" y="5047119"/>
                  <a:pt x="10706615" y="5253722"/>
                  <a:pt x="10401198" y="5419419"/>
                </a:cubicBezTo>
                <a:cubicBezTo>
                  <a:pt x="10393697" y="5423539"/>
                  <a:pt x="10386193" y="5427655"/>
                  <a:pt x="10378692" y="5431777"/>
                </a:cubicBezTo>
                <a:cubicBezTo>
                  <a:pt x="10012040" y="5638892"/>
                  <a:pt x="9812519" y="6068643"/>
                  <a:pt x="9923083" y="6494156"/>
                </a:cubicBezTo>
                <a:lnTo>
                  <a:pt x="9929139" y="6512301"/>
                </a:lnTo>
                <a:cubicBezTo>
                  <a:pt x="9956779" y="6618679"/>
                  <a:pt x="10001224" y="6716321"/>
                  <a:pt x="10058929" y="6802990"/>
                </a:cubicBezTo>
                <a:lnTo>
                  <a:pt x="10102423" y="6858003"/>
                </a:lnTo>
                <a:lnTo>
                  <a:pt x="9537264" y="6858003"/>
                </a:lnTo>
                <a:lnTo>
                  <a:pt x="9537369" y="6772741"/>
                </a:lnTo>
                <a:cubicBezTo>
                  <a:pt x="9532961" y="6719864"/>
                  <a:pt x="9523985" y="6666609"/>
                  <a:pt x="9510166" y="6613421"/>
                </a:cubicBezTo>
                <a:lnTo>
                  <a:pt x="9504105" y="6595271"/>
                </a:lnTo>
                <a:cubicBezTo>
                  <a:pt x="9393548" y="6169763"/>
                  <a:pt x="9014106" y="5884040"/>
                  <a:pt x="8592669" y="5881060"/>
                </a:cubicBezTo>
                <a:cubicBezTo>
                  <a:pt x="8584196" y="5879860"/>
                  <a:pt x="8573543" y="5881802"/>
                  <a:pt x="8565073" y="5880590"/>
                </a:cubicBezTo>
                <a:cubicBezTo>
                  <a:pt x="8217951" y="5877836"/>
                  <a:pt x="7876859" y="5832711"/>
                  <a:pt x="7551484" y="5737958"/>
                </a:cubicBezTo>
                <a:cubicBezTo>
                  <a:pt x="6287752" y="5385059"/>
                  <a:pt x="5244265" y="4384067"/>
                  <a:pt x="4893918" y="3020167"/>
                </a:cubicBezTo>
                <a:cubicBezTo>
                  <a:pt x="4633033" y="2011343"/>
                  <a:pt x="4809255" y="989570"/>
                  <a:pt x="5304629" y="154810"/>
                </a:cubicBezTo>
                <a:close/>
                <a:moveTo>
                  <a:pt x="1" y="0"/>
                </a:moveTo>
                <a:lnTo>
                  <a:pt x="4227441" y="1"/>
                </a:lnTo>
                <a:lnTo>
                  <a:pt x="4240378" y="97015"/>
                </a:lnTo>
                <a:cubicBezTo>
                  <a:pt x="4291910" y="703014"/>
                  <a:pt x="4141065" y="1329883"/>
                  <a:pt x="3768069" y="1869133"/>
                </a:cubicBezTo>
                <a:cubicBezTo>
                  <a:pt x="2968792" y="3024670"/>
                  <a:pt x="1433195" y="3367646"/>
                  <a:pt x="228758" y="2703515"/>
                </a:cubicBezTo>
                <a:lnTo>
                  <a:pt x="0" y="256178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80D227B0-7EEB-4DFD-A393-526F3D3E7055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5388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1FCFCD1-E4FE-4D35-B351-304C2C00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78AD5C2-97EA-4BA3-BF33-25A4C8E6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6E3E0896-862D-4A21-B778-272F29894EC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-1792" y="-17879"/>
            <a:ext cx="4670756" cy="6097456"/>
          </a:xfrm>
          <a:custGeom>
            <a:avLst/>
            <a:gdLst>
              <a:gd name="connsiteX0" fmla="*/ 2648332 w 4670756"/>
              <a:gd name="connsiteY0" fmla="*/ 0 h 6097456"/>
              <a:gd name="connsiteX1" fmla="*/ 2617776 w 4670756"/>
              <a:gd name="connsiteY1" fmla="*/ 127726 h 6097456"/>
              <a:gd name="connsiteX2" fmla="*/ 3012615 w 4670756"/>
              <a:gd name="connsiteY2" fmla="*/ 852078 h 6097456"/>
              <a:gd name="connsiteX3" fmla="*/ 3028207 w 4670756"/>
              <a:gd name="connsiteY3" fmla="*/ 859467 h 6097456"/>
              <a:gd name="connsiteX4" fmla="*/ 3775111 w 4670756"/>
              <a:gd name="connsiteY4" fmla="*/ 1342433 h 6097456"/>
              <a:gd name="connsiteX5" fmla="*/ 3989459 w 4670756"/>
              <a:gd name="connsiteY5" fmla="*/ 1561199 h 6097456"/>
              <a:gd name="connsiteX6" fmla="*/ 3992458 w 4670756"/>
              <a:gd name="connsiteY6" fmla="*/ 1564594 h 6097456"/>
              <a:gd name="connsiteX7" fmla="*/ 4076243 w 4670756"/>
              <a:gd name="connsiteY7" fmla="*/ 1662895 h 6097456"/>
              <a:gd name="connsiteX8" fmla="*/ 4082241 w 4670756"/>
              <a:gd name="connsiteY8" fmla="*/ 1669688 h 6097456"/>
              <a:gd name="connsiteX9" fmla="*/ 4657869 w 4670756"/>
              <a:gd name="connsiteY9" fmla="*/ 3618749 h 6097456"/>
              <a:gd name="connsiteX10" fmla="*/ 4655687 w 4670756"/>
              <a:gd name="connsiteY10" fmla="*/ 3653926 h 6097456"/>
              <a:gd name="connsiteX11" fmla="*/ 4643929 w 4670756"/>
              <a:gd name="connsiteY11" fmla="*/ 3739874 h 6097456"/>
              <a:gd name="connsiteX12" fmla="*/ 4614220 w 4670756"/>
              <a:gd name="connsiteY12" fmla="*/ 3908173 h 6097456"/>
              <a:gd name="connsiteX13" fmla="*/ 4609831 w 4670756"/>
              <a:gd name="connsiteY13" fmla="*/ 3927164 h 6097456"/>
              <a:gd name="connsiteX14" fmla="*/ 4583693 w 4670756"/>
              <a:gd name="connsiteY14" fmla="*/ 4037901 h 6097456"/>
              <a:gd name="connsiteX15" fmla="*/ 4559346 w 4670756"/>
              <a:gd name="connsiteY15" fmla="*/ 4119856 h 6097456"/>
              <a:gd name="connsiteX16" fmla="*/ 4546972 w 4670756"/>
              <a:gd name="connsiteY16" fmla="*/ 4164032 h 6097456"/>
              <a:gd name="connsiteX17" fmla="*/ 4108819 w 4670756"/>
              <a:gd name="connsiteY17" fmla="*/ 5016446 h 6097456"/>
              <a:gd name="connsiteX18" fmla="*/ 4077455 w 4670756"/>
              <a:gd name="connsiteY18" fmla="*/ 5056233 h 6097456"/>
              <a:gd name="connsiteX19" fmla="*/ 4028713 w 4670756"/>
              <a:gd name="connsiteY19" fmla="*/ 5117413 h 6097456"/>
              <a:gd name="connsiteX20" fmla="*/ 3952603 w 4670756"/>
              <a:gd name="connsiteY20" fmla="*/ 5205785 h 6097456"/>
              <a:gd name="connsiteX21" fmla="*/ 3945809 w 4670756"/>
              <a:gd name="connsiteY21" fmla="*/ 5211784 h 6097456"/>
              <a:gd name="connsiteX22" fmla="*/ 3230716 w 4670756"/>
              <a:gd name="connsiteY22" fmla="*/ 5767712 h 6097456"/>
              <a:gd name="connsiteX23" fmla="*/ 3224121 w 4670756"/>
              <a:gd name="connsiteY23" fmla="*/ 5770512 h 6097456"/>
              <a:gd name="connsiteX24" fmla="*/ 3124610 w 4670756"/>
              <a:gd name="connsiteY24" fmla="*/ 5822119 h 6097456"/>
              <a:gd name="connsiteX25" fmla="*/ 3101429 w 4670756"/>
              <a:gd name="connsiteY25" fmla="*/ 5833522 h 6097456"/>
              <a:gd name="connsiteX26" fmla="*/ 3015505 w 4670756"/>
              <a:gd name="connsiteY26" fmla="*/ 5873132 h 6097456"/>
              <a:gd name="connsiteX27" fmla="*/ 2979136 w 4670756"/>
              <a:gd name="connsiteY27" fmla="*/ 5890135 h 6097456"/>
              <a:gd name="connsiteX28" fmla="*/ 2903399 w 4670756"/>
              <a:gd name="connsiteY28" fmla="*/ 5920745 h 6097456"/>
              <a:gd name="connsiteX29" fmla="*/ 2850842 w 4670756"/>
              <a:gd name="connsiteY29" fmla="*/ 5939955 h 6097456"/>
              <a:gd name="connsiteX30" fmla="*/ 2785295 w 4670756"/>
              <a:gd name="connsiteY30" fmla="*/ 5961567 h 6097456"/>
              <a:gd name="connsiteX31" fmla="*/ 2723142 w 4670756"/>
              <a:gd name="connsiteY31" fmla="*/ 5980181 h 6097456"/>
              <a:gd name="connsiteX32" fmla="*/ 2661192 w 4670756"/>
              <a:gd name="connsiteY32" fmla="*/ 5995598 h 6097456"/>
              <a:gd name="connsiteX33" fmla="*/ 2595843 w 4670756"/>
              <a:gd name="connsiteY33" fmla="*/ 6014011 h 6097456"/>
              <a:gd name="connsiteX34" fmla="*/ 2533890 w 4670756"/>
              <a:gd name="connsiteY34" fmla="*/ 6029427 h 6097456"/>
              <a:gd name="connsiteX35" fmla="*/ 2468739 w 4670756"/>
              <a:gd name="connsiteY35" fmla="*/ 6044644 h 6097456"/>
              <a:gd name="connsiteX36" fmla="*/ 2390798 w 4670756"/>
              <a:gd name="connsiteY36" fmla="*/ 6059068 h 6097456"/>
              <a:gd name="connsiteX37" fmla="*/ 2342035 w 4670756"/>
              <a:gd name="connsiteY37" fmla="*/ 6068880 h 6097456"/>
              <a:gd name="connsiteX38" fmla="*/ 2232112 w 4670756"/>
              <a:gd name="connsiteY38" fmla="*/ 6081319 h 6097456"/>
              <a:gd name="connsiteX39" fmla="*/ 2212727 w 4670756"/>
              <a:gd name="connsiteY39" fmla="*/ 6083325 h 6097456"/>
              <a:gd name="connsiteX40" fmla="*/ 630649 w 4670756"/>
              <a:gd name="connsiteY40" fmla="*/ 5763596 h 6097456"/>
              <a:gd name="connsiteX41" fmla="*/ 23274 w 4670756"/>
              <a:gd name="connsiteY41" fmla="*/ 5312027 h 6097456"/>
              <a:gd name="connsiteX42" fmla="*/ 0 w 4670756"/>
              <a:gd name="connsiteY42" fmla="*/ 5286858 h 6097456"/>
              <a:gd name="connsiteX43" fmla="*/ 0 w 4670756"/>
              <a:gd name="connsiteY43" fmla="*/ 1454857 h 6097456"/>
              <a:gd name="connsiteX44" fmla="*/ 6069 w 4670756"/>
              <a:gd name="connsiteY44" fmla="*/ 1448732 h 6097456"/>
              <a:gd name="connsiteX45" fmla="*/ 162902 w 4670756"/>
              <a:gd name="connsiteY45" fmla="*/ 1301166 h 6097456"/>
              <a:gd name="connsiteX46" fmla="*/ 176487 w 4670756"/>
              <a:gd name="connsiteY46" fmla="*/ 1289168 h 6097456"/>
              <a:gd name="connsiteX47" fmla="*/ 234028 w 4670756"/>
              <a:gd name="connsiteY47" fmla="*/ 1241376 h 6097456"/>
              <a:gd name="connsiteX48" fmla="*/ 237426 w 4670756"/>
              <a:gd name="connsiteY48" fmla="*/ 1238376 h 6097456"/>
              <a:gd name="connsiteX49" fmla="*/ 348716 w 4670756"/>
              <a:gd name="connsiteY49" fmla="*/ 1152188 h 6097456"/>
              <a:gd name="connsiteX50" fmla="*/ 372093 w 4670756"/>
              <a:gd name="connsiteY50" fmla="*/ 1137588 h 6097456"/>
              <a:gd name="connsiteX51" fmla="*/ 419049 w 4670756"/>
              <a:gd name="connsiteY51" fmla="*/ 1105190 h 6097456"/>
              <a:gd name="connsiteX52" fmla="*/ 462410 w 4670756"/>
              <a:gd name="connsiteY52" fmla="*/ 1078989 h 6097456"/>
              <a:gd name="connsiteX53" fmla="*/ 499174 w 4670756"/>
              <a:gd name="connsiteY53" fmla="*/ 1055590 h 6097456"/>
              <a:gd name="connsiteX54" fmla="*/ 798306 w 4670756"/>
              <a:gd name="connsiteY54" fmla="*/ 891175 h 6097456"/>
              <a:gd name="connsiteX55" fmla="*/ 1654237 w 4670756"/>
              <a:gd name="connsiteY55" fmla="*/ 652177 h 6097456"/>
              <a:gd name="connsiteX56" fmla="*/ 1673622 w 4670756"/>
              <a:gd name="connsiteY56" fmla="*/ 650170 h 6097456"/>
              <a:gd name="connsiteX57" fmla="*/ 2264591 w 4670756"/>
              <a:gd name="connsiteY57" fmla="*/ 76905 h 6097456"/>
              <a:gd name="connsiteX58" fmla="*/ 2270138 w 4670756"/>
              <a:gd name="connsiteY58" fmla="*/ 1 h 609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670756" h="6097456">
                <a:moveTo>
                  <a:pt x="2648332" y="0"/>
                </a:moveTo>
                <a:lnTo>
                  <a:pt x="2617776" y="127726"/>
                </a:lnTo>
                <a:cubicBezTo>
                  <a:pt x="2572736" y="439536"/>
                  <a:pt x="2740945" y="729273"/>
                  <a:pt x="3012615" y="852078"/>
                </a:cubicBezTo>
                <a:cubicBezTo>
                  <a:pt x="3015614" y="855475"/>
                  <a:pt x="3022009" y="855872"/>
                  <a:pt x="3028207" y="859467"/>
                </a:cubicBezTo>
                <a:cubicBezTo>
                  <a:pt x="3306471" y="979471"/>
                  <a:pt x="3556176" y="1145856"/>
                  <a:pt x="3775111" y="1342433"/>
                </a:cubicBezTo>
                <a:cubicBezTo>
                  <a:pt x="3851090" y="1411355"/>
                  <a:pt x="3920473" y="1483079"/>
                  <a:pt x="3989459" y="1561199"/>
                </a:cubicBezTo>
                <a:cubicBezTo>
                  <a:pt x="3992458" y="1564594"/>
                  <a:pt x="3992458" y="1564594"/>
                  <a:pt x="3992458" y="1564594"/>
                </a:cubicBezTo>
                <a:cubicBezTo>
                  <a:pt x="4022649" y="1595362"/>
                  <a:pt x="4049448" y="1629128"/>
                  <a:pt x="4076243" y="1662895"/>
                </a:cubicBezTo>
                <a:cubicBezTo>
                  <a:pt x="4079242" y="1666290"/>
                  <a:pt x="4079242" y="1666290"/>
                  <a:pt x="4082241" y="1669688"/>
                </a:cubicBezTo>
                <a:cubicBezTo>
                  <a:pt x="4504783" y="2206353"/>
                  <a:pt x="4728521" y="2894402"/>
                  <a:pt x="4657869" y="3618749"/>
                </a:cubicBezTo>
                <a:cubicBezTo>
                  <a:pt x="4657076" y="3631541"/>
                  <a:pt x="4656481" y="3641135"/>
                  <a:pt x="4655687" y="3653926"/>
                </a:cubicBezTo>
                <a:cubicBezTo>
                  <a:pt x="4650702" y="3682509"/>
                  <a:pt x="4648916" y="3711292"/>
                  <a:pt x="4643929" y="3739874"/>
                </a:cubicBezTo>
                <a:cubicBezTo>
                  <a:pt x="4633962" y="3797039"/>
                  <a:pt x="4624191" y="3851008"/>
                  <a:pt x="4614220" y="3908173"/>
                </a:cubicBezTo>
                <a:cubicBezTo>
                  <a:pt x="4613823" y="3914570"/>
                  <a:pt x="4610228" y="3920768"/>
                  <a:pt x="4609831" y="3927164"/>
                </a:cubicBezTo>
                <a:cubicBezTo>
                  <a:pt x="4601053" y="3965143"/>
                  <a:pt x="4592472" y="3999922"/>
                  <a:pt x="4583693" y="4037901"/>
                </a:cubicBezTo>
                <a:cubicBezTo>
                  <a:pt x="4575511" y="4066284"/>
                  <a:pt x="4567528" y="4091472"/>
                  <a:pt x="4559346" y="4119856"/>
                </a:cubicBezTo>
                <a:cubicBezTo>
                  <a:pt x="4555154" y="4135647"/>
                  <a:pt x="4551161" y="4148241"/>
                  <a:pt x="4546972" y="4164032"/>
                </a:cubicBezTo>
                <a:cubicBezTo>
                  <a:pt x="4450367" y="4479063"/>
                  <a:pt x="4300987" y="4765134"/>
                  <a:pt x="4108819" y="5016446"/>
                </a:cubicBezTo>
                <a:cubicBezTo>
                  <a:pt x="4098231" y="5031839"/>
                  <a:pt x="4087844" y="5044037"/>
                  <a:pt x="4077455" y="5056233"/>
                </a:cubicBezTo>
                <a:cubicBezTo>
                  <a:pt x="4060077" y="5077625"/>
                  <a:pt x="4045894" y="5099217"/>
                  <a:pt x="4028713" y="5117413"/>
                </a:cubicBezTo>
                <a:cubicBezTo>
                  <a:pt x="4004344" y="5148003"/>
                  <a:pt x="3979972" y="5178593"/>
                  <a:pt x="3952603" y="5205785"/>
                </a:cubicBezTo>
                <a:cubicBezTo>
                  <a:pt x="3949404" y="5205586"/>
                  <a:pt x="3949205" y="5208786"/>
                  <a:pt x="3945809" y="5211784"/>
                </a:cubicBezTo>
                <a:cubicBezTo>
                  <a:pt x="3739042" y="5439718"/>
                  <a:pt x="3496281" y="5626894"/>
                  <a:pt x="3230716" y="5767712"/>
                </a:cubicBezTo>
                <a:cubicBezTo>
                  <a:pt x="3227519" y="5767513"/>
                  <a:pt x="3227321" y="5770711"/>
                  <a:pt x="3224121" y="5770512"/>
                </a:cubicBezTo>
                <a:cubicBezTo>
                  <a:pt x="3190951" y="5787716"/>
                  <a:pt x="3157781" y="5804917"/>
                  <a:pt x="3124610" y="5822119"/>
                </a:cubicBezTo>
                <a:cubicBezTo>
                  <a:pt x="3114619" y="5827919"/>
                  <a:pt x="3108023" y="5830721"/>
                  <a:pt x="3101429" y="5833522"/>
                </a:cubicBezTo>
                <a:cubicBezTo>
                  <a:pt x="3074854" y="5847923"/>
                  <a:pt x="3045080" y="5862127"/>
                  <a:pt x="3015505" y="5873132"/>
                </a:cubicBezTo>
                <a:cubicBezTo>
                  <a:pt x="3005514" y="5878931"/>
                  <a:pt x="2992324" y="5884532"/>
                  <a:pt x="2979136" y="5890135"/>
                </a:cubicBezTo>
                <a:cubicBezTo>
                  <a:pt x="2952757" y="5901339"/>
                  <a:pt x="2929580" y="5912740"/>
                  <a:pt x="2903399" y="5920745"/>
                </a:cubicBezTo>
                <a:cubicBezTo>
                  <a:pt x="2883814" y="5925950"/>
                  <a:pt x="2867228" y="5934551"/>
                  <a:pt x="2850842" y="5939955"/>
                </a:cubicBezTo>
                <a:cubicBezTo>
                  <a:pt x="2827861" y="5948158"/>
                  <a:pt x="2808276" y="5953364"/>
                  <a:pt x="2785295" y="5961567"/>
                </a:cubicBezTo>
                <a:cubicBezTo>
                  <a:pt x="2765710" y="5966773"/>
                  <a:pt x="2742729" y="5974976"/>
                  <a:pt x="2723142" y="5980181"/>
                </a:cubicBezTo>
                <a:cubicBezTo>
                  <a:pt x="2700362" y="5985187"/>
                  <a:pt x="2680775" y="5990393"/>
                  <a:pt x="2661192" y="5995598"/>
                </a:cubicBezTo>
                <a:cubicBezTo>
                  <a:pt x="2641606" y="6000801"/>
                  <a:pt x="2618626" y="6009006"/>
                  <a:pt x="2595843" y="6014011"/>
                </a:cubicBezTo>
                <a:cubicBezTo>
                  <a:pt x="2576257" y="6019216"/>
                  <a:pt x="2553475" y="6024223"/>
                  <a:pt x="2533890" y="6029427"/>
                </a:cubicBezTo>
                <a:cubicBezTo>
                  <a:pt x="2511106" y="6034434"/>
                  <a:pt x="2491523" y="6039638"/>
                  <a:pt x="2468739" y="6044644"/>
                </a:cubicBezTo>
                <a:cubicBezTo>
                  <a:pt x="2442758" y="6049451"/>
                  <a:pt x="2416779" y="6054260"/>
                  <a:pt x="2390798" y="6059068"/>
                </a:cubicBezTo>
                <a:cubicBezTo>
                  <a:pt x="2374413" y="6064470"/>
                  <a:pt x="2358223" y="6066676"/>
                  <a:pt x="2342035" y="6068880"/>
                </a:cubicBezTo>
                <a:cubicBezTo>
                  <a:pt x="2306459" y="6073093"/>
                  <a:pt x="2267687" y="6077107"/>
                  <a:pt x="2232112" y="6081319"/>
                </a:cubicBezTo>
                <a:cubicBezTo>
                  <a:pt x="2225716" y="6080922"/>
                  <a:pt x="2219121" y="6083722"/>
                  <a:pt x="2212727" y="6083325"/>
                </a:cubicBezTo>
                <a:cubicBezTo>
                  <a:pt x="1682903" y="6137111"/>
                  <a:pt x="1133628" y="6038805"/>
                  <a:pt x="630649" y="5763596"/>
                </a:cubicBezTo>
                <a:cubicBezTo>
                  <a:pt x="402449" y="5638675"/>
                  <a:pt x="199448" y="5485973"/>
                  <a:pt x="23274" y="5312027"/>
                </a:cubicBezTo>
                <a:lnTo>
                  <a:pt x="0" y="5286858"/>
                </a:lnTo>
                <a:lnTo>
                  <a:pt x="0" y="1454857"/>
                </a:lnTo>
                <a:lnTo>
                  <a:pt x="6069" y="1448732"/>
                </a:lnTo>
                <a:cubicBezTo>
                  <a:pt x="57412" y="1397346"/>
                  <a:pt x="108558" y="1349156"/>
                  <a:pt x="162902" y="1301166"/>
                </a:cubicBezTo>
                <a:cubicBezTo>
                  <a:pt x="169694" y="1295166"/>
                  <a:pt x="173092" y="1292168"/>
                  <a:pt x="176487" y="1289168"/>
                </a:cubicBezTo>
                <a:cubicBezTo>
                  <a:pt x="196667" y="1274370"/>
                  <a:pt x="213849" y="1256175"/>
                  <a:pt x="234028" y="1241376"/>
                </a:cubicBezTo>
                <a:cubicBezTo>
                  <a:pt x="234228" y="1238177"/>
                  <a:pt x="237426" y="1238376"/>
                  <a:pt x="237426" y="1238376"/>
                </a:cubicBezTo>
                <a:cubicBezTo>
                  <a:pt x="274589" y="1208581"/>
                  <a:pt x="311751" y="1178785"/>
                  <a:pt x="348716" y="1152188"/>
                </a:cubicBezTo>
                <a:cubicBezTo>
                  <a:pt x="358509" y="1149585"/>
                  <a:pt x="365301" y="1143587"/>
                  <a:pt x="372093" y="1137588"/>
                </a:cubicBezTo>
                <a:cubicBezTo>
                  <a:pt x="388878" y="1125788"/>
                  <a:pt x="402463" y="1113791"/>
                  <a:pt x="419049" y="1105190"/>
                </a:cubicBezTo>
                <a:cubicBezTo>
                  <a:pt x="435634" y="1096589"/>
                  <a:pt x="449022" y="1087789"/>
                  <a:pt x="462410" y="1078989"/>
                </a:cubicBezTo>
                <a:cubicBezTo>
                  <a:pt x="475797" y="1070189"/>
                  <a:pt x="485788" y="1064389"/>
                  <a:pt x="499174" y="1055590"/>
                </a:cubicBezTo>
                <a:cubicBezTo>
                  <a:pt x="596085" y="994190"/>
                  <a:pt x="695795" y="939385"/>
                  <a:pt x="798306" y="891175"/>
                </a:cubicBezTo>
                <a:cubicBezTo>
                  <a:pt x="1066076" y="766546"/>
                  <a:pt x="1353652" y="684881"/>
                  <a:pt x="1654237" y="652177"/>
                </a:cubicBezTo>
                <a:cubicBezTo>
                  <a:pt x="1660633" y="652574"/>
                  <a:pt x="1667227" y="649773"/>
                  <a:pt x="1673622" y="650170"/>
                </a:cubicBezTo>
                <a:cubicBezTo>
                  <a:pt x="1971209" y="614070"/>
                  <a:pt x="2216550" y="385320"/>
                  <a:pt x="2264591" y="76905"/>
                </a:cubicBezTo>
                <a:lnTo>
                  <a:pt x="2270138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03D51AF9-434B-4686-8CD1-F964357AF90A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986405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20C6CAD-1235-48BA-9FD1-8BA2C544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3F797E6-CC9A-41EA-930D-EA7CFE3D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9C635AEC-ED7F-4EF0-9700-A229D05B4F2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0"/>
            <a:ext cx="12191998" cy="5665826"/>
          </a:xfrm>
          <a:custGeom>
            <a:avLst/>
            <a:gdLst>
              <a:gd name="connsiteX0" fmla="*/ 10299721 w 12191998"/>
              <a:gd name="connsiteY0" fmla="*/ 0 h 5665826"/>
              <a:gd name="connsiteX1" fmla="*/ 12191998 w 12191998"/>
              <a:gd name="connsiteY1" fmla="*/ 0 h 5665826"/>
              <a:gd name="connsiteX2" fmla="*/ 12191998 w 12191998"/>
              <a:gd name="connsiteY2" fmla="*/ 5665826 h 5665826"/>
              <a:gd name="connsiteX3" fmla="*/ 12052474 w 12191998"/>
              <a:gd name="connsiteY3" fmla="*/ 5556182 h 5665826"/>
              <a:gd name="connsiteX4" fmla="*/ 10104217 w 12191998"/>
              <a:gd name="connsiteY4" fmla="*/ 1424991 h 5665826"/>
              <a:gd name="connsiteX5" fmla="*/ 10241309 w 12191998"/>
              <a:gd name="connsiteY5" fmla="*/ 215922 h 5665826"/>
              <a:gd name="connsiteX6" fmla="*/ 0 w 12191998"/>
              <a:gd name="connsiteY6" fmla="*/ 0 h 5665826"/>
              <a:gd name="connsiteX7" fmla="*/ 7592338 w 12191998"/>
              <a:gd name="connsiteY7" fmla="*/ 0 h 5665826"/>
              <a:gd name="connsiteX8" fmla="*/ 7503276 w 12191998"/>
              <a:gd name="connsiteY8" fmla="*/ 250456 h 5665826"/>
              <a:gd name="connsiteX9" fmla="*/ 2532982 w 12191998"/>
              <a:gd name="connsiteY9" fmla="*/ 3610755 h 5665826"/>
              <a:gd name="connsiteX10" fmla="*/ 211921 w 12191998"/>
              <a:gd name="connsiteY10" fmla="*/ 3082820 h 5665826"/>
              <a:gd name="connsiteX11" fmla="*/ 0 w 12191998"/>
              <a:gd name="connsiteY11" fmla="*/ 2974280 h 5665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8" h="5665826">
                <a:moveTo>
                  <a:pt x="10299721" y="0"/>
                </a:moveTo>
                <a:lnTo>
                  <a:pt x="12191998" y="0"/>
                </a:lnTo>
                <a:lnTo>
                  <a:pt x="12191998" y="5665826"/>
                </a:lnTo>
                <a:lnTo>
                  <a:pt x="12052474" y="5556182"/>
                </a:lnTo>
                <a:cubicBezTo>
                  <a:pt x="10862625" y="4574231"/>
                  <a:pt x="10104217" y="3088179"/>
                  <a:pt x="10104217" y="1424991"/>
                </a:cubicBezTo>
                <a:cubicBezTo>
                  <a:pt x="10104217" y="1009194"/>
                  <a:pt x="10151617" y="604468"/>
                  <a:pt x="10241309" y="215922"/>
                </a:cubicBezTo>
                <a:close/>
                <a:moveTo>
                  <a:pt x="0" y="0"/>
                </a:moveTo>
                <a:lnTo>
                  <a:pt x="7592338" y="0"/>
                </a:lnTo>
                <a:lnTo>
                  <a:pt x="7503276" y="250456"/>
                </a:lnTo>
                <a:cubicBezTo>
                  <a:pt x="6712624" y="2220013"/>
                  <a:pt x="4785217" y="3610755"/>
                  <a:pt x="2532982" y="3610755"/>
                </a:cubicBezTo>
                <a:cubicBezTo>
                  <a:pt x="1701387" y="3610755"/>
                  <a:pt x="914076" y="3421153"/>
                  <a:pt x="211921" y="3082820"/>
                </a:cubicBezTo>
                <a:lnTo>
                  <a:pt x="0" y="29742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A9D6AB09-AB98-4A0A-9906-4BC4AF8C210A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44344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6">
            <a:extLst>
              <a:ext uri="{FF2B5EF4-FFF2-40B4-BE49-F238E27FC236}">
                <a16:creationId xmlns:a16="http://schemas.microsoft.com/office/drawing/2014/main" id="{49A6FDD7-9C2A-410A-958A-542E122277C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-2975"/>
            <a:ext cx="12191999" cy="6860977"/>
          </a:xfrm>
          <a:custGeom>
            <a:avLst/>
            <a:gdLst>
              <a:gd name="connsiteX0" fmla="*/ 12191999 w 12191999"/>
              <a:gd name="connsiteY0" fmla="*/ 0 h 6860977"/>
              <a:gd name="connsiteX1" fmla="*/ 12191998 w 12191999"/>
              <a:gd name="connsiteY1" fmla="*/ 4439403 h 6860977"/>
              <a:gd name="connsiteX2" fmla="*/ 12176876 w 12191999"/>
              <a:gd name="connsiteY2" fmla="*/ 4443027 h 6860977"/>
              <a:gd name="connsiteX3" fmla="*/ 8219170 w 12191999"/>
              <a:gd name="connsiteY3" fmla="*/ 3954324 h 6860977"/>
              <a:gd name="connsiteX4" fmla="*/ 7618345 w 12191999"/>
              <a:gd name="connsiteY4" fmla="*/ 3609140 h 6860977"/>
              <a:gd name="connsiteX5" fmla="*/ 7605887 w 12191999"/>
              <a:gd name="connsiteY5" fmla="*/ 3599449 h 6860977"/>
              <a:gd name="connsiteX6" fmla="*/ 5785940 w 12191999"/>
              <a:gd name="connsiteY6" fmla="*/ 3786803 h 6860977"/>
              <a:gd name="connsiteX7" fmla="*/ 5343243 w 12191999"/>
              <a:gd name="connsiteY7" fmla="*/ 4210568 h 6860977"/>
              <a:gd name="connsiteX8" fmla="*/ 5167802 w 12191999"/>
              <a:gd name="connsiteY8" fmla="*/ 5355251 h 6860977"/>
              <a:gd name="connsiteX9" fmla="*/ 5182617 w 12191999"/>
              <a:gd name="connsiteY9" fmla="*/ 5378546 h 6860977"/>
              <a:gd name="connsiteX10" fmla="*/ 5556830 w 12191999"/>
              <a:gd name="connsiteY10" fmla="*/ 6330933 h 6860977"/>
              <a:gd name="connsiteX11" fmla="*/ 5641975 w 12191999"/>
              <a:gd name="connsiteY11" fmla="*/ 6814073 h 6860977"/>
              <a:gd name="connsiteX12" fmla="*/ 5645641 w 12191999"/>
              <a:gd name="connsiteY12" fmla="*/ 6860977 h 6860977"/>
              <a:gd name="connsiteX13" fmla="*/ 0 w 12191999"/>
              <a:gd name="connsiteY13" fmla="*/ 6860977 h 6860977"/>
              <a:gd name="connsiteX14" fmla="*/ 0 w 12191999"/>
              <a:gd name="connsiteY14" fmla="*/ 3925627 h 6860977"/>
              <a:gd name="connsiteX15" fmla="*/ 75424 w 12191999"/>
              <a:gd name="connsiteY15" fmla="*/ 3881985 h 6860977"/>
              <a:gd name="connsiteX16" fmla="*/ 2939843 w 12191999"/>
              <a:gd name="connsiteY16" fmla="*/ 3587429 h 6860977"/>
              <a:gd name="connsiteX17" fmla="*/ 3873148 w 12191999"/>
              <a:gd name="connsiteY17" fmla="*/ 4004268 h 6860977"/>
              <a:gd name="connsiteX18" fmla="*/ 3896111 w 12191999"/>
              <a:gd name="connsiteY18" fmla="*/ 4018608 h 6860977"/>
              <a:gd name="connsiteX19" fmla="*/ 5047221 w 12191999"/>
              <a:gd name="connsiteY19" fmla="*/ 3895506 h 6860977"/>
              <a:gd name="connsiteX20" fmla="*/ 5489917 w 12191999"/>
              <a:gd name="connsiteY20" fmla="*/ 3471743 h 6860977"/>
              <a:gd name="connsiteX21" fmla="*/ 5762420 w 12191999"/>
              <a:gd name="connsiteY21" fmla="*/ 1662574 h 6860977"/>
              <a:gd name="connsiteX22" fmla="*/ 5753060 w 12191999"/>
              <a:gd name="connsiteY22" fmla="*/ 1645876 h 6860977"/>
              <a:gd name="connsiteX23" fmla="*/ 5435858 w 12191999"/>
              <a:gd name="connsiteY23" fmla="*/ 1028445 h 6860977"/>
              <a:gd name="connsiteX24" fmla="*/ 5132257 w 12191999"/>
              <a:gd name="connsiteY24" fmla="*/ 169820 h 6860977"/>
              <a:gd name="connsiteX25" fmla="*/ 5093347 w 12191999"/>
              <a:gd name="connsiteY25" fmla="*/ 0 h 6860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1999" h="6860977">
                <a:moveTo>
                  <a:pt x="12191999" y="0"/>
                </a:moveTo>
                <a:lnTo>
                  <a:pt x="12191998" y="4439403"/>
                </a:lnTo>
                <a:lnTo>
                  <a:pt x="12176876" y="4443027"/>
                </a:lnTo>
                <a:cubicBezTo>
                  <a:pt x="10852302" y="4734027"/>
                  <a:pt x="9449584" y="4568981"/>
                  <a:pt x="8219170" y="3954324"/>
                </a:cubicBezTo>
                <a:cubicBezTo>
                  <a:pt x="8013736" y="3850933"/>
                  <a:pt x="7812945" y="3737039"/>
                  <a:pt x="7618345" y="3609140"/>
                </a:cubicBezTo>
                <a:cubicBezTo>
                  <a:pt x="7614842" y="3607591"/>
                  <a:pt x="7609388" y="3600996"/>
                  <a:pt x="7605887" y="3599449"/>
                </a:cubicBezTo>
                <a:cubicBezTo>
                  <a:pt x="7042362" y="3245642"/>
                  <a:pt x="6291111" y="3306947"/>
                  <a:pt x="5785940" y="3786803"/>
                </a:cubicBezTo>
                <a:lnTo>
                  <a:pt x="5343243" y="4210568"/>
                </a:lnTo>
                <a:cubicBezTo>
                  <a:pt x="5028586" y="4515139"/>
                  <a:pt x="4966912" y="4985982"/>
                  <a:pt x="5167802" y="5355251"/>
                </a:cubicBezTo>
                <a:cubicBezTo>
                  <a:pt x="5173255" y="5361851"/>
                  <a:pt x="5177164" y="5371950"/>
                  <a:pt x="5182617" y="5378546"/>
                </a:cubicBezTo>
                <a:cubicBezTo>
                  <a:pt x="5354621" y="5680630"/>
                  <a:pt x="5476124" y="6002243"/>
                  <a:pt x="5556830" y="6330933"/>
                </a:cubicBezTo>
                <a:cubicBezTo>
                  <a:pt x="5595668" y="6490423"/>
                  <a:pt x="5624043" y="6651826"/>
                  <a:pt x="5641975" y="6814073"/>
                </a:cubicBezTo>
                <a:lnTo>
                  <a:pt x="5645641" y="6860977"/>
                </a:lnTo>
                <a:lnTo>
                  <a:pt x="0" y="6860977"/>
                </a:lnTo>
                <a:lnTo>
                  <a:pt x="0" y="3925627"/>
                </a:lnTo>
                <a:lnTo>
                  <a:pt x="75424" y="3881985"/>
                </a:lnTo>
                <a:cubicBezTo>
                  <a:pt x="962274" y="3407637"/>
                  <a:pt x="1994758" y="3310834"/>
                  <a:pt x="2939843" y="3587429"/>
                </a:cubicBezTo>
                <a:cubicBezTo>
                  <a:pt x="3263033" y="3680095"/>
                  <a:pt x="3578153" y="3819424"/>
                  <a:pt x="3873148" y="4004268"/>
                </a:cubicBezTo>
                <a:cubicBezTo>
                  <a:pt x="3880151" y="4007364"/>
                  <a:pt x="3889108" y="4015512"/>
                  <a:pt x="3896111" y="4018608"/>
                </a:cubicBezTo>
                <a:cubicBezTo>
                  <a:pt x="4254534" y="4239869"/>
                  <a:pt x="4729064" y="4198531"/>
                  <a:pt x="5047221" y="3895506"/>
                </a:cubicBezTo>
                <a:lnTo>
                  <a:pt x="5489917" y="3471743"/>
                </a:lnTo>
                <a:cubicBezTo>
                  <a:pt x="5995090" y="2991887"/>
                  <a:pt x="6088104" y="2241897"/>
                  <a:pt x="5762420" y="1662574"/>
                </a:cubicBezTo>
                <a:cubicBezTo>
                  <a:pt x="5756967" y="1655976"/>
                  <a:pt x="5755015" y="1650928"/>
                  <a:pt x="5753060" y="1645876"/>
                </a:cubicBezTo>
                <a:cubicBezTo>
                  <a:pt x="5633725" y="1442423"/>
                  <a:pt x="5527993" y="1236614"/>
                  <a:pt x="5435858" y="1028445"/>
                </a:cubicBezTo>
                <a:cubicBezTo>
                  <a:pt x="5312051" y="748717"/>
                  <a:pt x="5210873" y="461597"/>
                  <a:pt x="5132257" y="169820"/>
                </a:cubicBezTo>
                <a:lnTo>
                  <a:pt x="5093347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8A708B5-2E81-4F53-88C9-6BF95AE5808B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936BB93-689E-4A6A-B4AB-1F27A983DF1D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C74AA828-F816-4C9D-B9BD-9590BCA1A6BE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1669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372A7D74-B617-457C-9169-68B199A2D3A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-1" y="-2977"/>
            <a:ext cx="6854549" cy="6089964"/>
          </a:xfrm>
          <a:custGeom>
            <a:avLst/>
            <a:gdLst>
              <a:gd name="connsiteX0" fmla="*/ 1701781 w 6854549"/>
              <a:gd name="connsiteY0" fmla="*/ 0 h 6089964"/>
              <a:gd name="connsiteX1" fmla="*/ 5360507 w 6854549"/>
              <a:gd name="connsiteY1" fmla="*/ 1 h 6089964"/>
              <a:gd name="connsiteX2" fmla="*/ 5395698 w 6854549"/>
              <a:gd name="connsiteY2" fmla="*/ 22135 h 6089964"/>
              <a:gd name="connsiteX3" fmla="*/ 6281091 w 6854549"/>
              <a:gd name="connsiteY3" fmla="*/ 4633836 h 6089964"/>
              <a:gd name="connsiteX4" fmla="*/ 1679952 w 6854549"/>
              <a:gd name="connsiteY4" fmla="*/ 5519883 h 6089964"/>
              <a:gd name="connsiteX5" fmla="*/ 231403 w 6854549"/>
              <a:gd name="connsiteY5" fmla="*/ 2529092 h 6089964"/>
              <a:gd name="connsiteX6" fmla="*/ 414224 w 6854549"/>
              <a:gd name="connsiteY6" fmla="*/ 1653119 h 6089964"/>
              <a:gd name="connsiteX7" fmla="*/ 422007 w 6854549"/>
              <a:gd name="connsiteY7" fmla="*/ 1630279 h 6089964"/>
              <a:gd name="connsiteX8" fmla="*/ 104439 w 6854549"/>
              <a:gd name="connsiteY8" fmla="*/ 669083 h 6089964"/>
              <a:gd name="connsiteX9" fmla="*/ 91303 w 6854549"/>
              <a:gd name="connsiteY9" fmla="*/ 658723 h 6089964"/>
              <a:gd name="connsiteX10" fmla="*/ 0 w 6854549"/>
              <a:gd name="connsiteY10" fmla="*/ 607090 h 6089964"/>
              <a:gd name="connsiteX11" fmla="*/ 0 w 6854549"/>
              <a:gd name="connsiteY11" fmla="*/ 2 h 6089964"/>
              <a:gd name="connsiteX12" fmla="*/ 11325 w 6854549"/>
              <a:gd name="connsiteY12" fmla="*/ 1 h 6089964"/>
              <a:gd name="connsiteX13" fmla="*/ 26380 w 6854549"/>
              <a:gd name="connsiteY13" fmla="*/ 36208 h 6089964"/>
              <a:gd name="connsiteX14" fmla="*/ 298546 w 6854549"/>
              <a:gd name="connsiteY14" fmla="*/ 344039 h 6089964"/>
              <a:gd name="connsiteX15" fmla="*/ 311681 w 6854549"/>
              <a:gd name="connsiteY15" fmla="*/ 354399 h 6089964"/>
              <a:gd name="connsiteX16" fmla="*/ 1320461 w 6854549"/>
              <a:gd name="connsiteY16" fmla="*/ 294231 h 6089964"/>
              <a:gd name="connsiteX17" fmla="*/ 1337287 w 6854549"/>
              <a:gd name="connsiteY17" fmla="*/ 279376 h 6089964"/>
              <a:gd name="connsiteX18" fmla="*/ 1694449 w 6854549"/>
              <a:gd name="connsiteY18" fmla="*/ 4504 h 6089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854549" h="6089964">
                <a:moveTo>
                  <a:pt x="1701781" y="0"/>
                </a:moveTo>
                <a:lnTo>
                  <a:pt x="5360507" y="1"/>
                </a:lnTo>
                <a:lnTo>
                  <a:pt x="5395698" y="22135"/>
                </a:lnTo>
                <a:cubicBezTo>
                  <a:pt x="6915465" y="1051825"/>
                  <a:pt x="7311638" y="3117300"/>
                  <a:pt x="6281091" y="4633836"/>
                </a:cubicBezTo>
                <a:cubicBezTo>
                  <a:pt x="5253777" y="6149508"/>
                  <a:pt x="3188299" y="6545682"/>
                  <a:pt x="1679952" y="5519883"/>
                </a:cubicBezTo>
                <a:cubicBezTo>
                  <a:pt x="661821" y="4827815"/>
                  <a:pt x="147451" y="3673078"/>
                  <a:pt x="231403" y="2529092"/>
                </a:cubicBezTo>
                <a:cubicBezTo>
                  <a:pt x="249814" y="2233393"/>
                  <a:pt x="313705" y="1939465"/>
                  <a:pt x="414224" y="1653119"/>
                </a:cubicBezTo>
                <a:cubicBezTo>
                  <a:pt x="415742" y="1645792"/>
                  <a:pt x="420492" y="1637605"/>
                  <a:pt x="422007" y="1630279"/>
                </a:cubicBezTo>
                <a:cubicBezTo>
                  <a:pt x="544362" y="1282745"/>
                  <a:pt x="421703" y="886028"/>
                  <a:pt x="104439" y="669083"/>
                </a:cubicBezTo>
                <a:lnTo>
                  <a:pt x="91303" y="658723"/>
                </a:lnTo>
                <a:lnTo>
                  <a:pt x="0" y="607090"/>
                </a:lnTo>
                <a:lnTo>
                  <a:pt x="0" y="2"/>
                </a:lnTo>
                <a:lnTo>
                  <a:pt x="11325" y="1"/>
                </a:lnTo>
                <a:lnTo>
                  <a:pt x="26380" y="36208"/>
                </a:lnTo>
                <a:cubicBezTo>
                  <a:pt x="87964" y="156050"/>
                  <a:pt x="179572" y="262685"/>
                  <a:pt x="298546" y="344039"/>
                </a:cubicBezTo>
                <a:lnTo>
                  <a:pt x="311681" y="354399"/>
                </a:lnTo>
                <a:cubicBezTo>
                  <a:pt x="628945" y="571341"/>
                  <a:pt x="1041522" y="534479"/>
                  <a:pt x="1320461" y="294231"/>
                </a:cubicBezTo>
                <a:cubicBezTo>
                  <a:pt x="1326070" y="289278"/>
                  <a:pt x="1331678" y="284325"/>
                  <a:pt x="1337287" y="279376"/>
                </a:cubicBezTo>
                <a:cubicBezTo>
                  <a:pt x="1450658" y="178299"/>
                  <a:pt x="1570053" y="86872"/>
                  <a:pt x="1694449" y="450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546BFA-11FA-4A75-AF85-C913ED1414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A602A5-B6D5-4348-9CDC-85CBF06530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MIO_VALID_LAYOUT">
            <a:extLst>
              <a:ext uri="{FF2B5EF4-FFF2-40B4-BE49-F238E27FC236}">
                <a16:creationId xmlns:a16="http://schemas.microsoft.com/office/drawing/2014/main" id="{3AAF9206-61AC-4E20-A4B5-2DFC3E574C0D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695359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5E05305C-C671-40A1-88A6-4ED89589712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0" y="0"/>
            <a:ext cx="5406261" cy="6858001"/>
          </a:xfrm>
          <a:custGeom>
            <a:avLst/>
            <a:gdLst>
              <a:gd name="connsiteX0" fmla="*/ 1 w 5406261"/>
              <a:gd name="connsiteY0" fmla="*/ 0 h 6858001"/>
              <a:gd name="connsiteX1" fmla="*/ 5404303 w 5406261"/>
              <a:gd name="connsiteY1" fmla="*/ 0 h 6858001"/>
              <a:gd name="connsiteX2" fmla="*/ 5404429 w 5406261"/>
              <a:gd name="connsiteY2" fmla="*/ 37646 h 6858001"/>
              <a:gd name="connsiteX3" fmla="*/ 5406155 w 5406261"/>
              <a:gd name="connsiteY3" fmla="*/ 88766 h 6858001"/>
              <a:gd name="connsiteX4" fmla="*/ 5405146 w 5406261"/>
              <a:gd name="connsiteY4" fmla="*/ 134860 h 6858001"/>
              <a:gd name="connsiteX5" fmla="*/ 5402991 w 5406261"/>
              <a:gd name="connsiteY5" fmla="*/ 184822 h 6858001"/>
              <a:gd name="connsiteX6" fmla="*/ 5400837 w 5406261"/>
              <a:gd name="connsiteY6" fmla="*/ 234797 h 6858001"/>
              <a:gd name="connsiteX7" fmla="*/ 5399835 w 5406261"/>
              <a:gd name="connsiteY7" fmla="*/ 280889 h 6858001"/>
              <a:gd name="connsiteX8" fmla="*/ 5396529 w 5406261"/>
              <a:gd name="connsiteY8" fmla="*/ 334735 h 6858001"/>
              <a:gd name="connsiteX9" fmla="*/ 5391647 w 5406261"/>
              <a:gd name="connsiteY9" fmla="*/ 379676 h 6858001"/>
              <a:gd name="connsiteX10" fmla="*/ 5388347 w 5406261"/>
              <a:gd name="connsiteY10" fmla="*/ 433520 h 6858001"/>
              <a:gd name="connsiteX11" fmla="*/ 5384613 w 5406261"/>
              <a:gd name="connsiteY11" fmla="*/ 474587 h 6858001"/>
              <a:gd name="connsiteX12" fmla="*/ 5380157 w 5406261"/>
              <a:gd name="connsiteY12" fmla="*/ 532314 h 6858001"/>
              <a:gd name="connsiteX13" fmla="*/ 5376424 w 5406261"/>
              <a:gd name="connsiteY13" fmla="*/ 573380 h 6858001"/>
              <a:gd name="connsiteX14" fmla="*/ 5368096 w 5406261"/>
              <a:gd name="connsiteY14" fmla="*/ 629952 h 6858001"/>
              <a:gd name="connsiteX15" fmla="*/ 5364362 w 5406261"/>
              <a:gd name="connsiteY15" fmla="*/ 671019 h 6858001"/>
              <a:gd name="connsiteX16" fmla="*/ 5356033 w 5406261"/>
              <a:gd name="connsiteY16" fmla="*/ 727593 h 6858001"/>
              <a:gd name="connsiteX17" fmla="*/ 5347276 w 5406261"/>
              <a:gd name="connsiteY17" fmla="*/ 771387 h 6858001"/>
              <a:gd name="connsiteX18" fmla="*/ 5336217 w 5406261"/>
              <a:gd name="connsiteY18" fmla="*/ 822936 h 6858001"/>
              <a:gd name="connsiteX19" fmla="*/ 5326306 w 5406261"/>
              <a:gd name="connsiteY19" fmla="*/ 870607 h 6858001"/>
              <a:gd name="connsiteX20" fmla="*/ 5316402 w 5406261"/>
              <a:gd name="connsiteY20" fmla="*/ 918275 h 6858001"/>
              <a:gd name="connsiteX21" fmla="*/ 5304197 w 5406261"/>
              <a:gd name="connsiteY21" fmla="*/ 973705 h 6858001"/>
              <a:gd name="connsiteX22" fmla="*/ 5297734 w 5406261"/>
              <a:gd name="connsiteY22" fmla="*/ 1009743 h 6858001"/>
              <a:gd name="connsiteX23" fmla="*/ 5280936 w 5406261"/>
              <a:gd name="connsiteY23" fmla="*/ 1080676 h 6858001"/>
              <a:gd name="connsiteX24" fmla="*/ 5275191 w 5406261"/>
              <a:gd name="connsiteY24" fmla="*/ 1100063 h 6858001"/>
              <a:gd name="connsiteX25" fmla="*/ 5253793 w 5406261"/>
              <a:gd name="connsiteY25" fmla="*/ 1186502 h 6858001"/>
              <a:gd name="connsiteX26" fmla="*/ 5236562 w 5406261"/>
              <a:gd name="connsiteY26" fmla="*/ 1244654 h 6858001"/>
              <a:gd name="connsiteX27" fmla="*/ 5226223 w 5406261"/>
              <a:gd name="connsiteY27" fmla="*/ 1279548 h 6858001"/>
              <a:gd name="connsiteX28" fmla="*/ 5225075 w 5406261"/>
              <a:gd name="connsiteY28" fmla="*/ 1283422 h 6858001"/>
              <a:gd name="connsiteX29" fmla="*/ 2322974 w 5406261"/>
              <a:gd name="connsiteY29" fmla="*/ 4003974 h 6858001"/>
              <a:gd name="connsiteX30" fmla="*/ 1249359 w 5406261"/>
              <a:gd name="connsiteY30" fmla="*/ 4111796 h 6858001"/>
              <a:gd name="connsiteX31" fmla="*/ 1219921 w 5406261"/>
              <a:gd name="connsiteY31" fmla="*/ 4111508 h 6858001"/>
              <a:gd name="connsiteX32" fmla="*/ 227000 w 5406261"/>
              <a:gd name="connsiteY32" fmla="*/ 4829443 h 6858001"/>
              <a:gd name="connsiteX33" fmla="*/ 592423 w 5406261"/>
              <a:gd name="connsiteY33" fmla="*/ 5802258 h 6858001"/>
              <a:gd name="connsiteX34" fmla="*/ 613385 w 5406261"/>
              <a:gd name="connsiteY34" fmla="*/ 5816909 h 6858001"/>
              <a:gd name="connsiteX35" fmla="*/ 1463282 w 5406261"/>
              <a:gd name="connsiteY35" fmla="*/ 6549509 h 6858001"/>
              <a:gd name="connsiteX36" fmla="*/ 1591714 w 5406261"/>
              <a:gd name="connsiteY36" fmla="*/ 6713760 h 6858001"/>
              <a:gd name="connsiteX37" fmla="*/ 1691135 w 5406261"/>
              <a:gd name="connsiteY37" fmla="*/ 6858001 h 6858001"/>
              <a:gd name="connsiteX38" fmla="*/ 0 w 5406261"/>
              <a:gd name="connsiteY38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406261" h="6858001">
                <a:moveTo>
                  <a:pt x="1" y="0"/>
                </a:moveTo>
                <a:lnTo>
                  <a:pt x="5404303" y="0"/>
                </a:lnTo>
                <a:lnTo>
                  <a:pt x="5404429" y="37646"/>
                </a:lnTo>
                <a:cubicBezTo>
                  <a:pt x="5403711" y="54305"/>
                  <a:pt x="5406871" y="72109"/>
                  <a:pt x="5406155" y="88766"/>
                </a:cubicBezTo>
                <a:cubicBezTo>
                  <a:pt x="5405434" y="105422"/>
                  <a:pt x="5405866" y="118205"/>
                  <a:pt x="5405146" y="134860"/>
                </a:cubicBezTo>
                <a:cubicBezTo>
                  <a:pt x="5404431" y="151516"/>
                  <a:pt x="5403710" y="168171"/>
                  <a:pt x="5402991" y="184822"/>
                </a:cubicBezTo>
                <a:cubicBezTo>
                  <a:pt x="5402274" y="201485"/>
                  <a:pt x="5401558" y="218143"/>
                  <a:pt x="5400837" y="234797"/>
                </a:cubicBezTo>
                <a:cubicBezTo>
                  <a:pt x="5401271" y="247574"/>
                  <a:pt x="5400551" y="264231"/>
                  <a:pt x="5399835" y="280889"/>
                </a:cubicBezTo>
                <a:cubicBezTo>
                  <a:pt x="5399114" y="297544"/>
                  <a:pt x="5397249" y="318080"/>
                  <a:pt x="5396529" y="334735"/>
                </a:cubicBezTo>
                <a:cubicBezTo>
                  <a:pt x="5391935" y="350239"/>
                  <a:pt x="5392363" y="363019"/>
                  <a:pt x="5391647" y="379676"/>
                </a:cubicBezTo>
                <a:cubicBezTo>
                  <a:pt x="5390932" y="396332"/>
                  <a:pt x="5389062" y="416867"/>
                  <a:pt x="5388347" y="433520"/>
                </a:cubicBezTo>
                <a:cubicBezTo>
                  <a:pt x="5388775" y="446301"/>
                  <a:pt x="5384180" y="461809"/>
                  <a:pt x="5384613" y="474587"/>
                </a:cubicBezTo>
                <a:cubicBezTo>
                  <a:pt x="5382743" y="495122"/>
                  <a:pt x="5382028" y="511778"/>
                  <a:pt x="5380157" y="532314"/>
                </a:cubicBezTo>
                <a:cubicBezTo>
                  <a:pt x="5380588" y="545090"/>
                  <a:pt x="5375993" y="560598"/>
                  <a:pt x="5376424" y="573380"/>
                </a:cubicBezTo>
                <a:cubicBezTo>
                  <a:pt x="5370681" y="592761"/>
                  <a:pt x="5369965" y="609419"/>
                  <a:pt x="5368096" y="629952"/>
                </a:cubicBezTo>
                <a:cubicBezTo>
                  <a:pt x="5368529" y="642732"/>
                  <a:pt x="5363934" y="658239"/>
                  <a:pt x="5364362" y="671019"/>
                </a:cubicBezTo>
                <a:cubicBezTo>
                  <a:pt x="5362498" y="691551"/>
                  <a:pt x="5357903" y="707058"/>
                  <a:pt x="5356033" y="727593"/>
                </a:cubicBezTo>
                <a:cubicBezTo>
                  <a:pt x="5351438" y="743101"/>
                  <a:pt x="5351871" y="755879"/>
                  <a:pt x="5347276" y="771387"/>
                </a:cubicBezTo>
                <a:cubicBezTo>
                  <a:pt x="5342681" y="786894"/>
                  <a:pt x="5340812" y="807428"/>
                  <a:pt x="5336217" y="822936"/>
                </a:cubicBezTo>
                <a:cubicBezTo>
                  <a:pt x="5331623" y="838440"/>
                  <a:pt x="5330901" y="855099"/>
                  <a:pt x="5326306" y="870607"/>
                </a:cubicBezTo>
                <a:cubicBezTo>
                  <a:pt x="5321711" y="886114"/>
                  <a:pt x="5320996" y="902770"/>
                  <a:pt x="5316402" y="918275"/>
                </a:cubicBezTo>
                <a:cubicBezTo>
                  <a:pt x="5311806" y="933786"/>
                  <a:pt x="5309941" y="954319"/>
                  <a:pt x="5304197" y="973705"/>
                </a:cubicBezTo>
                <a:cubicBezTo>
                  <a:pt x="5304626" y="986482"/>
                  <a:pt x="5301181" y="998110"/>
                  <a:pt x="5297734" y="1009743"/>
                </a:cubicBezTo>
                <a:cubicBezTo>
                  <a:pt x="5290841" y="1033005"/>
                  <a:pt x="5287828" y="1057416"/>
                  <a:pt x="5280936" y="1080676"/>
                </a:cubicBezTo>
                <a:cubicBezTo>
                  <a:pt x="5279786" y="1084555"/>
                  <a:pt x="5277489" y="1092308"/>
                  <a:pt x="5275191" y="1100063"/>
                </a:cubicBezTo>
                <a:cubicBezTo>
                  <a:pt x="5271025" y="1128348"/>
                  <a:pt x="5261835" y="1159363"/>
                  <a:pt x="5253793" y="1186502"/>
                </a:cubicBezTo>
                <a:cubicBezTo>
                  <a:pt x="5248050" y="1205885"/>
                  <a:pt x="5242306" y="1225270"/>
                  <a:pt x="5236562" y="1244654"/>
                </a:cubicBezTo>
                <a:cubicBezTo>
                  <a:pt x="5233116" y="1256285"/>
                  <a:pt x="5229670" y="1267916"/>
                  <a:pt x="5226223" y="1279548"/>
                </a:cubicBezTo>
                <a:cubicBezTo>
                  <a:pt x="5225075" y="1283422"/>
                  <a:pt x="5225075" y="1283422"/>
                  <a:pt x="5225075" y="1283422"/>
                </a:cubicBezTo>
                <a:cubicBezTo>
                  <a:pt x="4792571" y="2686140"/>
                  <a:pt x="3658067" y="3682635"/>
                  <a:pt x="2322974" y="4003974"/>
                </a:cubicBezTo>
                <a:cubicBezTo>
                  <a:pt x="1977786" y="4087252"/>
                  <a:pt x="1615797" y="4127594"/>
                  <a:pt x="1249359" y="4111796"/>
                </a:cubicBezTo>
                <a:cubicBezTo>
                  <a:pt x="1240455" y="4113378"/>
                  <a:pt x="1228827" y="4109932"/>
                  <a:pt x="1219921" y="4111508"/>
                </a:cubicBezTo>
                <a:cubicBezTo>
                  <a:pt x="772931" y="4097145"/>
                  <a:pt x="359106" y="4383598"/>
                  <a:pt x="227000" y="4829443"/>
                </a:cubicBezTo>
                <a:cubicBezTo>
                  <a:pt x="114421" y="5209377"/>
                  <a:pt x="272219" y="5601951"/>
                  <a:pt x="592423" y="5802258"/>
                </a:cubicBezTo>
                <a:cubicBezTo>
                  <a:pt x="599030" y="5808437"/>
                  <a:pt x="605636" y="5814613"/>
                  <a:pt x="613385" y="5816909"/>
                </a:cubicBezTo>
                <a:cubicBezTo>
                  <a:pt x="938613" y="6014491"/>
                  <a:pt x="1227226" y="6264480"/>
                  <a:pt x="1463282" y="6549509"/>
                </a:cubicBezTo>
                <a:cubicBezTo>
                  <a:pt x="1507785" y="6603022"/>
                  <a:pt x="1550612" y="6657802"/>
                  <a:pt x="1591714" y="6713760"/>
                </a:cubicBezTo>
                <a:lnTo>
                  <a:pt x="1691135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6EBD744-F04B-4A42-94C0-B2DA2B4E0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3A5FD9E-F40B-42E4-A865-25598BF8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3D1D9F0D-F866-4E4C-AE40-E8C4C6BEA42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2569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35BC531-97FB-4111-AE50-134C967EDA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-1" y="0"/>
            <a:ext cx="5225203" cy="6858000"/>
          </a:xfrm>
          <a:custGeom>
            <a:avLst/>
            <a:gdLst>
              <a:gd name="connsiteX0" fmla="*/ 0 w 5225203"/>
              <a:gd name="connsiteY0" fmla="*/ 0 h 6858000"/>
              <a:gd name="connsiteX1" fmla="*/ 2141852 w 5225203"/>
              <a:gd name="connsiteY1" fmla="*/ 0 h 6858000"/>
              <a:gd name="connsiteX2" fmla="*/ 2129901 w 5225203"/>
              <a:gd name="connsiteY2" fmla="*/ 57373 h 6858000"/>
              <a:gd name="connsiteX3" fmla="*/ 1867667 w 5225203"/>
              <a:gd name="connsiteY3" fmla="*/ 746067 h 6858000"/>
              <a:gd name="connsiteX4" fmla="*/ 1411442 w 5225203"/>
              <a:gd name="connsiteY4" fmla="*/ 1375728 h 6858000"/>
              <a:gd name="connsiteX5" fmla="*/ 1397184 w 5225203"/>
              <a:gd name="connsiteY5" fmla="*/ 1391439 h 6858000"/>
              <a:gd name="connsiteX6" fmla="*/ 1308083 w 5225203"/>
              <a:gd name="connsiteY6" fmla="*/ 2269910 h 6858000"/>
              <a:gd name="connsiteX7" fmla="*/ 2006870 w 5225203"/>
              <a:gd name="connsiteY7" fmla="*/ 2539165 h 6858000"/>
              <a:gd name="connsiteX8" fmla="*/ 2024797 w 5225203"/>
              <a:gd name="connsiteY8" fmla="*/ 2534895 h 6858000"/>
              <a:gd name="connsiteX9" fmla="*/ 2826327 w 5225203"/>
              <a:gd name="connsiteY9" fmla="*/ 2428253 h 6858000"/>
              <a:gd name="connsiteX10" fmla="*/ 4854267 w 5225203"/>
              <a:gd name="connsiteY10" fmla="*/ 3600901 h 6858000"/>
              <a:gd name="connsiteX11" fmla="*/ 4457202 w 5225203"/>
              <a:gd name="connsiteY11" fmla="*/ 6705754 h 6858000"/>
              <a:gd name="connsiteX12" fmla="*/ 4280051 w 5225203"/>
              <a:gd name="connsiteY12" fmla="*/ 6858000 h 6858000"/>
              <a:gd name="connsiteX13" fmla="*/ 1235618 w 5225203"/>
              <a:gd name="connsiteY13" fmla="*/ 6858000 h 6858000"/>
              <a:gd name="connsiteX14" fmla="*/ 1134227 w 5225203"/>
              <a:gd name="connsiteY14" fmla="*/ 6778487 h 6858000"/>
              <a:gd name="connsiteX15" fmla="*/ 650792 w 5225203"/>
              <a:gd name="connsiteY15" fmla="*/ 6210676 h 6858000"/>
              <a:gd name="connsiteX16" fmla="*/ 503325 w 5225203"/>
              <a:gd name="connsiteY16" fmla="*/ 3873945 h 6858000"/>
              <a:gd name="connsiteX17" fmla="*/ 954425 w 5225203"/>
              <a:gd name="connsiteY17" fmla="*/ 3202877 h 6858000"/>
              <a:gd name="connsiteX18" fmla="*/ 967740 w 5225203"/>
              <a:gd name="connsiteY18" fmla="*/ 3191181 h 6858000"/>
              <a:gd name="connsiteX19" fmla="*/ 1038846 w 5225203"/>
              <a:gd name="connsiteY19" fmla="*/ 2443928 h 6858000"/>
              <a:gd name="connsiteX20" fmla="*/ 214474 w 5225203"/>
              <a:gd name="connsiteY20" fmla="*/ 2132598 h 6858000"/>
              <a:gd name="connsiteX21" fmla="*/ 194072 w 5225203"/>
              <a:gd name="connsiteY21" fmla="*/ 2138405 h 6858000"/>
              <a:gd name="connsiteX22" fmla="*/ 5466 w 5225203"/>
              <a:gd name="connsiteY22" fmla="*/ 2190766 h 6858000"/>
              <a:gd name="connsiteX23" fmla="*/ 1 w 5225203"/>
              <a:gd name="connsiteY23" fmla="*/ 219187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225203" h="6858000">
                <a:moveTo>
                  <a:pt x="0" y="0"/>
                </a:moveTo>
                <a:lnTo>
                  <a:pt x="2141852" y="0"/>
                </a:lnTo>
                <a:lnTo>
                  <a:pt x="2129901" y="57373"/>
                </a:lnTo>
                <a:cubicBezTo>
                  <a:pt x="2072207" y="296247"/>
                  <a:pt x="1984299" y="527889"/>
                  <a:pt x="1867667" y="746067"/>
                </a:cubicBezTo>
                <a:cubicBezTo>
                  <a:pt x="1747152" y="971798"/>
                  <a:pt x="1595475" y="1186014"/>
                  <a:pt x="1411442" y="1375728"/>
                </a:cubicBezTo>
                <a:cubicBezTo>
                  <a:pt x="1408025" y="1381280"/>
                  <a:pt x="1400599" y="1385890"/>
                  <a:pt x="1397184" y="1391439"/>
                </a:cubicBezTo>
                <a:cubicBezTo>
                  <a:pt x="1175337" y="1625209"/>
                  <a:pt x="1131332" y="1985220"/>
                  <a:pt x="1308083" y="2269910"/>
                </a:cubicBezTo>
                <a:cubicBezTo>
                  <a:pt x="1458706" y="2512513"/>
                  <a:pt x="1745646" y="2615605"/>
                  <a:pt x="2006870" y="2539165"/>
                </a:cubicBezTo>
                <a:cubicBezTo>
                  <a:pt x="2013359" y="2538567"/>
                  <a:pt x="2019846" y="2537969"/>
                  <a:pt x="2024797" y="2534895"/>
                </a:cubicBezTo>
                <a:cubicBezTo>
                  <a:pt x="2286959" y="2454443"/>
                  <a:pt x="2559801" y="2418811"/>
                  <a:pt x="2826327" y="2428253"/>
                </a:cubicBezTo>
                <a:cubicBezTo>
                  <a:pt x="3628382" y="2455045"/>
                  <a:pt x="4399327" y="2868143"/>
                  <a:pt x="4854267" y="3600901"/>
                </a:cubicBezTo>
                <a:cubicBezTo>
                  <a:pt x="5482837" y="4618150"/>
                  <a:pt x="5287624" y="5915767"/>
                  <a:pt x="4457202" y="6705754"/>
                </a:cubicBezTo>
                <a:lnTo>
                  <a:pt x="4280051" y="6858000"/>
                </a:lnTo>
                <a:lnTo>
                  <a:pt x="1235618" y="6858000"/>
                </a:lnTo>
                <a:lnTo>
                  <a:pt x="1134227" y="6778487"/>
                </a:lnTo>
                <a:cubicBezTo>
                  <a:pt x="949947" y="6618713"/>
                  <a:pt x="786238" y="6428834"/>
                  <a:pt x="650792" y="6210676"/>
                </a:cubicBezTo>
                <a:cubicBezTo>
                  <a:pt x="195851" y="5477919"/>
                  <a:pt x="170046" y="4602193"/>
                  <a:pt x="503325" y="3873945"/>
                </a:cubicBezTo>
                <a:cubicBezTo>
                  <a:pt x="613084" y="3630881"/>
                  <a:pt x="766036" y="3402155"/>
                  <a:pt x="954425" y="3202877"/>
                </a:cubicBezTo>
                <a:cubicBezTo>
                  <a:pt x="959375" y="3199803"/>
                  <a:pt x="964327" y="3196730"/>
                  <a:pt x="967740" y="3191181"/>
                </a:cubicBezTo>
                <a:cubicBezTo>
                  <a:pt x="1152116" y="2990964"/>
                  <a:pt x="1189470" y="2686531"/>
                  <a:pt x="1038846" y="2443928"/>
                </a:cubicBezTo>
                <a:cubicBezTo>
                  <a:pt x="862093" y="2159239"/>
                  <a:pt x="519916" y="2038995"/>
                  <a:pt x="214474" y="2132598"/>
                </a:cubicBezTo>
                <a:cubicBezTo>
                  <a:pt x="207986" y="2133196"/>
                  <a:pt x="200560" y="2137807"/>
                  <a:pt x="194072" y="2138405"/>
                </a:cubicBezTo>
                <a:cubicBezTo>
                  <a:pt x="131776" y="2158219"/>
                  <a:pt x="68848" y="2175637"/>
                  <a:pt x="5466" y="2190766"/>
                </a:cubicBezTo>
                <a:lnTo>
                  <a:pt x="1" y="21918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848E666-918C-4466-8B4A-C415C4011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EF7A3C7-766A-460E-AC1A-307B8DD1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MIO_VALID_LAYOUT">
            <a:extLst>
              <a:ext uri="{FF2B5EF4-FFF2-40B4-BE49-F238E27FC236}">
                <a16:creationId xmlns:a16="http://schemas.microsoft.com/office/drawing/2014/main" id="{A31E1ECB-FBE2-4D2B-9E74-A333DAF1E554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72262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F306EA6B-5238-4358-A97A-7C1D663C366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-1" y="3148948"/>
            <a:ext cx="9094761" cy="3709054"/>
          </a:xfrm>
          <a:custGeom>
            <a:avLst/>
            <a:gdLst>
              <a:gd name="connsiteX0" fmla="*/ 6261326 w 9094761"/>
              <a:gd name="connsiteY0" fmla="*/ 57 h 3709054"/>
              <a:gd name="connsiteX1" fmla="*/ 9077624 w 9094761"/>
              <a:gd name="connsiteY1" fmla="*/ 2495229 h 3709054"/>
              <a:gd name="connsiteX2" fmla="*/ 8977648 w 9094761"/>
              <a:gd name="connsiteY2" fmla="*/ 3607441 h 3709054"/>
              <a:gd name="connsiteX3" fmla="*/ 8941743 w 9094761"/>
              <a:gd name="connsiteY3" fmla="*/ 3709054 h 3709054"/>
              <a:gd name="connsiteX4" fmla="*/ 3610546 w 9094761"/>
              <a:gd name="connsiteY4" fmla="*/ 3709054 h 3709054"/>
              <a:gd name="connsiteX5" fmla="*/ 3601865 w 9094761"/>
              <a:gd name="connsiteY5" fmla="*/ 3691622 h 3709054"/>
              <a:gd name="connsiteX6" fmla="*/ 2922867 w 9094761"/>
              <a:gd name="connsiteY6" fmla="*/ 3355761 h 3709054"/>
              <a:gd name="connsiteX7" fmla="*/ 2353178 w 9094761"/>
              <a:gd name="connsiteY7" fmla="*/ 3681895 h 3709054"/>
              <a:gd name="connsiteX8" fmla="*/ 2336170 w 9094761"/>
              <a:gd name="connsiteY8" fmla="*/ 3709053 h 3709054"/>
              <a:gd name="connsiteX9" fmla="*/ 1 w 9094761"/>
              <a:gd name="connsiteY9" fmla="*/ 3709054 h 3709054"/>
              <a:gd name="connsiteX10" fmla="*/ 0 w 9094761"/>
              <a:gd name="connsiteY10" fmla="*/ 510616 h 3709054"/>
              <a:gd name="connsiteX11" fmla="*/ 109879 w 9094761"/>
              <a:gd name="connsiteY11" fmla="*/ 548521 h 3709054"/>
              <a:gd name="connsiteX12" fmla="*/ 1590530 w 9094761"/>
              <a:gd name="connsiteY12" fmla="*/ 1676490 h 3709054"/>
              <a:gd name="connsiteX13" fmla="*/ 2011791 w 9094761"/>
              <a:gd name="connsiteY13" fmla="*/ 2451624 h 3709054"/>
              <a:gd name="connsiteX14" fmla="*/ 2020895 w 9094761"/>
              <a:gd name="connsiteY14" fmla="*/ 2473907 h 3709054"/>
              <a:gd name="connsiteX15" fmla="*/ 2876499 w 9094761"/>
              <a:gd name="connsiteY15" fmla="*/ 2995013 h 3709054"/>
              <a:gd name="connsiteX16" fmla="*/ 3494078 w 9094761"/>
              <a:gd name="connsiteY16" fmla="*/ 2411492 h 3709054"/>
              <a:gd name="connsiteX17" fmla="*/ 3498480 w 9094761"/>
              <a:gd name="connsiteY17" fmla="*/ 2391055 h 3709054"/>
              <a:gd name="connsiteX18" fmla="*/ 3781569 w 9094761"/>
              <a:gd name="connsiteY18" fmla="*/ 1518415 h 3709054"/>
              <a:gd name="connsiteX19" fmla="*/ 5974321 w 9094761"/>
              <a:gd name="connsiteY19" fmla="*/ 16461 h 3709054"/>
              <a:gd name="connsiteX20" fmla="*/ 6261326 w 9094761"/>
              <a:gd name="connsiteY20" fmla="*/ 57 h 3709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094761" h="3709054">
                <a:moveTo>
                  <a:pt x="6261326" y="57"/>
                </a:moveTo>
                <a:cubicBezTo>
                  <a:pt x="7684860" y="-9032"/>
                  <a:pt x="8916481" y="1059931"/>
                  <a:pt x="9077624" y="2495229"/>
                </a:cubicBezTo>
                <a:cubicBezTo>
                  <a:pt x="9120134" y="2881349"/>
                  <a:pt x="9082357" y="3257601"/>
                  <a:pt x="8977648" y="3607441"/>
                </a:cubicBezTo>
                <a:lnTo>
                  <a:pt x="8941743" y="3709054"/>
                </a:lnTo>
                <a:lnTo>
                  <a:pt x="3610546" y="3709054"/>
                </a:lnTo>
                <a:lnTo>
                  <a:pt x="3601865" y="3691622"/>
                </a:lnTo>
                <a:cubicBezTo>
                  <a:pt x="3464466" y="3464197"/>
                  <a:pt x="3204654" y="3324738"/>
                  <a:pt x="2922867" y="3355761"/>
                </a:cubicBezTo>
                <a:cubicBezTo>
                  <a:pt x="2686675" y="3381765"/>
                  <a:pt x="2484612" y="3505349"/>
                  <a:pt x="2353178" y="3681895"/>
                </a:cubicBezTo>
                <a:lnTo>
                  <a:pt x="2336170" y="3709053"/>
                </a:lnTo>
                <a:lnTo>
                  <a:pt x="1" y="3709054"/>
                </a:lnTo>
                <a:lnTo>
                  <a:pt x="0" y="510616"/>
                </a:lnTo>
                <a:lnTo>
                  <a:pt x="109879" y="548521"/>
                </a:lnTo>
                <a:cubicBezTo>
                  <a:pt x="701464" y="774279"/>
                  <a:pt x="1216461" y="1167640"/>
                  <a:pt x="1590530" y="1676490"/>
                </a:cubicBezTo>
                <a:cubicBezTo>
                  <a:pt x="1762613" y="1910312"/>
                  <a:pt x="1907660" y="2170405"/>
                  <a:pt x="2011791" y="2451624"/>
                </a:cubicBezTo>
                <a:cubicBezTo>
                  <a:pt x="2015800" y="2457833"/>
                  <a:pt x="2016886" y="2467691"/>
                  <a:pt x="2020895" y="2473907"/>
                </a:cubicBezTo>
                <a:cubicBezTo>
                  <a:pt x="2151616" y="2815393"/>
                  <a:pt x="2498592" y="3036618"/>
                  <a:pt x="2876499" y="2995013"/>
                </a:cubicBezTo>
                <a:cubicBezTo>
                  <a:pt x="3198541" y="2959556"/>
                  <a:pt x="3444488" y="2716293"/>
                  <a:pt x="3494078" y="2411492"/>
                </a:cubicBezTo>
                <a:cubicBezTo>
                  <a:pt x="3496641" y="2404560"/>
                  <a:pt x="3499204" y="2397626"/>
                  <a:pt x="3498480" y="2391055"/>
                </a:cubicBezTo>
                <a:cubicBezTo>
                  <a:pt x="3544423" y="2083331"/>
                  <a:pt x="3641469" y="1786613"/>
                  <a:pt x="3781569" y="1518415"/>
                </a:cubicBezTo>
                <a:cubicBezTo>
                  <a:pt x="4201501" y="710538"/>
                  <a:pt x="5001623" y="123550"/>
                  <a:pt x="5974321" y="16461"/>
                </a:cubicBezTo>
                <a:cubicBezTo>
                  <a:pt x="6070669" y="6060"/>
                  <a:pt x="6166424" y="663"/>
                  <a:pt x="6261326" y="5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22AE58AE-85D4-4FAC-ACBB-8FF1DC5DC49A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8383120" y="-2977"/>
            <a:ext cx="3808880" cy="4610411"/>
          </a:xfrm>
          <a:custGeom>
            <a:avLst/>
            <a:gdLst>
              <a:gd name="connsiteX0" fmla="*/ 283478 w 3808880"/>
              <a:gd name="connsiteY0" fmla="*/ 0 h 4610411"/>
              <a:gd name="connsiteX1" fmla="*/ 3808880 w 3808880"/>
              <a:gd name="connsiteY1" fmla="*/ 0 h 4610411"/>
              <a:gd name="connsiteX2" fmla="*/ 3808880 w 3808880"/>
              <a:gd name="connsiteY2" fmla="*/ 4563668 h 4610411"/>
              <a:gd name="connsiteX3" fmla="*/ 3662997 w 3808880"/>
              <a:gd name="connsiteY3" fmla="*/ 4588108 h 4610411"/>
              <a:gd name="connsiteX4" fmla="*/ 2365209 w 3808880"/>
              <a:gd name="connsiteY4" fmla="*/ 4478735 h 4610411"/>
              <a:gd name="connsiteX5" fmla="*/ 131676 w 3808880"/>
              <a:gd name="connsiteY5" fmla="*/ 414184 h 4610411"/>
              <a:gd name="connsiteX6" fmla="*/ 202352 w 3808880"/>
              <a:gd name="connsiteY6" fmla="*/ 199678 h 4610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08880" h="4610411">
                <a:moveTo>
                  <a:pt x="283478" y="0"/>
                </a:moveTo>
                <a:lnTo>
                  <a:pt x="3808880" y="0"/>
                </a:lnTo>
                <a:lnTo>
                  <a:pt x="3808880" y="4563668"/>
                </a:lnTo>
                <a:lnTo>
                  <a:pt x="3662997" y="4588108"/>
                </a:lnTo>
                <a:cubicBezTo>
                  <a:pt x="3239795" y="4637922"/>
                  <a:pt x="2799899" y="4605490"/>
                  <a:pt x="2365209" y="4478735"/>
                </a:cubicBezTo>
                <a:cubicBezTo>
                  <a:pt x="626813" y="3974999"/>
                  <a:pt x="-375346" y="2152944"/>
                  <a:pt x="131676" y="414184"/>
                </a:cubicBezTo>
                <a:cubicBezTo>
                  <a:pt x="152969" y="341370"/>
                  <a:pt x="176561" y="269849"/>
                  <a:pt x="202352" y="19967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940C047-5F17-45C5-B61E-F1301BFBEEB8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7A7F71E-E5A4-4864-A946-0089024B6202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MIO_VALID_LAYOUT">
            <a:extLst>
              <a:ext uri="{FF2B5EF4-FFF2-40B4-BE49-F238E27FC236}">
                <a16:creationId xmlns:a16="http://schemas.microsoft.com/office/drawing/2014/main" id="{201C8BB7-C003-4D62-A36C-59E40D82C39D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7147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3EED14A-8023-4A77-BCD7-7B5ACFE3A4C0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88BC8A-0F14-45FC-A224-A419CD31422A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CC0A8C8-908B-4876-838B-D7426CFF8F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06756" y="-3"/>
            <a:ext cx="4223298" cy="4481657"/>
          </a:xfrm>
          <a:custGeom>
            <a:avLst/>
            <a:gdLst>
              <a:gd name="connsiteX0" fmla="*/ 3538356 w 4223298"/>
              <a:gd name="connsiteY0" fmla="*/ 0 h 4481657"/>
              <a:gd name="connsiteX1" fmla="*/ 3490677 w 4223298"/>
              <a:gd name="connsiteY1" fmla="*/ 38723 h 4481657"/>
              <a:gd name="connsiteX2" fmla="*/ 3403576 w 4223298"/>
              <a:gd name="connsiteY2" fmla="*/ 156079 h 4481657"/>
              <a:gd name="connsiteX3" fmla="*/ 3401357 w 4223298"/>
              <a:gd name="connsiteY3" fmla="*/ 161166 h 4481657"/>
              <a:gd name="connsiteX4" fmla="*/ 3512121 w 4223298"/>
              <a:gd name="connsiteY4" fmla="*/ 789722 h 4481657"/>
              <a:gd name="connsiteX5" fmla="*/ 3523569 w 4223298"/>
              <a:gd name="connsiteY5" fmla="*/ 799566 h 4481657"/>
              <a:gd name="connsiteX6" fmla="*/ 3952718 w 4223298"/>
              <a:gd name="connsiteY6" fmla="*/ 1336983 h 4481657"/>
              <a:gd name="connsiteX7" fmla="*/ 3991432 w 4223298"/>
              <a:gd name="connsiteY7" fmla="*/ 3331889 h 4481657"/>
              <a:gd name="connsiteX8" fmla="*/ 1148949 w 4223298"/>
              <a:gd name="connsiteY8" fmla="*/ 4249384 h 4481657"/>
              <a:gd name="connsiteX9" fmla="*/ 233360 w 4223298"/>
              <a:gd name="connsiteY9" fmla="*/ 1405309 h 4481657"/>
              <a:gd name="connsiteX10" fmla="*/ 1872422 w 4223298"/>
              <a:gd name="connsiteY10" fmla="*/ 270080 h 4481657"/>
              <a:gd name="connsiteX11" fmla="*/ 2560204 w 4223298"/>
              <a:gd name="connsiteY11" fmla="*/ 303876 h 4481657"/>
              <a:gd name="connsiteX12" fmla="*/ 2575780 w 4223298"/>
              <a:gd name="connsiteY12" fmla="*/ 307044 h 4481657"/>
              <a:gd name="connsiteX13" fmla="*/ 3150496 w 4223298"/>
              <a:gd name="connsiteY13" fmla="*/ 31055 h 4481657"/>
              <a:gd name="connsiteX14" fmla="*/ 3152719 w 4223298"/>
              <a:gd name="connsiteY14" fmla="*/ 25969 h 4481657"/>
              <a:gd name="connsiteX15" fmla="*/ 3160882 w 4223298"/>
              <a:gd name="connsiteY15" fmla="*/ 1 h 4481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23298" h="4481657">
                <a:moveTo>
                  <a:pt x="3538356" y="0"/>
                </a:moveTo>
                <a:lnTo>
                  <a:pt x="3490677" y="38723"/>
                </a:lnTo>
                <a:cubicBezTo>
                  <a:pt x="3456229" y="71718"/>
                  <a:pt x="3426584" y="111010"/>
                  <a:pt x="3403576" y="156079"/>
                </a:cubicBezTo>
                <a:lnTo>
                  <a:pt x="3401357" y="161166"/>
                </a:lnTo>
                <a:cubicBezTo>
                  <a:pt x="3290286" y="376731"/>
                  <a:pt x="3342922" y="633486"/>
                  <a:pt x="3512121" y="789722"/>
                </a:cubicBezTo>
                <a:cubicBezTo>
                  <a:pt x="3515302" y="793533"/>
                  <a:pt x="3520388" y="795755"/>
                  <a:pt x="3523569" y="799566"/>
                </a:cubicBezTo>
                <a:cubicBezTo>
                  <a:pt x="3696264" y="956119"/>
                  <a:pt x="3841964" y="1138434"/>
                  <a:pt x="3952718" y="1336983"/>
                </a:cubicBezTo>
                <a:cubicBezTo>
                  <a:pt x="4286565" y="1934540"/>
                  <a:pt x="4325274" y="2678202"/>
                  <a:pt x="3991432" y="3331889"/>
                </a:cubicBezTo>
                <a:cubicBezTo>
                  <a:pt x="3458934" y="4371240"/>
                  <a:pt x="2186710" y="4779976"/>
                  <a:pt x="1148949" y="4249384"/>
                </a:cubicBezTo>
                <a:cubicBezTo>
                  <a:pt x="111187" y="3718791"/>
                  <a:pt x="-299453" y="2448157"/>
                  <a:pt x="233360" y="1405309"/>
                </a:cubicBezTo>
                <a:cubicBezTo>
                  <a:pt x="567201" y="751620"/>
                  <a:pt x="1193944" y="348149"/>
                  <a:pt x="1872422" y="270080"/>
                </a:cubicBezTo>
                <a:cubicBezTo>
                  <a:pt x="2098686" y="242893"/>
                  <a:pt x="2330384" y="253203"/>
                  <a:pt x="2560204" y="303876"/>
                </a:cubicBezTo>
                <a:cubicBezTo>
                  <a:pt x="2567196" y="304506"/>
                  <a:pt x="2570693" y="304823"/>
                  <a:pt x="2575780" y="307044"/>
                </a:cubicBezTo>
                <a:cubicBezTo>
                  <a:pt x="2802418" y="353905"/>
                  <a:pt x="3039426" y="246620"/>
                  <a:pt x="3150496" y="31055"/>
                </a:cubicBezTo>
                <a:lnTo>
                  <a:pt x="3152719" y="25969"/>
                </a:lnTo>
                <a:lnTo>
                  <a:pt x="3160882" y="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anchor="ctr">
            <a:noAutofit/>
          </a:bodyPr>
          <a:lstStyle>
            <a:lvl1pPr algn="ctr">
              <a:buClr>
                <a:schemeClr val="accent1"/>
              </a:buClr>
              <a:defRPr b="0">
                <a:solidFill>
                  <a:schemeClr val="accent4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1" name="Textplatzhalter 15">
            <a:extLst>
              <a:ext uri="{FF2B5EF4-FFF2-40B4-BE49-F238E27FC236}">
                <a16:creationId xmlns:a16="http://schemas.microsoft.com/office/drawing/2014/main" id="{49EC29E1-2F03-4CDC-886D-B8C9CF5064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MIO_VALID_LAYOUT">
            <a:extLst>
              <a:ext uri="{FF2B5EF4-FFF2-40B4-BE49-F238E27FC236}">
                <a16:creationId xmlns:a16="http://schemas.microsoft.com/office/drawing/2014/main" id="{E74E5B3B-75A8-44E8-95DD-534037D10587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1800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2E6BA80-B432-4B7E-A5BB-AD4089D127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710342" y="1869997"/>
            <a:ext cx="4481658" cy="4223299"/>
          </a:xfrm>
          <a:custGeom>
            <a:avLst/>
            <a:gdLst>
              <a:gd name="connsiteX0" fmla="*/ 2061480 w 4481658"/>
              <a:gd name="connsiteY0" fmla="*/ 597 h 4223299"/>
              <a:gd name="connsiteX1" fmla="*/ 3076348 w 4481658"/>
              <a:gd name="connsiteY1" fmla="*/ 233360 h 4223299"/>
              <a:gd name="connsiteX2" fmla="*/ 4211578 w 4481658"/>
              <a:gd name="connsiteY2" fmla="*/ 1872423 h 4223299"/>
              <a:gd name="connsiteX3" fmla="*/ 4177782 w 4481658"/>
              <a:gd name="connsiteY3" fmla="*/ 2560205 h 4223299"/>
              <a:gd name="connsiteX4" fmla="*/ 4174614 w 4481658"/>
              <a:gd name="connsiteY4" fmla="*/ 2575781 h 4223299"/>
              <a:gd name="connsiteX5" fmla="*/ 4450602 w 4481658"/>
              <a:gd name="connsiteY5" fmla="*/ 3150497 h 4223299"/>
              <a:gd name="connsiteX6" fmla="*/ 4455688 w 4481658"/>
              <a:gd name="connsiteY6" fmla="*/ 3152720 h 4223299"/>
              <a:gd name="connsiteX7" fmla="*/ 4481656 w 4481658"/>
              <a:gd name="connsiteY7" fmla="*/ 3160883 h 4223299"/>
              <a:gd name="connsiteX8" fmla="*/ 4481658 w 4481658"/>
              <a:gd name="connsiteY8" fmla="*/ 3538357 h 4223299"/>
              <a:gd name="connsiteX9" fmla="*/ 4442934 w 4481658"/>
              <a:gd name="connsiteY9" fmla="*/ 3490678 h 4223299"/>
              <a:gd name="connsiteX10" fmla="*/ 4325578 w 4481658"/>
              <a:gd name="connsiteY10" fmla="*/ 3403577 h 4223299"/>
              <a:gd name="connsiteX11" fmla="*/ 4320492 w 4481658"/>
              <a:gd name="connsiteY11" fmla="*/ 3401358 h 4223299"/>
              <a:gd name="connsiteX12" fmla="*/ 3691936 w 4481658"/>
              <a:gd name="connsiteY12" fmla="*/ 3512122 h 4223299"/>
              <a:gd name="connsiteX13" fmla="*/ 3682092 w 4481658"/>
              <a:gd name="connsiteY13" fmla="*/ 3523570 h 4223299"/>
              <a:gd name="connsiteX14" fmla="*/ 3144674 w 4481658"/>
              <a:gd name="connsiteY14" fmla="*/ 3952719 h 4223299"/>
              <a:gd name="connsiteX15" fmla="*/ 1149768 w 4481658"/>
              <a:gd name="connsiteY15" fmla="*/ 3991433 h 4223299"/>
              <a:gd name="connsiteX16" fmla="*/ 232273 w 4481658"/>
              <a:gd name="connsiteY16" fmla="*/ 1148950 h 4223299"/>
              <a:gd name="connsiteX17" fmla="*/ 2061480 w 4481658"/>
              <a:gd name="connsiteY17" fmla="*/ 597 h 4223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481658" h="4223299">
                <a:moveTo>
                  <a:pt x="2061480" y="597"/>
                </a:moveTo>
                <a:cubicBezTo>
                  <a:pt x="2402323" y="-7514"/>
                  <a:pt x="2750458" y="66856"/>
                  <a:pt x="3076348" y="233360"/>
                </a:cubicBezTo>
                <a:cubicBezTo>
                  <a:pt x="3730038" y="567201"/>
                  <a:pt x="4133508" y="1193945"/>
                  <a:pt x="4211578" y="1872423"/>
                </a:cubicBezTo>
                <a:cubicBezTo>
                  <a:pt x="4238764" y="2098687"/>
                  <a:pt x="4228454" y="2330385"/>
                  <a:pt x="4177782" y="2560205"/>
                </a:cubicBezTo>
                <a:cubicBezTo>
                  <a:pt x="4177152" y="2567197"/>
                  <a:pt x="4176834" y="2570694"/>
                  <a:pt x="4174614" y="2575781"/>
                </a:cubicBezTo>
                <a:cubicBezTo>
                  <a:pt x="4127752" y="2802419"/>
                  <a:pt x="4235038" y="3039427"/>
                  <a:pt x="4450602" y="3150497"/>
                </a:cubicBezTo>
                <a:lnTo>
                  <a:pt x="4455688" y="3152720"/>
                </a:lnTo>
                <a:lnTo>
                  <a:pt x="4481656" y="3160883"/>
                </a:lnTo>
                <a:lnTo>
                  <a:pt x="4481658" y="3538357"/>
                </a:lnTo>
                <a:lnTo>
                  <a:pt x="4442934" y="3490678"/>
                </a:lnTo>
                <a:cubicBezTo>
                  <a:pt x="4409940" y="3456230"/>
                  <a:pt x="4370648" y="3426585"/>
                  <a:pt x="4325578" y="3403577"/>
                </a:cubicBezTo>
                <a:lnTo>
                  <a:pt x="4320492" y="3401358"/>
                </a:lnTo>
                <a:cubicBezTo>
                  <a:pt x="4104926" y="3290287"/>
                  <a:pt x="3848172" y="3342923"/>
                  <a:pt x="3691936" y="3512122"/>
                </a:cubicBezTo>
                <a:cubicBezTo>
                  <a:pt x="3688124" y="3515303"/>
                  <a:pt x="3685902" y="3520389"/>
                  <a:pt x="3682092" y="3523570"/>
                </a:cubicBezTo>
                <a:cubicBezTo>
                  <a:pt x="3525538" y="3696265"/>
                  <a:pt x="3343224" y="3841965"/>
                  <a:pt x="3144674" y="3952719"/>
                </a:cubicBezTo>
                <a:cubicBezTo>
                  <a:pt x="2547118" y="4286566"/>
                  <a:pt x="1803456" y="4325275"/>
                  <a:pt x="1149768" y="3991433"/>
                </a:cubicBezTo>
                <a:cubicBezTo>
                  <a:pt x="110417" y="3458935"/>
                  <a:pt x="-298319" y="2186711"/>
                  <a:pt x="232273" y="1148950"/>
                </a:cubicBezTo>
                <a:cubicBezTo>
                  <a:pt x="597056" y="435488"/>
                  <a:pt x="1311623" y="18440"/>
                  <a:pt x="2061480" y="597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432000" rIns="612000" anchor="ctr">
            <a:noAutofit/>
          </a:bodyPr>
          <a:lstStyle>
            <a:lvl1pPr algn="ctr">
              <a:buClr>
                <a:schemeClr val="accent1"/>
              </a:buClr>
              <a:defRPr b="0">
                <a:solidFill>
                  <a:schemeClr val="accent4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7F560A8-EB0D-40D3-9858-3D3DDCA42A29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1E9635-0A2D-4D3A-82B4-E8154430E91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platzhalter 15">
            <a:extLst>
              <a:ext uri="{FF2B5EF4-FFF2-40B4-BE49-F238E27FC236}">
                <a16:creationId xmlns:a16="http://schemas.microsoft.com/office/drawing/2014/main" id="{9FC5AB75-A3ED-4FE1-9C9C-9967356BCC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MIO_VALID_LAYOUT">
            <a:extLst>
              <a:ext uri="{FF2B5EF4-FFF2-40B4-BE49-F238E27FC236}">
                <a16:creationId xmlns:a16="http://schemas.microsoft.com/office/drawing/2014/main" id="{6782D623-82ED-496B-8D25-9F918EBC7D17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20844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 lIns="4248000" r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B001B64-8D09-4EE2-A585-CDC9DA37177F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1BB50E3-D0E3-4A55-9ED8-E4B7FD4E1F42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platzhalter 15">
            <a:extLst>
              <a:ext uri="{FF2B5EF4-FFF2-40B4-BE49-F238E27FC236}">
                <a16:creationId xmlns:a16="http://schemas.microsoft.com/office/drawing/2014/main" id="{76C7D241-648B-410A-B4DE-9D7A38FF3F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10675668-0074-4172-9DCB-580AF28CA6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-2" y="-1"/>
            <a:ext cx="4655842" cy="5373217"/>
          </a:xfrm>
          <a:custGeom>
            <a:avLst/>
            <a:gdLst>
              <a:gd name="connsiteX0" fmla="*/ 0 w 4655842"/>
              <a:gd name="connsiteY0" fmla="*/ 0 h 5373217"/>
              <a:gd name="connsiteX1" fmla="*/ 4655842 w 4655842"/>
              <a:gd name="connsiteY1" fmla="*/ 0 h 5373217"/>
              <a:gd name="connsiteX2" fmla="*/ 4655842 w 4655842"/>
              <a:gd name="connsiteY2" fmla="*/ 1 h 5373217"/>
              <a:gd name="connsiteX3" fmla="*/ 3724787 w 4655842"/>
              <a:gd name="connsiteY3" fmla="*/ 1 h 5373217"/>
              <a:gd name="connsiteX4" fmla="*/ 3881681 w 4655842"/>
              <a:gd name="connsiteY4" fmla="*/ 207071 h 5373217"/>
              <a:gd name="connsiteX5" fmla="*/ 4089011 w 4655842"/>
              <a:gd name="connsiteY5" fmla="*/ 3463749 h 5373217"/>
              <a:gd name="connsiteX6" fmla="*/ 1326317 w 4655842"/>
              <a:gd name="connsiteY6" fmla="*/ 5198134 h 5373217"/>
              <a:gd name="connsiteX7" fmla="*/ 168290 w 4655842"/>
              <a:gd name="connsiteY7" fmla="*/ 5009329 h 5373217"/>
              <a:gd name="connsiteX8" fmla="*/ 2 w 4655842"/>
              <a:gd name="connsiteY8" fmla="*/ 4942497 h 5373217"/>
              <a:gd name="connsiteX9" fmla="*/ 2 w 4655842"/>
              <a:gd name="connsiteY9" fmla="*/ 5373217 h 5373217"/>
              <a:gd name="connsiteX10" fmla="*/ 0 w 4655842"/>
              <a:gd name="connsiteY10" fmla="*/ 5373217 h 5373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55842" h="5373217">
                <a:moveTo>
                  <a:pt x="0" y="0"/>
                </a:moveTo>
                <a:lnTo>
                  <a:pt x="4655842" y="0"/>
                </a:lnTo>
                <a:lnTo>
                  <a:pt x="4655842" y="1"/>
                </a:lnTo>
                <a:lnTo>
                  <a:pt x="3724787" y="1"/>
                </a:lnTo>
                <a:lnTo>
                  <a:pt x="3881681" y="207071"/>
                </a:lnTo>
                <a:cubicBezTo>
                  <a:pt x="4520336" y="1141262"/>
                  <a:pt x="4639950" y="2386193"/>
                  <a:pt x="4089011" y="3463749"/>
                </a:cubicBezTo>
                <a:cubicBezTo>
                  <a:pt x="3538071" y="4541308"/>
                  <a:pt x="2458844" y="5171185"/>
                  <a:pt x="1326317" y="5198134"/>
                </a:cubicBezTo>
                <a:cubicBezTo>
                  <a:pt x="940230" y="5207321"/>
                  <a:pt x="547948" y="5146437"/>
                  <a:pt x="168290" y="5009329"/>
                </a:cubicBezTo>
                <a:lnTo>
                  <a:pt x="2" y="4942497"/>
                </a:lnTo>
                <a:lnTo>
                  <a:pt x="2" y="5373217"/>
                </a:lnTo>
                <a:lnTo>
                  <a:pt x="0" y="537321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360000" bIns="360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0"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4045943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CF16DAC-4540-4D05-80B9-9AA3D420C25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0C1029-0B85-4558-99DF-842F181DFF7D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platzhalter 15">
            <a:extLst>
              <a:ext uri="{FF2B5EF4-FFF2-40B4-BE49-F238E27FC236}">
                <a16:creationId xmlns:a16="http://schemas.microsoft.com/office/drawing/2014/main" id="{20F84C64-9218-4F5D-BAC1-4F0EC2B5EA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FF2EC17-5AFB-47F0-B3DA-85E25CCC035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6600056" y="0"/>
            <a:ext cx="5591944" cy="4488272"/>
          </a:xfrm>
          <a:custGeom>
            <a:avLst/>
            <a:gdLst>
              <a:gd name="connsiteX0" fmla="*/ 331502 w 5591944"/>
              <a:gd name="connsiteY0" fmla="*/ 0 h 4488272"/>
              <a:gd name="connsiteX1" fmla="*/ 5591944 w 5591944"/>
              <a:gd name="connsiteY1" fmla="*/ 0 h 4488272"/>
              <a:gd name="connsiteX2" fmla="*/ 5591944 w 5591944"/>
              <a:gd name="connsiteY2" fmla="*/ 3218566 h 4488272"/>
              <a:gd name="connsiteX3" fmla="*/ 5511842 w 5591944"/>
              <a:gd name="connsiteY3" fmla="*/ 3329626 h 4488272"/>
              <a:gd name="connsiteX4" fmla="*/ 1684723 w 5591944"/>
              <a:gd name="connsiteY4" fmla="*/ 4147686 h 4488272"/>
              <a:gd name="connsiteX5" fmla="*/ 876 w 5591944"/>
              <a:gd name="connsiteY5" fmla="*/ 1465491 h 4488272"/>
              <a:gd name="connsiteX6" fmla="*/ 256930 w 5591944"/>
              <a:gd name="connsiteY6" fmla="*/ 158016 h 4488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91944" h="4488272">
                <a:moveTo>
                  <a:pt x="331502" y="0"/>
                </a:moveTo>
                <a:lnTo>
                  <a:pt x="5591944" y="0"/>
                </a:lnTo>
                <a:lnTo>
                  <a:pt x="5591944" y="3218566"/>
                </a:lnTo>
                <a:lnTo>
                  <a:pt x="5511842" y="3329626"/>
                </a:lnTo>
                <a:cubicBezTo>
                  <a:pt x="4610891" y="4454678"/>
                  <a:pt x="3016197" y="4828449"/>
                  <a:pt x="1684723" y="4147686"/>
                </a:cubicBezTo>
                <a:cubicBezTo>
                  <a:pt x="638563" y="3612799"/>
                  <a:pt x="27039" y="2565018"/>
                  <a:pt x="876" y="1465491"/>
                </a:cubicBezTo>
                <a:cubicBezTo>
                  <a:pt x="-9531" y="1028181"/>
                  <a:pt x="72660" y="582684"/>
                  <a:pt x="256930" y="158016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bIns="360000" anchor="ctr">
            <a:noAutofit/>
          </a:bodyPr>
          <a:lstStyle>
            <a:lvl1pPr algn="ctr">
              <a:buClr>
                <a:schemeClr val="accent1"/>
              </a:buClr>
              <a:defRPr b="0">
                <a:solidFill>
                  <a:schemeClr val="accent4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8" name="MIO_VALID_LAYOUT">
            <a:extLst>
              <a:ext uri="{FF2B5EF4-FFF2-40B4-BE49-F238E27FC236}">
                <a16:creationId xmlns:a16="http://schemas.microsoft.com/office/drawing/2014/main" id="{640617E4-3FB4-403F-969B-C7317CC599A4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8541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B630C4E-B901-4965-BF07-4CB0E1A5DE4F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1DB4429E-4BA6-43C6-90A1-85E5F1B70393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4634922 w 12192000"/>
              <a:gd name="connsiteY1" fmla="*/ 0 h 6858000"/>
              <a:gd name="connsiteX2" fmla="*/ 4735468 w 12192000"/>
              <a:gd name="connsiteY2" fmla="*/ 100836 h 6858000"/>
              <a:gd name="connsiteX3" fmla="*/ 5031445 w 12192000"/>
              <a:gd name="connsiteY3" fmla="*/ 351429 h 6858000"/>
              <a:gd name="connsiteX4" fmla="*/ 6778070 w 12192000"/>
              <a:gd name="connsiteY4" fmla="*/ 411555 h 6858000"/>
              <a:gd name="connsiteX5" fmla="*/ 6809799 w 12192000"/>
              <a:gd name="connsiteY5" fmla="*/ 387413 h 6858000"/>
              <a:gd name="connsiteX6" fmla="*/ 7151340 w 12192000"/>
              <a:gd name="connsiteY6" fmla="*/ 150575 h 6858000"/>
              <a:gd name="connsiteX7" fmla="*/ 7343665 w 12192000"/>
              <a:gd name="connsiteY7" fmla="*/ 32811 h 6858000"/>
              <a:gd name="connsiteX8" fmla="*/ 740243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4900352 w 12192000"/>
              <a:gd name="connsiteY11" fmla="*/ 6858000 h 6858000"/>
              <a:gd name="connsiteX12" fmla="*/ 4801357 w 12192000"/>
              <a:gd name="connsiteY12" fmla="*/ 6569230 h 6858000"/>
              <a:gd name="connsiteX13" fmla="*/ 5002217 w 12192000"/>
              <a:gd name="connsiteY13" fmla="*/ 2691566 h 6858000"/>
              <a:gd name="connsiteX14" fmla="*/ 5179633 w 12192000"/>
              <a:gd name="connsiteY14" fmla="*/ 2315493 h 6858000"/>
              <a:gd name="connsiteX15" fmla="*/ 5198082 w 12192000"/>
              <a:gd name="connsiteY15" fmla="*/ 2280349 h 6858000"/>
              <a:gd name="connsiteX16" fmla="*/ 4849946 w 12192000"/>
              <a:gd name="connsiteY16" fmla="*/ 567669 h 6858000"/>
              <a:gd name="connsiteX17" fmla="*/ 4553748 w 12192000"/>
              <a:gd name="connsiteY17" fmla="*/ 317195 h 6858000"/>
              <a:gd name="connsiteX18" fmla="*/ 3365160 w 12192000"/>
              <a:gd name="connsiteY18" fmla="*/ 267160 h 6858000"/>
              <a:gd name="connsiteX19" fmla="*/ 3355687 w 12192000"/>
              <a:gd name="connsiteY19" fmla="*/ 272652 h 6858000"/>
              <a:gd name="connsiteX20" fmla="*/ 154115 w 12192000"/>
              <a:gd name="connsiteY20" fmla="*/ 936062 h 6858000"/>
              <a:gd name="connsiteX21" fmla="*/ 0 w 12192000"/>
              <a:gd name="connsiteY21" fmla="*/ 8946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4634922" y="0"/>
                </a:lnTo>
                <a:lnTo>
                  <a:pt x="4735468" y="100836"/>
                </a:lnTo>
                <a:lnTo>
                  <a:pt x="5031445" y="351429"/>
                </a:lnTo>
                <a:cubicBezTo>
                  <a:pt x="5529740" y="772901"/>
                  <a:pt x="6251890" y="797705"/>
                  <a:pt x="6778070" y="411555"/>
                </a:cubicBezTo>
                <a:cubicBezTo>
                  <a:pt x="6788726" y="403651"/>
                  <a:pt x="6799387" y="395743"/>
                  <a:pt x="6809799" y="387413"/>
                </a:cubicBezTo>
                <a:cubicBezTo>
                  <a:pt x="6921236" y="303821"/>
                  <a:pt x="7035086" y="224875"/>
                  <a:pt x="7151340" y="150575"/>
                </a:cubicBezTo>
                <a:cubicBezTo>
                  <a:pt x="7214790" y="109944"/>
                  <a:pt x="7278913" y="70688"/>
                  <a:pt x="7343665" y="32811"/>
                </a:cubicBezTo>
                <a:lnTo>
                  <a:pt x="7402430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4900352" y="6858000"/>
                </a:lnTo>
                <a:lnTo>
                  <a:pt x="4801357" y="6569230"/>
                </a:lnTo>
                <a:cubicBezTo>
                  <a:pt x="4413580" y="5308155"/>
                  <a:pt x="4473484" y="3929860"/>
                  <a:pt x="5002217" y="2691566"/>
                </a:cubicBezTo>
                <a:cubicBezTo>
                  <a:pt x="5056573" y="2564569"/>
                  <a:pt x="5115599" y="2439185"/>
                  <a:pt x="5179633" y="2315493"/>
                </a:cubicBezTo>
                <a:cubicBezTo>
                  <a:pt x="5185827" y="2303850"/>
                  <a:pt x="5192018" y="2292207"/>
                  <a:pt x="5198082" y="2280349"/>
                </a:cubicBezTo>
                <a:cubicBezTo>
                  <a:pt x="5491822" y="1697648"/>
                  <a:pt x="5348026" y="989266"/>
                  <a:pt x="4849946" y="567669"/>
                </a:cubicBezTo>
                <a:lnTo>
                  <a:pt x="4553748" y="317195"/>
                </a:lnTo>
                <a:cubicBezTo>
                  <a:pt x="4215329" y="31100"/>
                  <a:pt x="3726329" y="10607"/>
                  <a:pt x="3365160" y="267160"/>
                </a:cubicBezTo>
                <a:cubicBezTo>
                  <a:pt x="3362146" y="268907"/>
                  <a:pt x="3358917" y="270779"/>
                  <a:pt x="3355687" y="272652"/>
                </a:cubicBezTo>
                <a:cubicBezTo>
                  <a:pt x="2431949" y="959426"/>
                  <a:pt x="1258696" y="1195685"/>
                  <a:pt x="154115" y="936062"/>
                </a:cubicBezTo>
                <a:lnTo>
                  <a:pt x="0" y="8946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4248000" rIns="0" anchor="ctr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CA1375-8F7D-42C5-A901-4200A4BDB4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69902B-6C61-4A01-B801-664A1C1FA7FB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platzhalter 15">
            <a:extLst>
              <a:ext uri="{FF2B5EF4-FFF2-40B4-BE49-F238E27FC236}">
                <a16:creationId xmlns:a16="http://schemas.microsoft.com/office/drawing/2014/main" id="{A95A09B1-9F5B-418A-A90F-5C50769FF7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420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912922F7-B559-450B-91E0-F545E49F896E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8F36671B-9AB0-40D4-B41B-77B5BFCC31C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1" y="0"/>
            <a:ext cx="8328248" cy="6858000"/>
          </a:xfrm>
          <a:custGeom>
            <a:avLst/>
            <a:gdLst>
              <a:gd name="connsiteX0" fmla="*/ 0 w 8328248"/>
              <a:gd name="connsiteY0" fmla="*/ 0 h 6858000"/>
              <a:gd name="connsiteX1" fmla="*/ 7718090 w 8328248"/>
              <a:gd name="connsiteY1" fmla="*/ 0 h 6858000"/>
              <a:gd name="connsiteX2" fmla="*/ 7795690 w 8328248"/>
              <a:gd name="connsiteY2" fmla="*/ 151513 h 6858000"/>
              <a:gd name="connsiteX3" fmla="*/ 8328248 w 8328248"/>
              <a:gd name="connsiteY3" fmla="*/ 2492896 h 6858000"/>
              <a:gd name="connsiteX4" fmla="*/ 6158913 w 8328248"/>
              <a:gd name="connsiteY4" fmla="*/ 6820588 h 6858000"/>
              <a:gd name="connsiteX5" fmla="*/ 6106303 w 8328248"/>
              <a:gd name="connsiteY5" fmla="*/ 6858000 h 6858000"/>
              <a:gd name="connsiteX6" fmla="*/ 0 w 832824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28248" h="6858000">
                <a:moveTo>
                  <a:pt x="0" y="0"/>
                </a:moveTo>
                <a:lnTo>
                  <a:pt x="7718090" y="0"/>
                </a:lnTo>
                <a:lnTo>
                  <a:pt x="7795690" y="151513"/>
                </a:lnTo>
                <a:cubicBezTo>
                  <a:pt x="8136986" y="859817"/>
                  <a:pt x="8328248" y="1654021"/>
                  <a:pt x="8328248" y="2492896"/>
                </a:cubicBezTo>
                <a:cubicBezTo>
                  <a:pt x="8328248" y="4263856"/>
                  <a:pt x="7475833" y="5835724"/>
                  <a:pt x="6158913" y="6820588"/>
                </a:cubicBezTo>
                <a:lnTo>
                  <a:pt x="610630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4248000" rIns="0" anchor="ctr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D57763F-0765-4D74-833B-D0D12423DDD7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1A1D610-35CA-4D1E-8529-806F8B244937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platzhalter 15">
            <a:extLst>
              <a:ext uri="{FF2B5EF4-FFF2-40B4-BE49-F238E27FC236}">
                <a16:creationId xmlns:a16="http://schemas.microsoft.com/office/drawing/2014/main" id="{2439AE5C-00D6-4500-A0FC-9402025A03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567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540F3DA8-5ED5-45FC-8C76-06B5EB960C5A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885FD2EB-2589-44AE-8584-D026502A0A6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4007768" y="0"/>
            <a:ext cx="8184233" cy="6858000"/>
          </a:xfrm>
          <a:custGeom>
            <a:avLst/>
            <a:gdLst>
              <a:gd name="connsiteX0" fmla="*/ 3792831 w 8184233"/>
              <a:gd name="connsiteY0" fmla="*/ 0 h 6858000"/>
              <a:gd name="connsiteX1" fmla="*/ 7008369 w 8184233"/>
              <a:gd name="connsiteY1" fmla="*/ 0 h 6858000"/>
              <a:gd name="connsiteX2" fmla="*/ 7257507 w 8184233"/>
              <a:gd name="connsiteY2" fmla="*/ 84299 h 6858000"/>
              <a:gd name="connsiteX3" fmla="*/ 7974847 w 8184233"/>
              <a:gd name="connsiteY3" fmla="*/ 408415 h 6858000"/>
              <a:gd name="connsiteX4" fmla="*/ 8184232 w 8184233"/>
              <a:gd name="connsiteY4" fmla="*/ 528810 h 6858000"/>
              <a:gd name="connsiteX5" fmla="*/ 8184232 w 8184233"/>
              <a:gd name="connsiteY5" fmla="*/ 0 h 6858000"/>
              <a:gd name="connsiteX6" fmla="*/ 8184233 w 8184233"/>
              <a:gd name="connsiteY6" fmla="*/ 0 h 6858000"/>
              <a:gd name="connsiteX7" fmla="*/ 8184233 w 8184233"/>
              <a:gd name="connsiteY7" fmla="*/ 6858000 h 6858000"/>
              <a:gd name="connsiteX8" fmla="*/ 274889 w 8184233"/>
              <a:gd name="connsiteY8" fmla="*/ 6858000 h 6858000"/>
              <a:gd name="connsiteX9" fmla="*/ 242801 w 8184233"/>
              <a:gd name="connsiteY9" fmla="*/ 6763165 h 6858000"/>
              <a:gd name="connsiteX10" fmla="*/ 0 w 8184233"/>
              <a:gd name="connsiteY10" fmla="*/ 5157192 h 6858000"/>
              <a:gd name="connsiteX11" fmla="*/ 3543693 w 8184233"/>
              <a:gd name="connsiteY11" fmla="*/ 842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84233" h="6858000">
                <a:moveTo>
                  <a:pt x="3792831" y="0"/>
                </a:moveTo>
                <a:lnTo>
                  <a:pt x="7008369" y="0"/>
                </a:lnTo>
                <a:lnTo>
                  <a:pt x="7257507" y="84299"/>
                </a:lnTo>
                <a:cubicBezTo>
                  <a:pt x="7505656" y="175158"/>
                  <a:pt x="7745278" y="283706"/>
                  <a:pt x="7974847" y="408415"/>
                </a:cubicBezTo>
                <a:lnTo>
                  <a:pt x="8184232" y="528810"/>
                </a:lnTo>
                <a:lnTo>
                  <a:pt x="8184232" y="0"/>
                </a:lnTo>
                <a:lnTo>
                  <a:pt x="8184233" y="0"/>
                </a:lnTo>
                <a:lnTo>
                  <a:pt x="8184233" y="6858000"/>
                </a:lnTo>
                <a:lnTo>
                  <a:pt x="274889" y="6858000"/>
                </a:lnTo>
                <a:lnTo>
                  <a:pt x="242801" y="6763165"/>
                </a:lnTo>
                <a:cubicBezTo>
                  <a:pt x="85006" y="6255839"/>
                  <a:pt x="0" y="5716443"/>
                  <a:pt x="0" y="5157192"/>
                </a:cubicBezTo>
                <a:cubicBezTo>
                  <a:pt x="0" y="2826982"/>
                  <a:pt x="1475788" y="841461"/>
                  <a:pt x="3543693" y="84299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4248000" rIns="0" anchor="ctr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8C79E93-0F37-4996-8B1C-0428F88A8CB1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A4A2CF-4B14-4E9F-AB4C-09C13D9CF028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platzhalter 15">
            <a:extLst>
              <a:ext uri="{FF2B5EF4-FFF2-40B4-BE49-F238E27FC236}">
                <a16:creationId xmlns:a16="http://schemas.microsoft.com/office/drawing/2014/main" id="{3B18260E-25A7-42AB-B431-A1456E946C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9478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AC189E6B-8C7E-42D7-95DB-BC92587185E7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9D711100-5BD6-4358-BD8C-A8530563D7E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1" y="0"/>
            <a:ext cx="9123209" cy="6858000"/>
          </a:xfrm>
          <a:custGeom>
            <a:avLst/>
            <a:gdLst>
              <a:gd name="connsiteX0" fmla="*/ 0 w 9123209"/>
              <a:gd name="connsiteY0" fmla="*/ 0 h 6858000"/>
              <a:gd name="connsiteX1" fmla="*/ 6593400 w 9123209"/>
              <a:gd name="connsiteY1" fmla="*/ 0 h 6858000"/>
              <a:gd name="connsiteX2" fmla="*/ 6579105 w 9123209"/>
              <a:gd name="connsiteY2" fmla="*/ 42249 h 6858000"/>
              <a:gd name="connsiteX3" fmla="*/ 6312024 w 9123209"/>
              <a:gd name="connsiteY3" fmla="*/ 1808820 h 6858000"/>
              <a:gd name="connsiteX4" fmla="*/ 8931205 w 9123209"/>
              <a:gd name="connsiteY4" fmla="*/ 6734909 h 6858000"/>
              <a:gd name="connsiteX5" fmla="*/ 9123209 w 9123209"/>
              <a:gd name="connsiteY5" fmla="*/ 6858000 h 6858000"/>
              <a:gd name="connsiteX6" fmla="*/ 0 w 912320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23209" h="6858000">
                <a:moveTo>
                  <a:pt x="0" y="0"/>
                </a:moveTo>
                <a:lnTo>
                  <a:pt x="6593400" y="0"/>
                </a:lnTo>
                <a:lnTo>
                  <a:pt x="6579105" y="42249"/>
                </a:lnTo>
                <a:cubicBezTo>
                  <a:pt x="6405530" y="600309"/>
                  <a:pt x="6312024" y="1193645"/>
                  <a:pt x="6312024" y="1808820"/>
                </a:cubicBezTo>
                <a:cubicBezTo>
                  <a:pt x="6312024" y="3859405"/>
                  <a:pt x="7350979" y="5667329"/>
                  <a:pt x="8931205" y="6734909"/>
                </a:cubicBezTo>
                <a:lnTo>
                  <a:pt x="912320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4248000" rIns="0" anchor="ctr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66C2BDA-0E76-4A89-B9CF-6EB76C4EE898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25C3C0E-F264-4DB8-AE05-F2BA5949B4DF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Logo Merck">
            <a:extLst>
              <a:ext uri="{FF2B5EF4-FFF2-40B4-BE49-F238E27FC236}">
                <a16:creationId xmlns:a16="http://schemas.microsoft.com/office/drawing/2014/main" id="{E6835D9E-AE26-48C5-9A63-5734CFD2F557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13" name="Logo K">
              <a:extLst>
                <a:ext uri="{FF2B5EF4-FFF2-40B4-BE49-F238E27FC236}">
                  <a16:creationId xmlns:a16="http://schemas.microsoft.com/office/drawing/2014/main" id="{09BDAC20-5B23-413E-BB04-B184F0FC2E4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Logo C">
              <a:extLst>
                <a:ext uri="{FF2B5EF4-FFF2-40B4-BE49-F238E27FC236}">
                  <a16:creationId xmlns:a16="http://schemas.microsoft.com/office/drawing/2014/main" id="{E213BEF6-1413-4BC6-925C-A4E597512BF2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Logo R">
              <a:extLst>
                <a:ext uri="{FF2B5EF4-FFF2-40B4-BE49-F238E27FC236}">
                  <a16:creationId xmlns:a16="http://schemas.microsoft.com/office/drawing/2014/main" id="{0C81EEFC-7C4F-43AF-BCF4-70B4D09D2BD0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Logo E">
              <a:extLst>
                <a:ext uri="{FF2B5EF4-FFF2-40B4-BE49-F238E27FC236}">
                  <a16:creationId xmlns:a16="http://schemas.microsoft.com/office/drawing/2014/main" id="{65B93085-7A82-4F78-99AA-38D39E4ACBDE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Logo M">
              <a:extLst>
                <a:ext uri="{FF2B5EF4-FFF2-40B4-BE49-F238E27FC236}">
                  <a16:creationId xmlns:a16="http://schemas.microsoft.com/office/drawing/2014/main" id="{E9B5B955-7CC1-4A98-927B-9650D7AEFA92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941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phone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AFE38670-B47B-4D7D-9B27-04995187E8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06181" y="-1241"/>
            <a:ext cx="7791449" cy="6069582"/>
          </a:xfrm>
          <a:prstGeom prst="rect">
            <a:avLst/>
          </a:prstGeom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0BDD493-4EB1-4589-B5D3-2B7B21E2531D}"/>
              </a:ext>
            </a:extLst>
          </p:cNvPr>
          <p:cNvGrpSpPr/>
          <p:nvPr userDrawn="1"/>
        </p:nvGrpSpPr>
        <p:grpSpPr>
          <a:xfrm>
            <a:off x="8845421" y="404813"/>
            <a:ext cx="2723187" cy="5688012"/>
            <a:chOff x="8845421" y="404813"/>
            <a:chExt cx="2723187" cy="5688012"/>
          </a:xfrm>
        </p:grpSpPr>
        <p:sp>
          <p:nvSpPr>
            <p:cNvPr id="14" name="Rechteck: abgerundete Ecken 13">
              <a:extLst>
                <a:ext uri="{FF2B5EF4-FFF2-40B4-BE49-F238E27FC236}">
                  <a16:creationId xmlns:a16="http://schemas.microsoft.com/office/drawing/2014/main" id="{94D61861-77F2-42C5-8A58-AB979804AAAF}"/>
                </a:ext>
              </a:extLst>
            </p:cNvPr>
            <p:cNvSpPr/>
            <p:nvPr/>
          </p:nvSpPr>
          <p:spPr bwMode="gray">
            <a:xfrm>
              <a:off x="8910870" y="467046"/>
              <a:ext cx="2592288" cy="5472609"/>
            </a:xfrm>
            <a:prstGeom prst="roundRect">
              <a:avLst>
                <a:gd name="adj" fmla="val 10515"/>
              </a:avLst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marL="0" indent="0" algn="ctr"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None/>
              </a:pPr>
              <a:endParaRPr lang="en-US" sz="1600" kern="0" dirty="0">
                <a:solidFill>
                  <a:srgbClr val="FFFFFF"/>
                </a:solidFill>
                <a:latin typeface="Verdana"/>
              </a:endParaRPr>
            </a:p>
          </p:txBody>
        </p:sp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5CB66B8D-EF7A-4697-B4AA-1C1B3942A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45421" y="404813"/>
              <a:ext cx="2723187" cy="5688012"/>
            </a:xfrm>
            <a:prstGeom prst="rect">
              <a:avLst/>
            </a:prstGeom>
          </p:spPr>
        </p:pic>
      </p:grpSp>
      <p:sp>
        <p:nvSpPr>
          <p:cNvPr id="5" name="Footer Placeholder 4"/>
          <p:cNvSpPr>
            <a:spLocks noGrp="1"/>
          </p:cNvSpPr>
          <p:nvPr userDrawn="1"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3" name="Slide Number Placeholder 12"/>
          <p:cNvSpPr>
            <a:spLocks noGrp="1"/>
          </p:cNvSpPr>
          <p:nvPr userDrawn="1"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27D2133F-0878-4B27-A4DD-2E7FC88B72CB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 bwMode="gray">
          <a:xfrm>
            <a:off x="8942172" y="481031"/>
            <a:ext cx="2533135" cy="5413142"/>
          </a:xfrm>
          <a:custGeom>
            <a:avLst/>
            <a:gdLst>
              <a:gd name="connsiteX0" fmla="*/ 291317 w 2533135"/>
              <a:gd name="connsiteY0" fmla="*/ 0 h 5413139"/>
              <a:gd name="connsiteX1" fmla="*/ 1105015 w 2533135"/>
              <a:gd name="connsiteY1" fmla="*/ 0 h 5413139"/>
              <a:gd name="connsiteX2" fmla="*/ 1114559 w 2533135"/>
              <a:gd name="connsiteY2" fmla="*/ 35573 h 5413139"/>
              <a:gd name="connsiteX3" fmla="*/ 1263572 w 2533135"/>
              <a:gd name="connsiteY3" fmla="*/ 190681 h 5413139"/>
              <a:gd name="connsiteX4" fmla="*/ 1412585 w 2533135"/>
              <a:gd name="connsiteY4" fmla="*/ 35573 h 5413139"/>
              <a:gd name="connsiteX5" fmla="*/ 1422129 w 2533135"/>
              <a:gd name="connsiteY5" fmla="*/ 0 h 5413139"/>
              <a:gd name="connsiteX6" fmla="*/ 2241818 w 2533135"/>
              <a:gd name="connsiteY6" fmla="*/ 0 h 5413139"/>
              <a:gd name="connsiteX7" fmla="*/ 2533135 w 2533135"/>
              <a:gd name="connsiteY7" fmla="*/ 291317 h 5413139"/>
              <a:gd name="connsiteX8" fmla="*/ 2533135 w 2533135"/>
              <a:gd name="connsiteY8" fmla="*/ 1693467 h 5413139"/>
              <a:gd name="connsiteX9" fmla="*/ 2533135 w 2533135"/>
              <a:gd name="connsiteY9" fmla="*/ 1720544 h 5413139"/>
              <a:gd name="connsiteX10" fmla="*/ 2533135 w 2533135"/>
              <a:gd name="connsiteY10" fmla="*/ 5155469 h 5413139"/>
              <a:gd name="connsiteX11" fmla="*/ 2275465 w 2533135"/>
              <a:gd name="connsiteY11" fmla="*/ 5413139 h 5413139"/>
              <a:gd name="connsiteX12" fmla="*/ 257670 w 2533135"/>
              <a:gd name="connsiteY12" fmla="*/ 5413139 h 5413139"/>
              <a:gd name="connsiteX13" fmla="*/ 0 w 2533135"/>
              <a:gd name="connsiteY13" fmla="*/ 5155469 h 5413139"/>
              <a:gd name="connsiteX14" fmla="*/ 0 w 2533135"/>
              <a:gd name="connsiteY14" fmla="*/ 1720544 h 5413139"/>
              <a:gd name="connsiteX15" fmla="*/ 0 w 2533135"/>
              <a:gd name="connsiteY15" fmla="*/ 1693467 h 5413139"/>
              <a:gd name="connsiteX16" fmla="*/ 0 w 2533135"/>
              <a:gd name="connsiteY16" fmla="*/ 291317 h 5413139"/>
              <a:gd name="connsiteX17" fmla="*/ 291317 w 2533135"/>
              <a:gd name="connsiteY17" fmla="*/ 0 h 5413139"/>
              <a:gd name="connsiteX0" fmla="*/ 291317 w 2533135"/>
              <a:gd name="connsiteY0" fmla="*/ 0 h 5413139"/>
              <a:gd name="connsiteX1" fmla="*/ 1061472 w 2533135"/>
              <a:gd name="connsiteY1" fmla="*/ 0 h 5413139"/>
              <a:gd name="connsiteX2" fmla="*/ 1114559 w 2533135"/>
              <a:gd name="connsiteY2" fmla="*/ 35573 h 5413139"/>
              <a:gd name="connsiteX3" fmla="*/ 1263572 w 2533135"/>
              <a:gd name="connsiteY3" fmla="*/ 190681 h 5413139"/>
              <a:gd name="connsiteX4" fmla="*/ 1412585 w 2533135"/>
              <a:gd name="connsiteY4" fmla="*/ 35573 h 5413139"/>
              <a:gd name="connsiteX5" fmla="*/ 1422129 w 2533135"/>
              <a:gd name="connsiteY5" fmla="*/ 0 h 5413139"/>
              <a:gd name="connsiteX6" fmla="*/ 2241818 w 2533135"/>
              <a:gd name="connsiteY6" fmla="*/ 0 h 5413139"/>
              <a:gd name="connsiteX7" fmla="*/ 2533135 w 2533135"/>
              <a:gd name="connsiteY7" fmla="*/ 291317 h 5413139"/>
              <a:gd name="connsiteX8" fmla="*/ 2533135 w 2533135"/>
              <a:gd name="connsiteY8" fmla="*/ 1693467 h 5413139"/>
              <a:gd name="connsiteX9" fmla="*/ 2533135 w 2533135"/>
              <a:gd name="connsiteY9" fmla="*/ 1720544 h 5413139"/>
              <a:gd name="connsiteX10" fmla="*/ 2533135 w 2533135"/>
              <a:gd name="connsiteY10" fmla="*/ 5155469 h 5413139"/>
              <a:gd name="connsiteX11" fmla="*/ 2275465 w 2533135"/>
              <a:gd name="connsiteY11" fmla="*/ 5413139 h 5413139"/>
              <a:gd name="connsiteX12" fmla="*/ 257670 w 2533135"/>
              <a:gd name="connsiteY12" fmla="*/ 5413139 h 5413139"/>
              <a:gd name="connsiteX13" fmla="*/ 0 w 2533135"/>
              <a:gd name="connsiteY13" fmla="*/ 5155469 h 5413139"/>
              <a:gd name="connsiteX14" fmla="*/ 0 w 2533135"/>
              <a:gd name="connsiteY14" fmla="*/ 1720544 h 5413139"/>
              <a:gd name="connsiteX15" fmla="*/ 0 w 2533135"/>
              <a:gd name="connsiteY15" fmla="*/ 1693467 h 5413139"/>
              <a:gd name="connsiteX16" fmla="*/ 0 w 2533135"/>
              <a:gd name="connsiteY16" fmla="*/ 291317 h 5413139"/>
              <a:gd name="connsiteX17" fmla="*/ 291317 w 2533135"/>
              <a:gd name="connsiteY17" fmla="*/ 0 h 5413139"/>
              <a:gd name="connsiteX0" fmla="*/ 291317 w 2533135"/>
              <a:gd name="connsiteY0" fmla="*/ 0 h 5413139"/>
              <a:gd name="connsiteX1" fmla="*/ 1061472 w 2533135"/>
              <a:gd name="connsiteY1" fmla="*/ 0 h 5413139"/>
              <a:gd name="connsiteX2" fmla="*/ 1114559 w 2533135"/>
              <a:gd name="connsiteY2" fmla="*/ 35573 h 5413139"/>
              <a:gd name="connsiteX3" fmla="*/ 1263572 w 2533135"/>
              <a:gd name="connsiteY3" fmla="*/ 190681 h 5413139"/>
              <a:gd name="connsiteX4" fmla="*/ 1412585 w 2533135"/>
              <a:gd name="connsiteY4" fmla="*/ 35573 h 5413139"/>
              <a:gd name="connsiteX5" fmla="*/ 1422129 w 2533135"/>
              <a:gd name="connsiteY5" fmla="*/ 0 h 5413139"/>
              <a:gd name="connsiteX6" fmla="*/ 2241818 w 2533135"/>
              <a:gd name="connsiteY6" fmla="*/ 0 h 5413139"/>
              <a:gd name="connsiteX7" fmla="*/ 2533135 w 2533135"/>
              <a:gd name="connsiteY7" fmla="*/ 291317 h 5413139"/>
              <a:gd name="connsiteX8" fmla="*/ 2533135 w 2533135"/>
              <a:gd name="connsiteY8" fmla="*/ 1693467 h 5413139"/>
              <a:gd name="connsiteX9" fmla="*/ 2533135 w 2533135"/>
              <a:gd name="connsiteY9" fmla="*/ 1720544 h 5413139"/>
              <a:gd name="connsiteX10" fmla="*/ 2533135 w 2533135"/>
              <a:gd name="connsiteY10" fmla="*/ 5155469 h 5413139"/>
              <a:gd name="connsiteX11" fmla="*/ 2275465 w 2533135"/>
              <a:gd name="connsiteY11" fmla="*/ 5413139 h 5413139"/>
              <a:gd name="connsiteX12" fmla="*/ 257670 w 2533135"/>
              <a:gd name="connsiteY12" fmla="*/ 5413139 h 5413139"/>
              <a:gd name="connsiteX13" fmla="*/ 0 w 2533135"/>
              <a:gd name="connsiteY13" fmla="*/ 5155469 h 5413139"/>
              <a:gd name="connsiteX14" fmla="*/ 0 w 2533135"/>
              <a:gd name="connsiteY14" fmla="*/ 1720544 h 5413139"/>
              <a:gd name="connsiteX15" fmla="*/ 0 w 2533135"/>
              <a:gd name="connsiteY15" fmla="*/ 1693467 h 5413139"/>
              <a:gd name="connsiteX16" fmla="*/ 0 w 2533135"/>
              <a:gd name="connsiteY16" fmla="*/ 291317 h 5413139"/>
              <a:gd name="connsiteX17" fmla="*/ 291317 w 2533135"/>
              <a:gd name="connsiteY17" fmla="*/ 0 h 5413139"/>
              <a:gd name="connsiteX0" fmla="*/ 291317 w 2533135"/>
              <a:gd name="connsiteY0" fmla="*/ 0 h 5413139"/>
              <a:gd name="connsiteX1" fmla="*/ 1061472 w 2533135"/>
              <a:gd name="connsiteY1" fmla="*/ 0 h 5413139"/>
              <a:gd name="connsiteX2" fmla="*/ 1114559 w 2533135"/>
              <a:gd name="connsiteY2" fmla="*/ 35573 h 5413139"/>
              <a:gd name="connsiteX3" fmla="*/ 1263572 w 2533135"/>
              <a:gd name="connsiteY3" fmla="*/ 190681 h 5413139"/>
              <a:gd name="connsiteX4" fmla="*/ 1412585 w 2533135"/>
              <a:gd name="connsiteY4" fmla="*/ 35573 h 5413139"/>
              <a:gd name="connsiteX5" fmla="*/ 1465672 w 2533135"/>
              <a:gd name="connsiteY5" fmla="*/ 0 h 5413139"/>
              <a:gd name="connsiteX6" fmla="*/ 2241818 w 2533135"/>
              <a:gd name="connsiteY6" fmla="*/ 0 h 5413139"/>
              <a:gd name="connsiteX7" fmla="*/ 2533135 w 2533135"/>
              <a:gd name="connsiteY7" fmla="*/ 291317 h 5413139"/>
              <a:gd name="connsiteX8" fmla="*/ 2533135 w 2533135"/>
              <a:gd name="connsiteY8" fmla="*/ 1693467 h 5413139"/>
              <a:gd name="connsiteX9" fmla="*/ 2533135 w 2533135"/>
              <a:gd name="connsiteY9" fmla="*/ 1720544 h 5413139"/>
              <a:gd name="connsiteX10" fmla="*/ 2533135 w 2533135"/>
              <a:gd name="connsiteY10" fmla="*/ 5155469 h 5413139"/>
              <a:gd name="connsiteX11" fmla="*/ 2275465 w 2533135"/>
              <a:gd name="connsiteY11" fmla="*/ 5413139 h 5413139"/>
              <a:gd name="connsiteX12" fmla="*/ 257670 w 2533135"/>
              <a:gd name="connsiteY12" fmla="*/ 5413139 h 5413139"/>
              <a:gd name="connsiteX13" fmla="*/ 0 w 2533135"/>
              <a:gd name="connsiteY13" fmla="*/ 5155469 h 5413139"/>
              <a:gd name="connsiteX14" fmla="*/ 0 w 2533135"/>
              <a:gd name="connsiteY14" fmla="*/ 1720544 h 5413139"/>
              <a:gd name="connsiteX15" fmla="*/ 0 w 2533135"/>
              <a:gd name="connsiteY15" fmla="*/ 1693467 h 5413139"/>
              <a:gd name="connsiteX16" fmla="*/ 0 w 2533135"/>
              <a:gd name="connsiteY16" fmla="*/ 291317 h 5413139"/>
              <a:gd name="connsiteX17" fmla="*/ 291317 w 2533135"/>
              <a:gd name="connsiteY17" fmla="*/ 0 h 5413139"/>
              <a:gd name="connsiteX0" fmla="*/ 291317 w 2533135"/>
              <a:gd name="connsiteY0" fmla="*/ 1 h 5413140"/>
              <a:gd name="connsiteX1" fmla="*/ 1061472 w 2533135"/>
              <a:gd name="connsiteY1" fmla="*/ 1 h 5413140"/>
              <a:gd name="connsiteX2" fmla="*/ 1114559 w 2533135"/>
              <a:gd name="connsiteY2" fmla="*/ 35574 h 5413140"/>
              <a:gd name="connsiteX3" fmla="*/ 1263572 w 2533135"/>
              <a:gd name="connsiteY3" fmla="*/ 190682 h 5413140"/>
              <a:gd name="connsiteX4" fmla="*/ 1412585 w 2533135"/>
              <a:gd name="connsiteY4" fmla="*/ 35574 h 5413140"/>
              <a:gd name="connsiteX5" fmla="*/ 1465672 w 2533135"/>
              <a:gd name="connsiteY5" fmla="*/ 1 h 5413140"/>
              <a:gd name="connsiteX6" fmla="*/ 2241818 w 2533135"/>
              <a:gd name="connsiteY6" fmla="*/ 1 h 5413140"/>
              <a:gd name="connsiteX7" fmla="*/ 2533135 w 2533135"/>
              <a:gd name="connsiteY7" fmla="*/ 291318 h 5413140"/>
              <a:gd name="connsiteX8" fmla="*/ 2533135 w 2533135"/>
              <a:gd name="connsiteY8" fmla="*/ 1693468 h 5413140"/>
              <a:gd name="connsiteX9" fmla="*/ 2533135 w 2533135"/>
              <a:gd name="connsiteY9" fmla="*/ 1720545 h 5413140"/>
              <a:gd name="connsiteX10" fmla="*/ 2533135 w 2533135"/>
              <a:gd name="connsiteY10" fmla="*/ 5155470 h 5413140"/>
              <a:gd name="connsiteX11" fmla="*/ 2275465 w 2533135"/>
              <a:gd name="connsiteY11" fmla="*/ 5413140 h 5413140"/>
              <a:gd name="connsiteX12" fmla="*/ 257670 w 2533135"/>
              <a:gd name="connsiteY12" fmla="*/ 5413140 h 5413140"/>
              <a:gd name="connsiteX13" fmla="*/ 0 w 2533135"/>
              <a:gd name="connsiteY13" fmla="*/ 5155470 h 5413140"/>
              <a:gd name="connsiteX14" fmla="*/ 0 w 2533135"/>
              <a:gd name="connsiteY14" fmla="*/ 1720545 h 5413140"/>
              <a:gd name="connsiteX15" fmla="*/ 0 w 2533135"/>
              <a:gd name="connsiteY15" fmla="*/ 1693468 h 5413140"/>
              <a:gd name="connsiteX16" fmla="*/ 0 w 2533135"/>
              <a:gd name="connsiteY16" fmla="*/ 291318 h 5413140"/>
              <a:gd name="connsiteX17" fmla="*/ 291317 w 2533135"/>
              <a:gd name="connsiteY17" fmla="*/ 1 h 5413140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4559 w 2533135"/>
              <a:gd name="connsiteY2" fmla="*/ 35575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2140 w 2533135"/>
              <a:gd name="connsiteY2" fmla="*/ 25899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9284 w 2533135"/>
              <a:gd name="connsiteY2" fmla="*/ 37805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9284 w 2533135"/>
              <a:gd name="connsiteY2" fmla="*/ 37805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9284 w 2533135"/>
              <a:gd name="connsiteY2" fmla="*/ 37805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9284 w 2533135"/>
              <a:gd name="connsiteY2" fmla="*/ 37805 h 5413141"/>
              <a:gd name="connsiteX3" fmla="*/ 1263572 w 2533135"/>
              <a:gd name="connsiteY3" fmla="*/ 190683 h 5413141"/>
              <a:gd name="connsiteX4" fmla="*/ 1410204 w 2533135"/>
              <a:gd name="connsiteY4" fmla="*/ 40338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3 h 5413142"/>
              <a:gd name="connsiteX1" fmla="*/ 1061472 w 2533135"/>
              <a:gd name="connsiteY1" fmla="*/ 3 h 5413142"/>
              <a:gd name="connsiteX2" fmla="*/ 1119284 w 2533135"/>
              <a:gd name="connsiteY2" fmla="*/ 37806 h 5413142"/>
              <a:gd name="connsiteX3" fmla="*/ 1263572 w 2533135"/>
              <a:gd name="connsiteY3" fmla="*/ 190684 h 5413142"/>
              <a:gd name="connsiteX4" fmla="*/ 1410204 w 2533135"/>
              <a:gd name="connsiteY4" fmla="*/ 40339 h 5413142"/>
              <a:gd name="connsiteX5" fmla="*/ 1465672 w 2533135"/>
              <a:gd name="connsiteY5" fmla="*/ 3 h 5413142"/>
              <a:gd name="connsiteX6" fmla="*/ 2241818 w 2533135"/>
              <a:gd name="connsiteY6" fmla="*/ 3 h 5413142"/>
              <a:gd name="connsiteX7" fmla="*/ 2533135 w 2533135"/>
              <a:gd name="connsiteY7" fmla="*/ 291320 h 5413142"/>
              <a:gd name="connsiteX8" fmla="*/ 2533135 w 2533135"/>
              <a:gd name="connsiteY8" fmla="*/ 1693470 h 5413142"/>
              <a:gd name="connsiteX9" fmla="*/ 2533135 w 2533135"/>
              <a:gd name="connsiteY9" fmla="*/ 1720547 h 5413142"/>
              <a:gd name="connsiteX10" fmla="*/ 2533135 w 2533135"/>
              <a:gd name="connsiteY10" fmla="*/ 5155472 h 5413142"/>
              <a:gd name="connsiteX11" fmla="*/ 2275465 w 2533135"/>
              <a:gd name="connsiteY11" fmla="*/ 5413142 h 5413142"/>
              <a:gd name="connsiteX12" fmla="*/ 257670 w 2533135"/>
              <a:gd name="connsiteY12" fmla="*/ 5413142 h 5413142"/>
              <a:gd name="connsiteX13" fmla="*/ 0 w 2533135"/>
              <a:gd name="connsiteY13" fmla="*/ 5155472 h 5413142"/>
              <a:gd name="connsiteX14" fmla="*/ 0 w 2533135"/>
              <a:gd name="connsiteY14" fmla="*/ 1720547 h 5413142"/>
              <a:gd name="connsiteX15" fmla="*/ 0 w 2533135"/>
              <a:gd name="connsiteY15" fmla="*/ 1693470 h 5413142"/>
              <a:gd name="connsiteX16" fmla="*/ 0 w 2533135"/>
              <a:gd name="connsiteY16" fmla="*/ 291320 h 5413142"/>
              <a:gd name="connsiteX17" fmla="*/ 291317 w 2533135"/>
              <a:gd name="connsiteY17" fmla="*/ 3 h 5413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533135" h="5413142">
                <a:moveTo>
                  <a:pt x="291317" y="3"/>
                </a:moveTo>
                <a:lnTo>
                  <a:pt x="1061472" y="3"/>
                </a:lnTo>
                <a:cubicBezTo>
                  <a:pt x="1103433" y="-45"/>
                  <a:pt x="1116103" y="25948"/>
                  <a:pt x="1119284" y="37806"/>
                </a:cubicBezTo>
                <a:cubicBezTo>
                  <a:pt x="1157420" y="133640"/>
                  <a:pt x="1215085" y="190262"/>
                  <a:pt x="1263572" y="190684"/>
                </a:cubicBezTo>
                <a:cubicBezTo>
                  <a:pt x="1312059" y="191106"/>
                  <a:pt x="1372068" y="136173"/>
                  <a:pt x="1410204" y="40339"/>
                </a:cubicBezTo>
                <a:cubicBezTo>
                  <a:pt x="1418375" y="11699"/>
                  <a:pt x="1433574" y="-234"/>
                  <a:pt x="1465672" y="3"/>
                </a:cubicBezTo>
                <a:lnTo>
                  <a:pt x="2241818" y="3"/>
                </a:lnTo>
                <a:cubicBezTo>
                  <a:pt x="2402708" y="3"/>
                  <a:pt x="2533135" y="130430"/>
                  <a:pt x="2533135" y="291320"/>
                </a:cubicBezTo>
                <a:lnTo>
                  <a:pt x="2533135" y="1693470"/>
                </a:lnTo>
                <a:lnTo>
                  <a:pt x="2533135" y="1720547"/>
                </a:lnTo>
                <a:lnTo>
                  <a:pt x="2533135" y="5155472"/>
                </a:lnTo>
                <a:cubicBezTo>
                  <a:pt x="2533135" y="5297779"/>
                  <a:pt x="2417772" y="5413142"/>
                  <a:pt x="2275465" y="5413142"/>
                </a:cubicBezTo>
                <a:lnTo>
                  <a:pt x="257670" y="5413142"/>
                </a:lnTo>
                <a:cubicBezTo>
                  <a:pt x="115363" y="5413142"/>
                  <a:pt x="0" y="5297779"/>
                  <a:pt x="0" y="5155472"/>
                </a:cubicBezTo>
                <a:lnTo>
                  <a:pt x="0" y="1720547"/>
                </a:lnTo>
                <a:lnTo>
                  <a:pt x="0" y="1693470"/>
                </a:lnTo>
                <a:lnTo>
                  <a:pt x="0" y="291320"/>
                </a:lnTo>
                <a:cubicBezTo>
                  <a:pt x="0" y="130430"/>
                  <a:pt x="130427" y="3"/>
                  <a:pt x="291317" y="3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tIns="36000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5" name="Content Placeholder 14"/>
          <p:cNvSpPr>
            <a:spLocks noGrp="1"/>
          </p:cNvSpPr>
          <p:nvPr userDrawn="1">
            <p:ph sz="quarter" idx="18" hasCustomPrompt="1"/>
          </p:nvPr>
        </p:nvSpPr>
        <p:spPr bwMode="gray">
          <a:xfrm>
            <a:off x="623888" y="2132856"/>
            <a:ext cx="3455888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623888" y="332656"/>
            <a:ext cx="5292000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23888" y="730800"/>
            <a:ext cx="5292000" cy="325952"/>
          </a:xfrm>
        </p:spPr>
        <p:txBody>
          <a:bodyPr/>
          <a:lstStyle/>
          <a:p>
            <a:r>
              <a:rPr lang="en-US" dirty="0"/>
              <a:t>Insert slide title here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A08BF8D-47B6-4F1F-9BE9-7811A3BB4AD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23888" y="1484312"/>
            <a:ext cx="3456177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A3445C24-DBAA-4C1B-B101-B17B9F2E08F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14027502-F98E-46B9-8206-36D834B143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530874" y="2492896"/>
            <a:ext cx="3456385" cy="3384376"/>
          </a:xfrm>
          <a:prstGeom prst="rect">
            <a:avLst/>
          </a:prstGeom>
          <a:noFill/>
        </p:spPr>
        <p:txBody>
          <a:bodyPr wrap="square" lIns="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 b="0">
                <a:solidFill>
                  <a:schemeClr val="accent4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13760337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ebook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ihandform: Form 30">
            <a:extLst>
              <a:ext uri="{FF2B5EF4-FFF2-40B4-BE49-F238E27FC236}">
                <a16:creationId xmlns:a16="http://schemas.microsoft.com/office/drawing/2014/main" id="{3A8409F5-3ECC-4E34-96F6-7A5116F3E8C6}"/>
              </a:ext>
            </a:extLst>
          </p:cNvPr>
          <p:cNvSpPr/>
          <p:nvPr userDrawn="1"/>
        </p:nvSpPr>
        <p:spPr bwMode="gray">
          <a:xfrm>
            <a:off x="6600057" y="1073495"/>
            <a:ext cx="5591943" cy="5784507"/>
          </a:xfrm>
          <a:custGeom>
            <a:avLst/>
            <a:gdLst>
              <a:gd name="connsiteX0" fmla="*/ 2364465 w 5591943"/>
              <a:gd name="connsiteY0" fmla="*/ 355 h 5784507"/>
              <a:gd name="connsiteX1" fmla="*/ 3385470 w 5591943"/>
              <a:gd name="connsiteY1" fmla="*/ 510305 h 5784507"/>
              <a:gd name="connsiteX2" fmla="*/ 3161964 w 5591943"/>
              <a:gd name="connsiteY2" fmla="*/ 2388831 h 5784507"/>
              <a:gd name="connsiteX3" fmla="*/ 3154167 w 5591943"/>
              <a:gd name="connsiteY3" fmla="*/ 2394825 h 5784507"/>
              <a:gd name="connsiteX4" fmla="*/ 3056608 w 5591943"/>
              <a:gd name="connsiteY4" fmla="*/ 2791204 h 5784507"/>
              <a:gd name="connsiteX5" fmla="*/ 3143758 w 5591943"/>
              <a:gd name="connsiteY5" fmla="*/ 2989287 h 5784507"/>
              <a:gd name="connsiteX6" fmla="*/ 3711380 w 5591943"/>
              <a:gd name="connsiteY6" fmla="*/ 3296677 h 5784507"/>
              <a:gd name="connsiteX7" fmla="*/ 3717278 w 5591943"/>
              <a:gd name="connsiteY7" fmla="*/ 3295596 h 5784507"/>
              <a:gd name="connsiteX8" fmla="*/ 3959730 w 5591943"/>
              <a:gd name="connsiteY8" fmla="*/ 3264596 h 5784507"/>
              <a:gd name="connsiteX9" fmla="*/ 5570457 w 5591943"/>
              <a:gd name="connsiteY9" fmla="*/ 3854325 h 5784507"/>
              <a:gd name="connsiteX10" fmla="*/ 5591943 w 5591943"/>
              <a:gd name="connsiteY10" fmla="*/ 3876823 h 5784507"/>
              <a:gd name="connsiteX11" fmla="*/ 5591943 w 5591943"/>
              <a:gd name="connsiteY11" fmla="*/ 5784507 h 5784507"/>
              <a:gd name="connsiteX12" fmla="*/ 0 w 5591943"/>
              <a:gd name="connsiteY12" fmla="*/ 5784507 h 5784507"/>
              <a:gd name="connsiteX13" fmla="*/ 0 w 5591943"/>
              <a:gd name="connsiteY13" fmla="*/ 5784506 h 5784507"/>
              <a:gd name="connsiteX14" fmla="*/ 2045013 w 5591943"/>
              <a:gd name="connsiteY14" fmla="*/ 5784506 h 5784507"/>
              <a:gd name="connsiteX15" fmla="*/ 2022972 w 5591943"/>
              <a:gd name="connsiteY15" fmla="*/ 5673114 h 5784507"/>
              <a:gd name="connsiteX16" fmla="*/ 2841317 w 5591943"/>
              <a:gd name="connsiteY16" fmla="*/ 3680368 h 5784507"/>
              <a:gd name="connsiteX17" fmla="*/ 2846204 w 5591943"/>
              <a:gd name="connsiteY17" fmla="*/ 3676826 h 5784507"/>
              <a:gd name="connsiteX18" fmla="*/ 3003467 w 5591943"/>
              <a:gd name="connsiteY18" fmla="*/ 3050651 h 5784507"/>
              <a:gd name="connsiteX19" fmla="*/ 2916317 w 5591943"/>
              <a:gd name="connsiteY19" fmla="*/ 2852568 h 5784507"/>
              <a:gd name="connsiteX20" fmla="*/ 2558303 w 5591943"/>
              <a:gd name="connsiteY20" fmla="*/ 2656402 h 5784507"/>
              <a:gd name="connsiteX21" fmla="*/ 2548696 w 5591943"/>
              <a:gd name="connsiteY21" fmla="*/ 2658233 h 5784507"/>
              <a:gd name="connsiteX22" fmla="*/ 1283437 w 5591943"/>
              <a:gd name="connsiteY22" fmla="*/ 2165327 h 5784507"/>
              <a:gd name="connsiteX23" fmla="*/ 1506941 w 5591943"/>
              <a:gd name="connsiteY23" fmla="*/ 286799 h 5784507"/>
              <a:gd name="connsiteX24" fmla="*/ 2364465 w 5591943"/>
              <a:gd name="connsiteY24" fmla="*/ 355 h 5784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91943" h="5784507">
                <a:moveTo>
                  <a:pt x="2364465" y="355"/>
                </a:moveTo>
                <a:cubicBezTo>
                  <a:pt x="2749829" y="9201"/>
                  <a:pt x="3128405" y="183727"/>
                  <a:pt x="3385470" y="510305"/>
                </a:cubicBezTo>
                <a:cubicBezTo>
                  <a:pt x="3842568" y="1090789"/>
                  <a:pt x="3742449" y="1931734"/>
                  <a:pt x="3161964" y="2388831"/>
                </a:cubicBezTo>
                <a:lnTo>
                  <a:pt x="3154167" y="2394825"/>
                </a:lnTo>
                <a:cubicBezTo>
                  <a:pt x="3035600" y="2489525"/>
                  <a:pt x="2995557" y="2652149"/>
                  <a:pt x="3056608" y="2791204"/>
                </a:cubicBezTo>
                <a:lnTo>
                  <a:pt x="3143758" y="2989287"/>
                </a:lnTo>
                <a:cubicBezTo>
                  <a:pt x="3240545" y="3209315"/>
                  <a:pt x="3474166" y="3335872"/>
                  <a:pt x="3711380" y="3296677"/>
                </a:cubicBezTo>
                <a:lnTo>
                  <a:pt x="3717278" y="3295596"/>
                </a:lnTo>
                <a:cubicBezTo>
                  <a:pt x="3797357" y="3280504"/>
                  <a:pt x="3878300" y="3270166"/>
                  <a:pt x="3959730" y="3264596"/>
                </a:cubicBezTo>
                <a:cubicBezTo>
                  <a:pt x="4568389" y="3222806"/>
                  <a:pt x="5150144" y="3446503"/>
                  <a:pt x="5570457" y="3854325"/>
                </a:cubicBezTo>
                <a:lnTo>
                  <a:pt x="5591943" y="3876823"/>
                </a:lnTo>
                <a:lnTo>
                  <a:pt x="5591943" y="5784507"/>
                </a:lnTo>
                <a:lnTo>
                  <a:pt x="0" y="5784507"/>
                </a:lnTo>
                <a:lnTo>
                  <a:pt x="0" y="5784506"/>
                </a:lnTo>
                <a:lnTo>
                  <a:pt x="2045013" y="5784506"/>
                </a:lnTo>
                <a:lnTo>
                  <a:pt x="2022972" y="5673114"/>
                </a:lnTo>
                <a:cubicBezTo>
                  <a:pt x="1913863" y="4934308"/>
                  <a:pt x="2202242" y="4160499"/>
                  <a:pt x="2841317" y="3680368"/>
                </a:cubicBezTo>
                <a:lnTo>
                  <a:pt x="2846204" y="3676826"/>
                </a:lnTo>
                <a:cubicBezTo>
                  <a:pt x="3035425" y="3528467"/>
                  <a:pt x="3100160" y="3270777"/>
                  <a:pt x="3003467" y="3050651"/>
                </a:cubicBezTo>
                <a:lnTo>
                  <a:pt x="2916317" y="2852568"/>
                </a:lnTo>
                <a:cubicBezTo>
                  <a:pt x="2855171" y="2713610"/>
                  <a:pt x="2708293" y="2633121"/>
                  <a:pt x="2558303" y="2656402"/>
                </a:cubicBezTo>
                <a:lnTo>
                  <a:pt x="2548696" y="2658233"/>
                </a:lnTo>
                <a:cubicBezTo>
                  <a:pt x="2068720" y="2736171"/>
                  <a:pt x="1584240" y="2547308"/>
                  <a:pt x="1283437" y="2165327"/>
                </a:cubicBezTo>
                <a:cubicBezTo>
                  <a:pt x="826339" y="1584841"/>
                  <a:pt x="926452" y="743705"/>
                  <a:pt x="1506941" y="286799"/>
                </a:cubicBezTo>
                <a:cubicBezTo>
                  <a:pt x="1760903" y="86818"/>
                  <a:pt x="2064737" y="-6526"/>
                  <a:pt x="2364465" y="355"/>
                </a:cubicBez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5A0381E-2FA0-40B4-AC78-9517789A9EF4}"/>
              </a:ext>
            </a:extLst>
          </p:cNvPr>
          <p:cNvGrpSpPr/>
          <p:nvPr userDrawn="1"/>
        </p:nvGrpSpPr>
        <p:grpSpPr>
          <a:xfrm>
            <a:off x="3625679" y="1299990"/>
            <a:ext cx="8663009" cy="4793306"/>
            <a:chOff x="3625679" y="1299990"/>
            <a:chExt cx="8663009" cy="4793306"/>
          </a:xfrm>
        </p:grpSpPr>
        <p:sp>
          <p:nvSpPr>
            <p:cNvPr id="19" name="Rechteck: abgerundete Ecken 18">
              <a:extLst>
                <a:ext uri="{FF2B5EF4-FFF2-40B4-BE49-F238E27FC236}">
                  <a16:creationId xmlns:a16="http://schemas.microsoft.com/office/drawing/2014/main" id="{D6A0E38B-B4D3-48CD-860E-BA2C06570DA5}"/>
                </a:ext>
              </a:extLst>
            </p:cNvPr>
            <p:cNvSpPr/>
            <p:nvPr/>
          </p:nvSpPr>
          <p:spPr bwMode="gray">
            <a:xfrm>
              <a:off x="4489790" y="1467861"/>
              <a:ext cx="6912768" cy="4204404"/>
            </a:xfrm>
            <a:prstGeom prst="roundRect">
              <a:avLst>
                <a:gd name="adj" fmla="val 1344"/>
              </a:avLst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marL="0" indent="0" algn="ctr"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None/>
              </a:pPr>
              <a:endParaRPr lang="en-US" sz="1600" kern="0" dirty="0">
                <a:solidFill>
                  <a:srgbClr val="FFFFFF"/>
                </a:solidFill>
                <a:latin typeface="Verdana"/>
              </a:endParaRPr>
            </a:p>
          </p:txBody>
        </p:sp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14632FAC-E1A1-42E6-BDEB-4925F662A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5679" y="1299990"/>
              <a:ext cx="8663009" cy="4793306"/>
            </a:xfrm>
            <a:prstGeom prst="rect">
              <a:avLst/>
            </a:prstGeom>
          </p:spPr>
        </p:pic>
      </p:grpSp>
      <p:grpSp>
        <p:nvGrpSpPr>
          <p:cNvPr id="23" name="Logo Merck">
            <a:extLst>
              <a:ext uri="{FF2B5EF4-FFF2-40B4-BE49-F238E27FC236}">
                <a16:creationId xmlns:a16="http://schemas.microsoft.com/office/drawing/2014/main" id="{94FC8956-5832-43FC-8ED1-06FCCFD829D0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24" name="Logo K">
              <a:extLst>
                <a:ext uri="{FF2B5EF4-FFF2-40B4-BE49-F238E27FC236}">
                  <a16:creationId xmlns:a16="http://schemas.microsoft.com/office/drawing/2014/main" id="{DDCE3E94-7D3E-4921-B5D6-998C475678A0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Logo C">
              <a:extLst>
                <a:ext uri="{FF2B5EF4-FFF2-40B4-BE49-F238E27FC236}">
                  <a16:creationId xmlns:a16="http://schemas.microsoft.com/office/drawing/2014/main" id="{0ECA1DAC-0C8B-464C-AFAE-88FBED8ABBD5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Logo R">
              <a:extLst>
                <a:ext uri="{FF2B5EF4-FFF2-40B4-BE49-F238E27FC236}">
                  <a16:creationId xmlns:a16="http://schemas.microsoft.com/office/drawing/2014/main" id="{DD3EC459-5214-47D0-A338-CA091DD579BF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Logo E">
              <a:extLst>
                <a:ext uri="{FF2B5EF4-FFF2-40B4-BE49-F238E27FC236}">
                  <a16:creationId xmlns:a16="http://schemas.microsoft.com/office/drawing/2014/main" id="{582A6562-F012-4412-9C12-F8A74AA6515A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Logo M">
              <a:extLst>
                <a:ext uri="{FF2B5EF4-FFF2-40B4-BE49-F238E27FC236}">
                  <a16:creationId xmlns:a16="http://schemas.microsoft.com/office/drawing/2014/main" id="{90BA9121-2334-44B2-BF7D-6EFD2C410122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5" name="Footer Placeholder 4"/>
          <p:cNvSpPr>
            <a:spLocks noGrp="1"/>
          </p:cNvSpPr>
          <p:nvPr userDrawn="1"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3" name="Slide Number Placeholder 12"/>
          <p:cNvSpPr>
            <a:spLocks noGrp="1"/>
          </p:cNvSpPr>
          <p:nvPr userDrawn="1"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27D2133F-0878-4B27-A4DD-2E7FC88B72CB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 bwMode="gray">
          <a:xfrm>
            <a:off x="4516916" y="1484314"/>
            <a:ext cx="6874525" cy="4145305"/>
          </a:xfrm>
          <a:prstGeom prst="roundRect">
            <a:avLst>
              <a:gd name="adj" fmla="val 987"/>
            </a:avLst>
          </a:prstGeom>
          <a:solidFill>
            <a:schemeClr val="bg1">
              <a:lumMod val="75000"/>
            </a:schemeClr>
          </a:solidFill>
        </p:spPr>
        <p:txBody>
          <a:bodyPr wrap="square" tIns="36000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5" name="Content Placeholder 14"/>
          <p:cNvSpPr>
            <a:spLocks noGrp="1"/>
          </p:cNvSpPr>
          <p:nvPr userDrawn="1">
            <p:ph sz="quarter" idx="18" hasCustomPrompt="1"/>
          </p:nvPr>
        </p:nvSpPr>
        <p:spPr bwMode="gray">
          <a:xfrm>
            <a:off x="623888" y="2132856"/>
            <a:ext cx="3455888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623888" y="332656"/>
            <a:ext cx="10944000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23888" y="730800"/>
            <a:ext cx="10944000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A08BF8D-47B6-4F1F-9BE9-7811A3BB4AD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23888" y="1484312"/>
            <a:ext cx="3456177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A3445C24-DBAA-4C1B-B101-B17B9F2E08F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9175135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ihandform: Form 22">
            <a:extLst>
              <a:ext uri="{FF2B5EF4-FFF2-40B4-BE49-F238E27FC236}">
                <a16:creationId xmlns:a16="http://schemas.microsoft.com/office/drawing/2014/main" id="{BB394085-53BA-455A-8907-8F1392A21EE0}"/>
              </a:ext>
            </a:extLst>
          </p:cNvPr>
          <p:cNvSpPr/>
          <p:nvPr userDrawn="1"/>
        </p:nvSpPr>
        <p:spPr bwMode="gray">
          <a:xfrm>
            <a:off x="1" y="2524277"/>
            <a:ext cx="8040215" cy="4333725"/>
          </a:xfrm>
          <a:custGeom>
            <a:avLst/>
            <a:gdLst>
              <a:gd name="connsiteX0" fmla="*/ 768585 w 8040215"/>
              <a:gd name="connsiteY0" fmla="*/ 2845762 h 4333725"/>
              <a:gd name="connsiteX1" fmla="*/ 508991 w 8040215"/>
              <a:gd name="connsiteY1" fmla="*/ 2920470 h 4333725"/>
              <a:gd name="connsiteX2" fmla="*/ 374754 w 8040215"/>
              <a:gd name="connsiteY2" fmla="*/ 3334233 h 4333725"/>
              <a:gd name="connsiteX3" fmla="*/ 378137 w 8040215"/>
              <a:gd name="connsiteY3" fmla="*/ 3343319 h 4333725"/>
              <a:gd name="connsiteX4" fmla="*/ 397126 w 8040215"/>
              <a:gd name="connsiteY4" fmla="*/ 4268488 h 4333725"/>
              <a:gd name="connsiteX5" fmla="*/ 371620 w 8040215"/>
              <a:gd name="connsiteY5" fmla="*/ 4333723 h 4333725"/>
              <a:gd name="connsiteX6" fmla="*/ 3123623 w 8040215"/>
              <a:gd name="connsiteY6" fmla="*/ 4333723 h 4333725"/>
              <a:gd name="connsiteX7" fmla="*/ 3124689 w 8040215"/>
              <a:gd name="connsiteY7" fmla="*/ 4327133 h 4333725"/>
              <a:gd name="connsiteX8" fmla="*/ 3125481 w 8040215"/>
              <a:gd name="connsiteY8" fmla="*/ 4323588 h 4333725"/>
              <a:gd name="connsiteX9" fmla="*/ 3365569 w 8040215"/>
              <a:gd name="connsiteY9" fmla="*/ 3745149 h 4333725"/>
              <a:gd name="connsiteX10" fmla="*/ 3371919 w 8040215"/>
              <a:gd name="connsiteY10" fmla="*/ 3737669 h 4333725"/>
              <a:gd name="connsiteX11" fmla="*/ 3352030 w 8040215"/>
              <a:gd name="connsiteY11" fmla="*/ 3303131 h 4333725"/>
              <a:gd name="connsiteX12" fmla="*/ 2852845 w 8040215"/>
              <a:gd name="connsiteY12" fmla="*/ 3191354 h 4333725"/>
              <a:gd name="connsiteX13" fmla="*/ 2841878 w 8040215"/>
              <a:gd name="connsiteY13" fmla="*/ 3196691 h 4333725"/>
              <a:gd name="connsiteX14" fmla="*/ 2678844 w 8040215"/>
              <a:gd name="connsiteY14" fmla="*/ 3263777 h 4333725"/>
              <a:gd name="connsiteX15" fmla="*/ 2659642 w 8040215"/>
              <a:gd name="connsiteY15" fmla="*/ 3269666 h 4333725"/>
              <a:gd name="connsiteX16" fmla="*/ 2628461 w 8040215"/>
              <a:gd name="connsiteY16" fmla="*/ 3280254 h 4333725"/>
              <a:gd name="connsiteX17" fmla="*/ 1029287 w 8040215"/>
              <a:gd name="connsiteY17" fmla="*/ 2952746 h 4333725"/>
              <a:gd name="connsiteX18" fmla="*/ 1019873 w 8040215"/>
              <a:gd name="connsiteY18" fmla="*/ 2944754 h 4333725"/>
              <a:gd name="connsiteX19" fmla="*/ 768585 w 8040215"/>
              <a:gd name="connsiteY19" fmla="*/ 2845762 h 4333725"/>
              <a:gd name="connsiteX20" fmla="*/ 2061053 w 8040215"/>
              <a:gd name="connsiteY20" fmla="*/ 1239 h 4333725"/>
              <a:gd name="connsiteX21" fmla="*/ 3104906 w 8040215"/>
              <a:gd name="connsiteY21" fmla="*/ 315247 h 4333725"/>
              <a:gd name="connsiteX22" fmla="*/ 3489229 w 8040215"/>
              <a:gd name="connsiteY22" fmla="*/ 2658201 h 4333725"/>
              <a:gd name="connsiteX23" fmla="*/ 3481235 w 8040215"/>
              <a:gd name="connsiteY23" fmla="*/ 2667617 h 4333725"/>
              <a:gd name="connsiteX24" fmla="*/ 3501616 w 8040215"/>
              <a:gd name="connsiteY24" fmla="*/ 3178691 h 4333725"/>
              <a:gd name="connsiteX25" fmla="*/ 3925352 w 8040215"/>
              <a:gd name="connsiteY25" fmla="*/ 3276345 h 4333725"/>
              <a:gd name="connsiteX26" fmla="*/ 3934379 w 8040215"/>
              <a:gd name="connsiteY26" fmla="*/ 3272247 h 4333725"/>
              <a:gd name="connsiteX27" fmla="*/ 4566391 w 8040215"/>
              <a:gd name="connsiteY27" fmla="*/ 3138168 h 4333725"/>
              <a:gd name="connsiteX28" fmla="*/ 4588266 w 8040215"/>
              <a:gd name="connsiteY28" fmla="*/ 3138542 h 4333725"/>
              <a:gd name="connsiteX29" fmla="*/ 4615206 w 8040215"/>
              <a:gd name="connsiteY29" fmla="*/ 3139221 h 4333725"/>
              <a:gd name="connsiteX30" fmla="*/ 4643823 w 8040215"/>
              <a:gd name="connsiteY30" fmla="*/ 3141325 h 4333725"/>
              <a:gd name="connsiteX31" fmla="*/ 4657959 w 8040215"/>
              <a:gd name="connsiteY31" fmla="*/ 3142451 h 4333725"/>
              <a:gd name="connsiteX32" fmla="*/ 4731928 w 8040215"/>
              <a:gd name="connsiteY32" fmla="*/ 3150212 h 4333725"/>
              <a:gd name="connsiteX33" fmla="*/ 4732959 w 8040215"/>
              <a:gd name="connsiteY33" fmla="*/ 3151087 h 4333725"/>
              <a:gd name="connsiteX34" fmla="*/ 4772109 w 8040215"/>
              <a:gd name="connsiteY34" fmla="*/ 3157251 h 4333725"/>
              <a:gd name="connsiteX35" fmla="*/ 4780741 w 8040215"/>
              <a:gd name="connsiteY35" fmla="*/ 3158587 h 4333725"/>
              <a:gd name="connsiteX36" fmla="*/ 4892343 w 8040215"/>
              <a:gd name="connsiteY36" fmla="*/ 3181877 h 4333725"/>
              <a:gd name="connsiteX37" fmla="*/ 4908659 w 8040215"/>
              <a:gd name="connsiteY37" fmla="*/ 3186187 h 4333725"/>
              <a:gd name="connsiteX38" fmla="*/ 4923118 w 8040215"/>
              <a:gd name="connsiteY38" fmla="*/ 3189807 h 4333725"/>
              <a:gd name="connsiteX39" fmla="*/ 4932562 w 8040215"/>
              <a:gd name="connsiteY39" fmla="*/ 3192277 h 4333725"/>
              <a:gd name="connsiteX40" fmla="*/ 5333943 w 8040215"/>
              <a:gd name="connsiteY40" fmla="*/ 3025065 h 4333725"/>
              <a:gd name="connsiteX41" fmla="*/ 5338477 w 8040215"/>
              <a:gd name="connsiteY41" fmla="*/ 3017373 h 4333725"/>
              <a:gd name="connsiteX42" fmla="*/ 5285202 w 8040215"/>
              <a:gd name="connsiteY42" fmla="*/ 2585560 h 4333725"/>
              <a:gd name="connsiteX43" fmla="*/ 5278399 w 8040215"/>
              <a:gd name="connsiteY43" fmla="*/ 2578675 h 4333725"/>
              <a:gd name="connsiteX44" fmla="*/ 4909010 w 8040215"/>
              <a:gd name="connsiteY44" fmla="*/ 1181904 h 4333725"/>
              <a:gd name="connsiteX45" fmla="*/ 6676246 w 8040215"/>
              <a:gd name="connsiteY45" fmla="*/ 175681 h 4333725"/>
              <a:gd name="connsiteX46" fmla="*/ 7682492 w 8040215"/>
              <a:gd name="connsiteY46" fmla="*/ 1942916 h 4333725"/>
              <a:gd name="connsiteX47" fmla="*/ 5915255 w 8040215"/>
              <a:gd name="connsiteY47" fmla="*/ 2949138 h 4333725"/>
              <a:gd name="connsiteX48" fmla="*/ 5905792 w 8040215"/>
              <a:gd name="connsiteY48" fmla="*/ 2946430 h 4333725"/>
              <a:gd name="connsiteX49" fmla="*/ 5504302 w 8040215"/>
              <a:gd name="connsiteY49" fmla="*/ 3113770 h 4333725"/>
              <a:gd name="connsiteX50" fmla="*/ 5499768 w 8040215"/>
              <a:gd name="connsiteY50" fmla="*/ 3121462 h 4333725"/>
              <a:gd name="connsiteX51" fmla="*/ 5552103 w 8040215"/>
              <a:gd name="connsiteY51" fmla="*/ 3556471 h 4333725"/>
              <a:gd name="connsiteX52" fmla="*/ 5559454 w 8040215"/>
              <a:gd name="connsiteY52" fmla="*/ 3562712 h 4333725"/>
              <a:gd name="connsiteX53" fmla="*/ 5790295 w 8040215"/>
              <a:gd name="connsiteY53" fmla="*/ 3865879 h 4333725"/>
              <a:gd name="connsiteX54" fmla="*/ 5792703 w 8040215"/>
              <a:gd name="connsiteY54" fmla="*/ 3870364 h 4333725"/>
              <a:gd name="connsiteX55" fmla="*/ 5816447 w 8040215"/>
              <a:gd name="connsiteY55" fmla="*/ 3912713 h 4333725"/>
              <a:gd name="connsiteX56" fmla="*/ 5827408 w 8040215"/>
              <a:gd name="connsiteY56" fmla="*/ 3933782 h 4333725"/>
              <a:gd name="connsiteX57" fmla="*/ 5832390 w 8040215"/>
              <a:gd name="connsiteY57" fmla="*/ 3943337 h 4333725"/>
              <a:gd name="connsiteX58" fmla="*/ 5839230 w 8040215"/>
              <a:gd name="connsiteY58" fmla="*/ 3958022 h 4333725"/>
              <a:gd name="connsiteX59" fmla="*/ 5844181 w 8040215"/>
              <a:gd name="connsiteY59" fmla="*/ 3968660 h 4333725"/>
              <a:gd name="connsiteX60" fmla="*/ 5854505 w 8040215"/>
              <a:gd name="connsiteY60" fmla="*/ 3990739 h 4333725"/>
              <a:gd name="connsiteX61" fmla="*/ 5862779 w 8040215"/>
              <a:gd name="connsiteY61" fmla="*/ 4009747 h 4333725"/>
              <a:gd name="connsiteX62" fmla="*/ 5869479 w 8040215"/>
              <a:gd name="connsiteY62" fmla="*/ 4025644 h 4333725"/>
              <a:gd name="connsiteX63" fmla="*/ 5883447 w 8040215"/>
              <a:gd name="connsiteY63" fmla="*/ 4061470 h 4333725"/>
              <a:gd name="connsiteX64" fmla="*/ 5885770 w 8040215"/>
              <a:gd name="connsiteY64" fmla="*/ 4067881 h 4333725"/>
              <a:gd name="connsiteX65" fmla="*/ 5897262 w 8040215"/>
              <a:gd name="connsiteY65" fmla="*/ 4099829 h 4333725"/>
              <a:gd name="connsiteX66" fmla="*/ 5901040 w 8040215"/>
              <a:gd name="connsiteY66" fmla="*/ 4110804 h 4333725"/>
              <a:gd name="connsiteX67" fmla="*/ 5910105 w 8040215"/>
              <a:gd name="connsiteY67" fmla="*/ 4138028 h 4333725"/>
              <a:gd name="connsiteX68" fmla="*/ 5914147 w 8040215"/>
              <a:gd name="connsiteY68" fmla="*/ 4150782 h 4333725"/>
              <a:gd name="connsiteX69" fmla="*/ 5921902 w 8040215"/>
              <a:gd name="connsiteY69" fmla="*/ 4176673 h 4333725"/>
              <a:gd name="connsiteX70" fmla="*/ 5925893 w 8040215"/>
              <a:gd name="connsiteY70" fmla="*/ 4190268 h 4333725"/>
              <a:gd name="connsiteX71" fmla="*/ 5932617 w 8040215"/>
              <a:gd name="connsiteY71" fmla="*/ 4215284 h 4333725"/>
              <a:gd name="connsiteX72" fmla="*/ 5942180 w 8040215"/>
              <a:gd name="connsiteY72" fmla="*/ 4254472 h 4333725"/>
              <a:gd name="connsiteX73" fmla="*/ 5943976 w 8040215"/>
              <a:gd name="connsiteY73" fmla="*/ 4261767 h 4333725"/>
              <a:gd name="connsiteX74" fmla="*/ 5950659 w 8040215"/>
              <a:gd name="connsiteY74" fmla="*/ 4293627 h 4333725"/>
              <a:gd name="connsiteX75" fmla="*/ 5951072 w 8040215"/>
              <a:gd name="connsiteY75" fmla="*/ 4295753 h 4333725"/>
              <a:gd name="connsiteX76" fmla="*/ 5956989 w 8040215"/>
              <a:gd name="connsiteY76" fmla="*/ 4333723 h 4333725"/>
              <a:gd name="connsiteX77" fmla="*/ 8040215 w 8040215"/>
              <a:gd name="connsiteY77" fmla="*/ 4333723 h 4333725"/>
              <a:gd name="connsiteX78" fmla="*/ 8040215 w 8040215"/>
              <a:gd name="connsiteY78" fmla="*/ 4333725 h 4333725"/>
              <a:gd name="connsiteX79" fmla="*/ 0 w 8040215"/>
              <a:gd name="connsiteY79" fmla="*/ 4333725 h 4333725"/>
              <a:gd name="connsiteX80" fmla="*/ 0 w 8040215"/>
              <a:gd name="connsiteY80" fmla="*/ 2769493 h 4333725"/>
              <a:gd name="connsiteX81" fmla="*/ 13700 w 8040215"/>
              <a:gd name="connsiteY81" fmla="*/ 2779042 h 4333725"/>
              <a:gd name="connsiteX82" fmla="*/ 399396 w 8040215"/>
              <a:gd name="connsiteY82" fmla="*/ 2763070 h 4333725"/>
              <a:gd name="connsiteX83" fmla="*/ 554367 w 8040215"/>
              <a:gd name="connsiteY83" fmla="*/ 2275481 h 4333725"/>
              <a:gd name="connsiteX84" fmla="*/ 549836 w 8040215"/>
              <a:gd name="connsiteY84" fmla="*/ 2264088 h 4333725"/>
              <a:gd name="connsiteX85" fmla="*/ 1151931 w 8040215"/>
              <a:gd name="connsiteY85" fmla="*/ 311941 h 4333725"/>
              <a:gd name="connsiteX86" fmla="*/ 1152698 w 8040215"/>
              <a:gd name="connsiteY86" fmla="*/ 311038 h 4333725"/>
              <a:gd name="connsiteX87" fmla="*/ 1165608 w 8040215"/>
              <a:gd name="connsiteY87" fmla="*/ 301583 h 4333725"/>
              <a:gd name="connsiteX88" fmla="*/ 1186990 w 8040215"/>
              <a:gd name="connsiteY88" fmla="*/ 287114 h 4333725"/>
              <a:gd name="connsiteX89" fmla="*/ 1217851 w 8040215"/>
              <a:gd name="connsiteY89" fmla="*/ 266710 h 4333725"/>
              <a:gd name="connsiteX90" fmla="*/ 1225717 w 8040215"/>
              <a:gd name="connsiteY90" fmla="*/ 261626 h 4333725"/>
              <a:gd name="connsiteX91" fmla="*/ 1250966 w 8040215"/>
              <a:gd name="connsiteY91" fmla="*/ 246001 h 4333725"/>
              <a:gd name="connsiteX92" fmla="*/ 1264232 w 8040215"/>
              <a:gd name="connsiteY92" fmla="*/ 237957 h 4333725"/>
              <a:gd name="connsiteX93" fmla="*/ 1285074 w 8040215"/>
              <a:gd name="connsiteY93" fmla="*/ 225693 h 4333725"/>
              <a:gd name="connsiteX94" fmla="*/ 1302276 w 8040215"/>
              <a:gd name="connsiteY94" fmla="*/ 215886 h 4333725"/>
              <a:gd name="connsiteX95" fmla="*/ 1320542 w 8040215"/>
              <a:gd name="connsiteY95" fmla="*/ 205873 h 4333725"/>
              <a:gd name="connsiteX96" fmla="*/ 1340309 w 8040215"/>
              <a:gd name="connsiteY96" fmla="*/ 195136 h 4333725"/>
              <a:gd name="connsiteX97" fmla="*/ 1356674 w 8040215"/>
              <a:gd name="connsiteY97" fmla="*/ 186838 h 4333725"/>
              <a:gd name="connsiteX98" fmla="*/ 1378110 w 8040215"/>
              <a:gd name="connsiteY98" fmla="*/ 175966 h 4333725"/>
              <a:gd name="connsiteX99" fmla="*/ 1393800 w 8040215"/>
              <a:gd name="connsiteY99" fmla="*/ 168202 h 4333725"/>
              <a:gd name="connsiteX100" fmla="*/ 1415726 w 8040215"/>
              <a:gd name="connsiteY100" fmla="*/ 155969 h 4333725"/>
              <a:gd name="connsiteX101" fmla="*/ 1431582 w 8040215"/>
              <a:gd name="connsiteY101" fmla="*/ 148793 h 4333725"/>
              <a:gd name="connsiteX102" fmla="*/ 1453702 w 8040215"/>
              <a:gd name="connsiteY102" fmla="*/ 138945 h 4333725"/>
              <a:gd name="connsiteX103" fmla="*/ 1470055 w 8040215"/>
              <a:gd name="connsiteY103" fmla="*/ 131968 h 4333725"/>
              <a:gd name="connsiteX104" fmla="*/ 1491519 w 8040215"/>
              <a:gd name="connsiteY104" fmla="*/ 122893 h 4333725"/>
              <a:gd name="connsiteX105" fmla="*/ 1509174 w 8040215"/>
              <a:gd name="connsiteY105" fmla="*/ 115690 h 4333725"/>
              <a:gd name="connsiteX106" fmla="*/ 1529890 w 8040215"/>
              <a:gd name="connsiteY106" fmla="*/ 107757 h 4333725"/>
              <a:gd name="connsiteX107" fmla="*/ 1548189 w 8040215"/>
              <a:gd name="connsiteY107" fmla="*/ 101101 h 4333725"/>
              <a:gd name="connsiteX108" fmla="*/ 1567772 w 8040215"/>
              <a:gd name="connsiteY108" fmla="*/ 93981 h 4333725"/>
              <a:gd name="connsiteX109" fmla="*/ 1588347 w 8040215"/>
              <a:gd name="connsiteY109" fmla="*/ 87258 h 4333725"/>
              <a:gd name="connsiteX110" fmla="*/ 1607034 w 8040215"/>
              <a:gd name="connsiteY110" fmla="*/ 80932 h 4333725"/>
              <a:gd name="connsiteX111" fmla="*/ 1628086 w 8040215"/>
              <a:gd name="connsiteY111" fmla="*/ 74171 h 4333725"/>
              <a:gd name="connsiteX112" fmla="*/ 1645768 w 8040215"/>
              <a:gd name="connsiteY112" fmla="*/ 68766 h 4333725"/>
              <a:gd name="connsiteX113" fmla="*/ 1667812 w 8040215"/>
              <a:gd name="connsiteY113" fmla="*/ 62405 h 4333725"/>
              <a:gd name="connsiteX114" fmla="*/ 1684838 w 8040215"/>
              <a:gd name="connsiteY114" fmla="*/ 57774 h 4333725"/>
              <a:gd name="connsiteX115" fmla="*/ 1707508 w 8040215"/>
              <a:gd name="connsiteY115" fmla="*/ 51721 h 4333725"/>
              <a:gd name="connsiteX116" fmla="*/ 1724334 w 8040215"/>
              <a:gd name="connsiteY116" fmla="*/ 47586 h 4333725"/>
              <a:gd name="connsiteX117" fmla="*/ 1747171 w 8040215"/>
              <a:gd name="connsiteY117" fmla="*/ 42120 h 4333725"/>
              <a:gd name="connsiteX118" fmla="*/ 1764146 w 8040215"/>
              <a:gd name="connsiteY118" fmla="*/ 38333 h 4333725"/>
              <a:gd name="connsiteX119" fmla="*/ 1786803 w 8040215"/>
              <a:gd name="connsiteY119" fmla="*/ 33602 h 4333725"/>
              <a:gd name="connsiteX120" fmla="*/ 1804275 w 8040215"/>
              <a:gd name="connsiteY120" fmla="*/ 30015 h 4333725"/>
              <a:gd name="connsiteX121" fmla="*/ 1825926 w 8040215"/>
              <a:gd name="connsiteY121" fmla="*/ 26205 h 4333725"/>
              <a:gd name="connsiteX122" fmla="*/ 1844996 w 8040215"/>
              <a:gd name="connsiteY122" fmla="*/ 23088 h 4333725"/>
              <a:gd name="connsiteX123" fmla="*/ 1865367 w 8040215"/>
              <a:gd name="connsiteY123" fmla="*/ 19744 h 4333725"/>
              <a:gd name="connsiteX124" fmla="*/ 1886234 w 8040215"/>
              <a:gd name="connsiteY124" fmla="*/ 16599 h 4333725"/>
              <a:gd name="connsiteX125" fmla="*/ 1904517 w 8040215"/>
              <a:gd name="connsiteY125" fmla="*/ 14146 h 4333725"/>
              <a:gd name="connsiteX126" fmla="*/ 1928363 w 8040215"/>
              <a:gd name="connsiteY126" fmla="*/ 12197 h 4333725"/>
              <a:gd name="connsiteX127" fmla="*/ 1943823 w 8040215"/>
              <a:gd name="connsiteY127" fmla="*/ 10454 h 4333725"/>
              <a:gd name="connsiteX128" fmla="*/ 1970859 w 8040215"/>
              <a:gd name="connsiteY128" fmla="*/ 7886 h 4333725"/>
              <a:gd name="connsiteX129" fmla="*/ 1982652 w 8040215"/>
              <a:gd name="connsiteY129" fmla="*/ 6803 h 4333725"/>
              <a:gd name="connsiteX130" fmla="*/ 2013909 w 8040215"/>
              <a:gd name="connsiteY130" fmla="*/ 4490 h 4333725"/>
              <a:gd name="connsiteX131" fmla="*/ 2021430 w 8040215"/>
              <a:gd name="connsiteY131" fmla="*/ 3996 h 4333725"/>
              <a:gd name="connsiteX132" fmla="*/ 2058541 w 8040215"/>
              <a:gd name="connsiteY132" fmla="*/ 1325 h 433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8040215" h="4333725">
                <a:moveTo>
                  <a:pt x="768585" y="2845762"/>
                </a:moveTo>
                <a:cubicBezTo>
                  <a:pt x="678517" y="2841475"/>
                  <a:pt x="587063" y="2866138"/>
                  <a:pt x="508991" y="2920470"/>
                </a:cubicBezTo>
                <a:cubicBezTo>
                  <a:pt x="376497" y="3012596"/>
                  <a:pt x="321538" y="3181865"/>
                  <a:pt x="374754" y="3334233"/>
                </a:cubicBezTo>
                <a:lnTo>
                  <a:pt x="378137" y="3343319"/>
                </a:lnTo>
                <a:cubicBezTo>
                  <a:pt x="488165" y="3646167"/>
                  <a:pt x="491475" y="3971281"/>
                  <a:pt x="397126" y="4268488"/>
                </a:cubicBezTo>
                <a:lnTo>
                  <a:pt x="371620" y="4333723"/>
                </a:lnTo>
                <a:lnTo>
                  <a:pt x="3123623" y="4333723"/>
                </a:lnTo>
                <a:lnTo>
                  <a:pt x="3124689" y="4327133"/>
                </a:lnTo>
                <a:cubicBezTo>
                  <a:pt x="3125069" y="4325901"/>
                  <a:pt x="3124824" y="4324362"/>
                  <a:pt x="3125481" y="4323588"/>
                </a:cubicBezTo>
                <a:cubicBezTo>
                  <a:pt x="3161776" y="4115373"/>
                  <a:pt x="3243798" y="3917860"/>
                  <a:pt x="3365569" y="3745149"/>
                </a:cubicBezTo>
                <a:cubicBezTo>
                  <a:pt x="3367649" y="3742699"/>
                  <a:pt x="3369729" y="3740249"/>
                  <a:pt x="3371919" y="3737669"/>
                </a:cubicBezTo>
                <a:cubicBezTo>
                  <a:pt x="3463475" y="3604731"/>
                  <a:pt x="3455366" y="3427123"/>
                  <a:pt x="3352030" y="3303131"/>
                </a:cubicBezTo>
                <a:cubicBezTo>
                  <a:pt x="3230080" y="3157145"/>
                  <a:pt x="3025333" y="3111301"/>
                  <a:pt x="2852845" y="3191354"/>
                </a:cubicBezTo>
                <a:lnTo>
                  <a:pt x="2841878" y="3196691"/>
                </a:lnTo>
                <a:cubicBezTo>
                  <a:pt x="2788835" y="3222051"/>
                  <a:pt x="2734357" y="3244396"/>
                  <a:pt x="2678844" y="3263777"/>
                </a:cubicBezTo>
                <a:lnTo>
                  <a:pt x="2659642" y="3269666"/>
                </a:lnTo>
                <a:cubicBezTo>
                  <a:pt x="2649384" y="3273385"/>
                  <a:pt x="2638998" y="3276995"/>
                  <a:pt x="2628461" y="3280254"/>
                </a:cubicBezTo>
                <a:cubicBezTo>
                  <a:pt x="2074626" y="3454517"/>
                  <a:pt x="1469929" y="3330836"/>
                  <a:pt x="1029287" y="2952746"/>
                </a:cubicBezTo>
                <a:lnTo>
                  <a:pt x="1019873" y="2944754"/>
                </a:lnTo>
                <a:cubicBezTo>
                  <a:pt x="947339" y="2883286"/>
                  <a:pt x="858654" y="2850049"/>
                  <a:pt x="768585" y="2845762"/>
                </a:cubicBezTo>
                <a:close/>
                <a:moveTo>
                  <a:pt x="2061053" y="1239"/>
                </a:moveTo>
                <a:cubicBezTo>
                  <a:pt x="2434223" y="-13097"/>
                  <a:pt x="2801515" y="97376"/>
                  <a:pt x="3104906" y="315247"/>
                </a:cubicBezTo>
                <a:cubicBezTo>
                  <a:pt x="3857932" y="856015"/>
                  <a:pt x="4030095" y="1905059"/>
                  <a:pt x="3489229" y="2658201"/>
                </a:cubicBezTo>
                <a:cubicBezTo>
                  <a:pt x="3486492" y="2661425"/>
                  <a:pt x="3483863" y="2664522"/>
                  <a:pt x="3481235" y="2667617"/>
                </a:cubicBezTo>
                <a:cubicBezTo>
                  <a:pt x="3371397" y="2822872"/>
                  <a:pt x="3379764" y="3032589"/>
                  <a:pt x="3501616" y="3178691"/>
                </a:cubicBezTo>
                <a:cubicBezTo>
                  <a:pt x="3604997" y="3302633"/>
                  <a:pt x="3778184" y="3342521"/>
                  <a:pt x="3925352" y="3276345"/>
                </a:cubicBezTo>
                <a:cubicBezTo>
                  <a:pt x="3928483" y="3275009"/>
                  <a:pt x="3931377" y="3273693"/>
                  <a:pt x="3934379" y="3272247"/>
                </a:cubicBezTo>
                <a:cubicBezTo>
                  <a:pt x="4132170" y="3180165"/>
                  <a:pt x="4348231" y="3134263"/>
                  <a:pt x="4566391" y="3138168"/>
                </a:cubicBezTo>
                <a:lnTo>
                  <a:pt x="4588266" y="3138542"/>
                </a:lnTo>
                <a:lnTo>
                  <a:pt x="4615206" y="3139221"/>
                </a:lnTo>
                <a:cubicBezTo>
                  <a:pt x="4624515" y="3140023"/>
                  <a:pt x="4634170" y="3140673"/>
                  <a:pt x="4643823" y="3141325"/>
                </a:cubicBezTo>
                <a:lnTo>
                  <a:pt x="4657959" y="3142451"/>
                </a:lnTo>
                <a:cubicBezTo>
                  <a:pt x="4682724" y="3144389"/>
                  <a:pt x="4707177" y="3146953"/>
                  <a:pt x="4731928" y="3150212"/>
                </a:cubicBezTo>
                <a:lnTo>
                  <a:pt x="4732959" y="3151087"/>
                </a:lnTo>
                <a:cubicBezTo>
                  <a:pt x="4746328" y="3153117"/>
                  <a:pt x="4759219" y="3155185"/>
                  <a:pt x="4772109" y="3157251"/>
                </a:cubicBezTo>
                <a:lnTo>
                  <a:pt x="4780741" y="3158587"/>
                </a:lnTo>
                <a:cubicBezTo>
                  <a:pt x="4817983" y="3164906"/>
                  <a:pt x="4855601" y="3172876"/>
                  <a:pt x="4892343" y="3181877"/>
                </a:cubicBezTo>
                <a:lnTo>
                  <a:pt x="4908659" y="3186187"/>
                </a:lnTo>
                <a:cubicBezTo>
                  <a:pt x="4913435" y="3187357"/>
                  <a:pt x="4918322" y="3188398"/>
                  <a:pt x="4923118" y="3189807"/>
                </a:cubicBezTo>
                <a:lnTo>
                  <a:pt x="4932562" y="3192277"/>
                </a:lnTo>
                <a:cubicBezTo>
                  <a:pt x="5088716" y="3232883"/>
                  <a:pt x="5252822" y="3164532"/>
                  <a:pt x="5333943" y="3025065"/>
                </a:cubicBezTo>
                <a:lnTo>
                  <a:pt x="5338477" y="3017373"/>
                </a:lnTo>
                <a:cubicBezTo>
                  <a:pt x="5419664" y="2877828"/>
                  <a:pt x="5397811" y="2701247"/>
                  <a:pt x="5285202" y="2585560"/>
                </a:cubicBezTo>
                <a:lnTo>
                  <a:pt x="5278399" y="2578675"/>
                </a:lnTo>
                <a:cubicBezTo>
                  <a:pt x="4913349" y="2213231"/>
                  <a:pt x="4772353" y="1680071"/>
                  <a:pt x="4909010" y="1181904"/>
                </a:cubicBezTo>
                <a:cubicBezTo>
                  <a:pt x="5119145" y="416034"/>
                  <a:pt x="5910378" y="-34455"/>
                  <a:pt x="6676246" y="175681"/>
                </a:cubicBezTo>
                <a:cubicBezTo>
                  <a:pt x="7442115" y="385817"/>
                  <a:pt x="7892639" y="1177034"/>
                  <a:pt x="7682492" y="1942916"/>
                </a:cubicBezTo>
                <a:cubicBezTo>
                  <a:pt x="7472356" y="2708784"/>
                  <a:pt x="6681125" y="3159276"/>
                  <a:pt x="5915255" y="2949138"/>
                </a:cubicBezTo>
                <a:lnTo>
                  <a:pt x="5905792" y="2946430"/>
                </a:lnTo>
                <a:cubicBezTo>
                  <a:pt x="5749594" y="2905875"/>
                  <a:pt x="5585456" y="2974263"/>
                  <a:pt x="5504302" y="3113770"/>
                </a:cubicBezTo>
                <a:lnTo>
                  <a:pt x="5499768" y="3121462"/>
                </a:lnTo>
                <a:cubicBezTo>
                  <a:pt x="5416582" y="3261530"/>
                  <a:pt x="5438103" y="3440072"/>
                  <a:pt x="5552103" y="3556471"/>
                </a:cubicBezTo>
                <a:lnTo>
                  <a:pt x="5559454" y="3562712"/>
                </a:lnTo>
                <a:cubicBezTo>
                  <a:pt x="5649614" y="3653083"/>
                  <a:pt x="5727140" y="3754939"/>
                  <a:pt x="5790295" y="3865879"/>
                </a:cubicBezTo>
                <a:lnTo>
                  <a:pt x="5792703" y="3870364"/>
                </a:lnTo>
                <a:cubicBezTo>
                  <a:pt x="5801134" y="3883959"/>
                  <a:pt x="5808910" y="3898326"/>
                  <a:pt x="5816447" y="3912713"/>
                </a:cubicBezTo>
                <a:lnTo>
                  <a:pt x="5827408" y="3933782"/>
                </a:lnTo>
                <a:lnTo>
                  <a:pt x="5832390" y="3943337"/>
                </a:lnTo>
                <a:lnTo>
                  <a:pt x="5839230" y="3958022"/>
                </a:lnTo>
                <a:lnTo>
                  <a:pt x="5844181" y="3968660"/>
                </a:lnTo>
                <a:lnTo>
                  <a:pt x="5854505" y="3990739"/>
                </a:lnTo>
                <a:lnTo>
                  <a:pt x="5862779" y="4009747"/>
                </a:lnTo>
                <a:lnTo>
                  <a:pt x="5869479" y="4025644"/>
                </a:lnTo>
                <a:cubicBezTo>
                  <a:pt x="5873900" y="4037166"/>
                  <a:pt x="5878727" y="4049253"/>
                  <a:pt x="5883447" y="4061470"/>
                </a:cubicBezTo>
                <a:lnTo>
                  <a:pt x="5885770" y="4067881"/>
                </a:lnTo>
                <a:cubicBezTo>
                  <a:pt x="5889657" y="4078725"/>
                  <a:pt x="5893505" y="4089094"/>
                  <a:pt x="5897262" y="4099829"/>
                </a:cubicBezTo>
                <a:lnTo>
                  <a:pt x="5901040" y="4110804"/>
                </a:lnTo>
                <a:lnTo>
                  <a:pt x="5910105" y="4138028"/>
                </a:lnTo>
                <a:lnTo>
                  <a:pt x="5914147" y="4150782"/>
                </a:lnTo>
                <a:lnTo>
                  <a:pt x="5921902" y="4176673"/>
                </a:lnTo>
                <a:lnTo>
                  <a:pt x="5925893" y="4190268"/>
                </a:lnTo>
                <a:lnTo>
                  <a:pt x="5932617" y="4215284"/>
                </a:lnTo>
                <a:cubicBezTo>
                  <a:pt x="5935964" y="4228334"/>
                  <a:pt x="5939202" y="4241512"/>
                  <a:pt x="5942180" y="4254472"/>
                </a:cubicBezTo>
                <a:lnTo>
                  <a:pt x="5943976" y="4261767"/>
                </a:lnTo>
                <a:lnTo>
                  <a:pt x="5950659" y="4293627"/>
                </a:lnTo>
                <a:lnTo>
                  <a:pt x="5951072" y="4295753"/>
                </a:lnTo>
                <a:lnTo>
                  <a:pt x="5956989" y="4333723"/>
                </a:lnTo>
                <a:lnTo>
                  <a:pt x="8040215" y="4333723"/>
                </a:lnTo>
                <a:lnTo>
                  <a:pt x="8040215" y="4333725"/>
                </a:lnTo>
                <a:lnTo>
                  <a:pt x="0" y="4333725"/>
                </a:lnTo>
                <a:lnTo>
                  <a:pt x="0" y="2769493"/>
                </a:lnTo>
                <a:lnTo>
                  <a:pt x="13700" y="2779042"/>
                </a:lnTo>
                <a:cubicBezTo>
                  <a:pt x="132854" y="2848175"/>
                  <a:pt x="283402" y="2843821"/>
                  <a:pt x="399396" y="2763070"/>
                </a:cubicBezTo>
                <a:cubicBezTo>
                  <a:pt x="555489" y="2654362"/>
                  <a:pt x="619007" y="2454411"/>
                  <a:pt x="554367" y="2275481"/>
                </a:cubicBezTo>
                <a:lnTo>
                  <a:pt x="549836" y="2264088"/>
                </a:lnTo>
                <a:cubicBezTo>
                  <a:pt x="285935" y="1552086"/>
                  <a:pt x="532828" y="751601"/>
                  <a:pt x="1151931" y="311941"/>
                </a:cubicBezTo>
                <a:lnTo>
                  <a:pt x="1152698" y="311038"/>
                </a:lnTo>
                <a:cubicBezTo>
                  <a:pt x="1156886" y="307936"/>
                  <a:pt x="1161182" y="304705"/>
                  <a:pt x="1165608" y="301583"/>
                </a:cubicBezTo>
                <a:cubicBezTo>
                  <a:pt x="1172431" y="296945"/>
                  <a:pt x="1179949" y="292010"/>
                  <a:pt x="1186990" y="287114"/>
                </a:cubicBezTo>
                <a:cubicBezTo>
                  <a:pt x="1197214" y="280038"/>
                  <a:pt x="1207588" y="273309"/>
                  <a:pt x="1217851" y="266710"/>
                </a:cubicBezTo>
                <a:cubicBezTo>
                  <a:pt x="1220595" y="265046"/>
                  <a:pt x="1223101" y="263400"/>
                  <a:pt x="1225717" y="261626"/>
                </a:cubicBezTo>
                <a:lnTo>
                  <a:pt x="1250966" y="246001"/>
                </a:lnTo>
                <a:cubicBezTo>
                  <a:pt x="1255301" y="243247"/>
                  <a:pt x="1259766" y="240602"/>
                  <a:pt x="1264232" y="237957"/>
                </a:cubicBezTo>
                <a:cubicBezTo>
                  <a:pt x="1271092" y="233796"/>
                  <a:pt x="1279346" y="229040"/>
                  <a:pt x="1285074" y="225693"/>
                </a:cubicBezTo>
                <a:cubicBezTo>
                  <a:pt x="1290801" y="222344"/>
                  <a:pt x="1296201" y="219382"/>
                  <a:pt x="1302276" y="215886"/>
                </a:cubicBezTo>
                <a:cubicBezTo>
                  <a:pt x="1308352" y="212389"/>
                  <a:pt x="1314447" y="209130"/>
                  <a:pt x="1320542" y="205873"/>
                </a:cubicBezTo>
                <a:lnTo>
                  <a:pt x="1340309" y="195136"/>
                </a:lnTo>
                <a:lnTo>
                  <a:pt x="1356674" y="186838"/>
                </a:lnTo>
                <a:cubicBezTo>
                  <a:pt x="1363813" y="183134"/>
                  <a:pt x="1372931" y="178669"/>
                  <a:pt x="1378110" y="175966"/>
                </a:cubicBezTo>
                <a:cubicBezTo>
                  <a:pt x="1383291" y="173261"/>
                  <a:pt x="1388600" y="170667"/>
                  <a:pt x="1393800" y="168202"/>
                </a:cubicBezTo>
                <a:lnTo>
                  <a:pt x="1415726" y="155969"/>
                </a:lnTo>
                <a:lnTo>
                  <a:pt x="1431582" y="148793"/>
                </a:lnTo>
                <a:cubicBezTo>
                  <a:pt x="1438869" y="145437"/>
                  <a:pt x="1448373" y="141300"/>
                  <a:pt x="1453702" y="138945"/>
                </a:cubicBezTo>
                <a:cubicBezTo>
                  <a:pt x="1459031" y="136589"/>
                  <a:pt x="1462987" y="135065"/>
                  <a:pt x="1470055" y="131968"/>
                </a:cubicBezTo>
                <a:cubicBezTo>
                  <a:pt x="1477123" y="128870"/>
                  <a:pt x="1484321" y="125882"/>
                  <a:pt x="1491519" y="122893"/>
                </a:cubicBezTo>
                <a:lnTo>
                  <a:pt x="1509174" y="115690"/>
                </a:lnTo>
                <a:lnTo>
                  <a:pt x="1529890" y="107757"/>
                </a:lnTo>
                <a:cubicBezTo>
                  <a:pt x="1536101" y="105485"/>
                  <a:pt x="1542198" y="103270"/>
                  <a:pt x="1548189" y="101101"/>
                </a:cubicBezTo>
                <a:lnTo>
                  <a:pt x="1567772" y="93981"/>
                </a:lnTo>
                <a:lnTo>
                  <a:pt x="1588347" y="87258"/>
                </a:lnTo>
                <a:cubicBezTo>
                  <a:pt x="1594629" y="84826"/>
                  <a:pt x="1600951" y="82869"/>
                  <a:pt x="1607034" y="80932"/>
                </a:cubicBezTo>
                <a:lnTo>
                  <a:pt x="1628086" y="74171"/>
                </a:lnTo>
                <a:lnTo>
                  <a:pt x="1645768" y="68766"/>
                </a:lnTo>
                <a:lnTo>
                  <a:pt x="1667812" y="62405"/>
                </a:lnTo>
                <a:cubicBezTo>
                  <a:pt x="1673438" y="60745"/>
                  <a:pt x="1679083" y="59324"/>
                  <a:pt x="1684838" y="57774"/>
                </a:cubicBezTo>
                <a:lnTo>
                  <a:pt x="1707508" y="51721"/>
                </a:lnTo>
                <a:lnTo>
                  <a:pt x="1724334" y="47586"/>
                </a:lnTo>
                <a:cubicBezTo>
                  <a:pt x="1731866" y="45770"/>
                  <a:pt x="1739510" y="43826"/>
                  <a:pt x="1747171" y="42120"/>
                </a:cubicBezTo>
                <a:lnTo>
                  <a:pt x="1764146" y="38333"/>
                </a:lnTo>
                <a:cubicBezTo>
                  <a:pt x="1771570" y="36647"/>
                  <a:pt x="1781030" y="34913"/>
                  <a:pt x="1786803" y="33602"/>
                </a:cubicBezTo>
                <a:cubicBezTo>
                  <a:pt x="1792578" y="32291"/>
                  <a:pt x="1798480" y="31088"/>
                  <a:pt x="1804275" y="30015"/>
                </a:cubicBezTo>
                <a:lnTo>
                  <a:pt x="1825926" y="26205"/>
                </a:lnTo>
                <a:lnTo>
                  <a:pt x="1844996" y="23088"/>
                </a:lnTo>
                <a:lnTo>
                  <a:pt x="1865367" y="19744"/>
                </a:lnTo>
                <a:cubicBezTo>
                  <a:pt x="1872353" y="18574"/>
                  <a:pt x="1879358" y="17640"/>
                  <a:pt x="1886234" y="16599"/>
                </a:cubicBezTo>
                <a:lnTo>
                  <a:pt x="1904517" y="14146"/>
                </a:lnTo>
                <a:cubicBezTo>
                  <a:pt x="1912554" y="14089"/>
                  <a:pt x="1920513" y="13078"/>
                  <a:pt x="1928363" y="12197"/>
                </a:cubicBezTo>
                <a:lnTo>
                  <a:pt x="1943823" y="10454"/>
                </a:lnTo>
                <a:cubicBezTo>
                  <a:pt x="1952865" y="9477"/>
                  <a:pt x="1961797" y="8627"/>
                  <a:pt x="1970859" y="7886"/>
                </a:cubicBezTo>
                <a:lnTo>
                  <a:pt x="1982652" y="6803"/>
                </a:lnTo>
                <a:lnTo>
                  <a:pt x="2013909" y="4490"/>
                </a:lnTo>
                <a:lnTo>
                  <a:pt x="2021430" y="3996"/>
                </a:lnTo>
                <a:lnTo>
                  <a:pt x="2058541" y="1325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A5AB0CA4-2687-4E0F-A265-AEF1D2829DCA}"/>
              </a:ext>
            </a:extLst>
          </p:cNvPr>
          <p:cNvGrpSpPr/>
          <p:nvPr userDrawn="1"/>
        </p:nvGrpSpPr>
        <p:grpSpPr>
          <a:xfrm>
            <a:off x="623392" y="1322146"/>
            <a:ext cx="6578545" cy="4770678"/>
            <a:chOff x="623392" y="1322146"/>
            <a:chExt cx="6578545" cy="4770678"/>
          </a:xfrm>
        </p:grpSpPr>
        <p:sp>
          <p:nvSpPr>
            <p:cNvPr id="30" name="Rechteck: abgerundete Ecken 29">
              <a:extLst>
                <a:ext uri="{FF2B5EF4-FFF2-40B4-BE49-F238E27FC236}">
                  <a16:creationId xmlns:a16="http://schemas.microsoft.com/office/drawing/2014/main" id="{049686F8-6954-4B00-A0C4-E31BD4E4D920}"/>
                </a:ext>
              </a:extLst>
            </p:cNvPr>
            <p:cNvSpPr/>
            <p:nvPr/>
          </p:nvSpPr>
          <p:spPr bwMode="gray">
            <a:xfrm>
              <a:off x="1030711" y="1484312"/>
              <a:ext cx="5713361" cy="4464967"/>
            </a:xfrm>
            <a:prstGeom prst="roundRect">
              <a:avLst>
                <a:gd name="adj" fmla="val 1344"/>
              </a:avLst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marL="0" indent="0" algn="ctr"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None/>
              </a:pPr>
              <a:endParaRPr lang="en-US" sz="1600" kern="0" dirty="0">
                <a:solidFill>
                  <a:srgbClr val="FFFFFF"/>
                </a:solidFill>
                <a:latin typeface="Verdana"/>
              </a:endParaRPr>
            </a:p>
          </p:txBody>
        </p:sp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AC525B2C-568D-46CB-A856-661BDD27C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 flipH="1">
              <a:off x="1527326" y="418212"/>
              <a:ext cx="4770678" cy="6578545"/>
            </a:xfrm>
            <a:prstGeom prst="rect">
              <a:avLst/>
            </a:prstGeom>
          </p:spPr>
        </p:pic>
      </p:grpSp>
      <p:sp>
        <p:nvSpPr>
          <p:cNvPr id="5" name="Footer Placeholder 4"/>
          <p:cNvSpPr>
            <a:spLocks noGrp="1"/>
          </p:cNvSpPr>
          <p:nvPr userDrawn="1"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3" name="Slide Number Placeholder 12"/>
          <p:cNvSpPr>
            <a:spLocks noGrp="1"/>
          </p:cNvSpPr>
          <p:nvPr userDrawn="1"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27D2133F-0878-4B27-A4DD-2E7FC88B72CB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 bwMode="gray">
          <a:xfrm>
            <a:off x="1079653" y="1484313"/>
            <a:ext cx="5662670" cy="4453779"/>
          </a:xfrm>
          <a:prstGeom prst="roundRect">
            <a:avLst>
              <a:gd name="adj" fmla="val 987"/>
            </a:avLst>
          </a:prstGeom>
          <a:solidFill>
            <a:schemeClr val="bg1">
              <a:lumMod val="75000"/>
            </a:schemeClr>
          </a:solidFill>
        </p:spPr>
        <p:txBody>
          <a:bodyPr wrap="square" tIns="36000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5" name="Content Placeholder 14"/>
          <p:cNvSpPr>
            <a:spLocks noGrp="1"/>
          </p:cNvSpPr>
          <p:nvPr userDrawn="1">
            <p:ph sz="quarter" idx="18" hasCustomPrompt="1"/>
          </p:nvPr>
        </p:nvSpPr>
        <p:spPr bwMode="gray">
          <a:xfrm>
            <a:off x="8112431" y="2132856"/>
            <a:ext cx="3455888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623888" y="332656"/>
            <a:ext cx="10944000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23888" y="730800"/>
            <a:ext cx="10944000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A08BF8D-47B6-4F1F-9BE9-7811A3BB4AD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8112431" y="1484312"/>
            <a:ext cx="3456177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A3445C24-DBAA-4C1B-B101-B17B9F2E08F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2341214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and content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9048750" y="2132856"/>
            <a:ext cx="2518051" cy="396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You can use this field to enter marginal note, a table, a diagram or a SmartArt.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8"/>
          </p:nvPr>
        </p:nvSpPr>
        <p:spPr bwMode="gray">
          <a:xfrm>
            <a:off x="623888" y="1484310"/>
            <a:ext cx="8135936" cy="4608515"/>
          </a:xfrm>
          <a:prstGeom prst="roundRect">
            <a:avLst>
              <a:gd name="adj" fmla="val 1378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41E7BE1-6C38-4093-914F-96A67FE95F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48327" y="1484312"/>
            <a:ext cx="2519785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CFC933E6-FAC9-412C-B0E0-1735363C363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69968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and content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6240464" y="2132856"/>
            <a:ext cx="5327650" cy="39600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8"/>
          </p:nvPr>
        </p:nvSpPr>
        <p:spPr bwMode="gray">
          <a:xfrm>
            <a:off x="623888" y="1484310"/>
            <a:ext cx="5327650" cy="4608515"/>
          </a:xfrm>
          <a:prstGeom prst="roundRect">
            <a:avLst>
              <a:gd name="adj" fmla="val 1378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0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BC709CD3-381B-410D-BD23-BCD7F47CA8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0016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6942DBF2-7349-4F9E-B4FC-9051991B4C49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1190569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and content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9"/>
          </p:nvPr>
        </p:nvSpPr>
        <p:spPr bwMode="gray">
          <a:xfrm>
            <a:off x="6240464" y="1484313"/>
            <a:ext cx="5327650" cy="4608515"/>
          </a:xfrm>
          <a:prstGeom prst="roundRect">
            <a:avLst>
              <a:gd name="adj" fmla="val 1378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8" hasCustomPrompt="1"/>
          </p:nvPr>
        </p:nvSpPr>
        <p:spPr bwMode="gray">
          <a:xfrm>
            <a:off x="623888" y="2132856"/>
            <a:ext cx="5327650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A08BF8D-47B6-4F1F-9BE9-7811A3BB4A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A3445C24-DBAA-4C1B-B101-B17B9F2E08F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5053938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content |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14"/>
          <p:cNvSpPr>
            <a:spLocks noGrp="1"/>
          </p:cNvSpPr>
          <p:nvPr>
            <p:ph type="pic" sz="quarter" idx="21" hasCustomPrompt="1"/>
            <p:custDataLst>
              <p:tags r:id="rId1"/>
            </p:custDataLst>
          </p:nvPr>
        </p:nvSpPr>
        <p:spPr>
          <a:xfrm>
            <a:off x="6888162" y="3861232"/>
            <a:ext cx="4680445" cy="1728000"/>
          </a:xfrm>
          <a:prstGeom prst="roundRect">
            <a:avLst>
              <a:gd name="adj" fmla="val 3675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7" name="Bildplatzhalter 14"/>
          <p:cNvSpPr>
            <a:spLocks noGrp="1"/>
          </p:cNvSpPr>
          <p:nvPr>
            <p:ph type="pic" sz="quarter" idx="22" hasCustomPrompt="1"/>
            <p:custDataLst>
              <p:tags r:id="rId2"/>
            </p:custDataLst>
          </p:nvPr>
        </p:nvSpPr>
        <p:spPr>
          <a:xfrm>
            <a:off x="6888162" y="1484776"/>
            <a:ext cx="4680445" cy="1728000"/>
          </a:xfrm>
          <a:prstGeom prst="roundRect">
            <a:avLst>
              <a:gd name="adj" fmla="val 3675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3" imgH="353" progId="TCLayout.ActiveDocument.1">
                  <p:embed/>
                </p:oleObj>
              </mc:Choice>
              <mc:Fallback>
                <p:oleObj name="think-cell Slide" r:id="rId5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6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07A02EE-81C6-45B0-A39C-B8294CE7FE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8088" y="3284512"/>
            <a:ext cx="4680025" cy="432000"/>
          </a:xfrm>
        </p:spPr>
        <p:txBody>
          <a:bodyPr anchor="t"/>
          <a:lstStyle>
            <a:lvl1pPr>
              <a:spcBef>
                <a:spcPts val="300"/>
              </a:spcBef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Picture Caption,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ED01F492-AD27-4E4F-946F-82CEE3F98D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8088" y="5661296"/>
            <a:ext cx="4680025" cy="432000"/>
          </a:xfrm>
        </p:spPr>
        <p:txBody>
          <a:bodyPr anchor="t"/>
          <a:lstStyle>
            <a:lvl1pPr>
              <a:spcBef>
                <a:spcPts val="300"/>
              </a:spcBef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Picture Caption,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EF9F2F9-054D-491E-8855-764A2BCC34C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392" y="1484312"/>
            <a:ext cx="5328592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6CD0A7B-02FD-4534-A4EC-DC7669DFC76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gray">
          <a:xfrm>
            <a:off x="623888" y="2132856"/>
            <a:ext cx="5327650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37228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content |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4"/>
          <p:cNvSpPr>
            <a:spLocks noGrp="1"/>
          </p:cNvSpPr>
          <p:nvPr>
            <p:ph type="pic" sz="quarter" idx="21" hasCustomPrompt="1"/>
            <p:custDataLst>
              <p:tags r:id="rId1"/>
            </p:custDataLst>
          </p:nvPr>
        </p:nvSpPr>
        <p:spPr>
          <a:xfrm>
            <a:off x="6240608" y="2132856"/>
            <a:ext cx="5328000" cy="1872000"/>
          </a:xfrm>
          <a:prstGeom prst="roundRect">
            <a:avLst>
              <a:gd name="adj" fmla="val 3265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7" name="Bildplatzhalter 14"/>
          <p:cNvSpPr>
            <a:spLocks noGrp="1"/>
          </p:cNvSpPr>
          <p:nvPr>
            <p:ph type="pic" sz="quarter" idx="22" hasCustomPrompt="1"/>
            <p:custDataLst>
              <p:tags r:id="rId2"/>
            </p:custDataLst>
          </p:nvPr>
        </p:nvSpPr>
        <p:spPr>
          <a:xfrm>
            <a:off x="623391" y="2132856"/>
            <a:ext cx="5328000" cy="1872000"/>
          </a:xfrm>
          <a:prstGeom prst="roundRect">
            <a:avLst>
              <a:gd name="adj" fmla="val 3265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3" imgH="353" progId="TCLayout.ActiveDocument.1">
                  <p:embed/>
                </p:oleObj>
              </mc:Choice>
              <mc:Fallback>
                <p:oleObj name="think-cell Slide" r:id="rId5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>
          <a:xfrm>
            <a:off x="1271464" y="6381328"/>
            <a:ext cx="8718972" cy="216172"/>
          </a:xfrm>
        </p:spPr>
        <p:txBody>
          <a:bodyPr/>
          <a:lstStyle/>
          <a:p>
            <a:r>
              <a:rPr lang="en-US" dirty="0"/>
              <a:t>Standard chart library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3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57DE5A36-D34A-47CA-BB1F-B68122C7A8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C4D6A637-9856-4030-99C1-959D52C141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40016" y="1484313"/>
            <a:ext cx="5328097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9" name="Textplatzhalter 28">
            <a:extLst>
              <a:ext uri="{FF2B5EF4-FFF2-40B4-BE49-F238E27FC236}">
                <a16:creationId xmlns:a16="http://schemas.microsoft.com/office/drawing/2014/main" id="{B20F7060-809B-4B33-B2CF-2614A918A6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4148825"/>
            <a:ext cx="5328096" cy="1944000"/>
          </a:xfrm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Textplatzhalter 28">
            <a:extLst>
              <a:ext uri="{FF2B5EF4-FFF2-40B4-BE49-F238E27FC236}">
                <a16:creationId xmlns:a16="http://schemas.microsoft.com/office/drawing/2014/main" id="{11D4C109-AAAA-4DC8-A8CA-D54C9073F0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0512" y="4149080"/>
            <a:ext cx="5328096" cy="1944000"/>
          </a:xfrm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798513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4"/>
          <p:cNvSpPr>
            <a:spLocks noGrp="1"/>
          </p:cNvSpPr>
          <p:nvPr>
            <p:ph type="pic" sz="quarter" idx="37" hasCustomPrompt="1"/>
            <p:custDataLst>
              <p:tags r:id="rId1"/>
            </p:custDataLst>
          </p:nvPr>
        </p:nvSpPr>
        <p:spPr>
          <a:xfrm>
            <a:off x="623984" y="2132856"/>
            <a:ext cx="3457274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2" name="Bildplatzhalter 14"/>
          <p:cNvSpPr>
            <a:spLocks noGrp="1"/>
          </p:cNvSpPr>
          <p:nvPr>
            <p:ph type="pic" sz="quarter" idx="35" hasCustomPrompt="1"/>
            <p:custDataLst>
              <p:tags r:id="rId2"/>
            </p:custDataLst>
          </p:nvPr>
        </p:nvSpPr>
        <p:spPr>
          <a:xfrm>
            <a:off x="4367808" y="2132856"/>
            <a:ext cx="3456384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3" name="Bildplatzhalter 14"/>
          <p:cNvSpPr>
            <a:spLocks noGrp="1"/>
          </p:cNvSpPr>
          <p:nvPr>
            <p:ph type="pic" sz="quarter" idx="38" hasCustomPrompt="1"/>
            <p:custDataLst>
              <p:tags r:id="rId3"/>
            </p:custDataLst>
          </p:nvPr>
        </p:nvSpPr>
        <p:spPr>
          <a:xfrm>
            <a:off x="8112224" y="2132856"/>
            <a:ext cx="3455888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3" imgH="353" progId="TCLayout.ActiveDocument.1">
                  <p:embed/>
                </p:oleObj>
              </mc:Choice>
              <mc:Fallback>
                <p:oleObj name="think-cell Slide" r:id="rId6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extplatzhalter 28"/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4149296"/>
            <a:ext cx="3456000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6" name="Textplatzhalter 28"/>
          <p:cNvSpPr>
            <a:spLocks noGrp="1"/>
          </p:cNvSpPr>
          <p:nvPr>
            <p:ph type="body" sz="quarter" idx="19" hasCustomPrompt="1"/>
          </p:nvPr>
        </p:nvSpPr>
        <p:spPr>
          <a:xfrm>
            <a:off x="4369626" y="4149296"/>
            <a:ext cx="3456000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7" name="Textplatzhalter 28"/>
          <p:cNvSpPr>
            <a:spLocks noGrp="1"/>
          </p:cNvSpPr>
          <p:nvPr>
            <p:ph type="body" sz="quarter" idx="28" hasCustomPrompt="1"/>
          </p:nvPr>
        </p:nvSpPr>
        <p:spPr>
          <a:xfrm>
            <a:off x="8104700" y="4149296"/>
            <a:ext cx="3456000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9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7" name="Textplatzhalter 8">
            <a:extLst>
              <a:ext uri="{FF2B5EF4-FFF2-40B4-BE49-F238E27FC236}">
                <a16:creationId xmlns:a16="http://schemas.microsoft.com/office/drawing/2014/main" id="{F1721628-FA97-4D9F-BD46-7FF9DC4DE9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345588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6A2E58FA-82F3-42B7-A1D3-BBB86899F9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67809" y="1484313"/>
            <a:ext cx="3456384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24" name="Textplatzhalter 8">
            <a:extLst>
              <a:ext uri="{FF2B5EF4-FFF2-40B4-BE49-F238E27FC236}">
                <a16:creationId xmlns:a16="http://schemas.microsoft.com/office/drawing/2014/main" id="{72F0EC59-7661-4738-8042-009A3C8364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11729" y="1484313"/>
            <a:ext cx="3456384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40435897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4"/>
          <p:cNvSpPr>
            <a:spLocks noGrp="1"/>
          </p:cNvSpPr>
          <p:nvPr>
            <p:ph type="pic" sz="quarter" idx="37" hasCustomPrompt="1"/>
            <p:custDataLst>
              <p:tags r:id="rId1"/>
            </p:custDataLst>
          </p:nvPr>
        </p:nvSpPr>
        <p:spPr>
          <a:xfrm>
            <a:off x="623984" y="2132856"/>
            <a:ext cx="2519096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2" name="Bildplatzhalter 14"/>
          <p:cNvSpPr>
            <a:spLocks noGrp="1"/>
          </p:cNvSpPr>
          <p:nvPr>
            <p:ph type="pic" sz="quarter" idx="35" hasCustomPrompt="1"/>
            <p:custDataLst>
              <p:tags r:id="rId2"/>
            </p:custDataLst>
          </p:nvPr>
        </p:nvSpPr>
        <p:spPr>
          <a:xfrm>
            <a:off x="3431704" y="2132856"/>
            <a:ext cx="2519096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3" name="Bildplatzhalter 14"/>
          <p:cNvSpPr>
            <a:spLocks noGrp="1"/>
          </p:cNvSpPr>
          <p:nvPr>
            <p:ph type="pic" sz="quarter" idx="38" hasCustomPrompt="1"/>
            <p:custDataLst>
              <p:tags r:id="rId3"/>
            </p:custDataLst>
          </p:nvPr>
        </p:nvSpPr>
        <p:spPr>
          <a:xfrm>
            <a:off x="6248988" y="2132856"/>
            <a:ext cx="2519096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4" name="Bildplatzhalter 14"/>
          <p:cNvSpPr>
            <a:spLocks noGrp="1"/>
          </p:cNvSpPr>
          <p:nvPr>
            <p:ph type="pic" sz="quarter" idx="39" hasCustomPrompt="1"/>
            <p:custDataLst>
              <p:tags r:id="rId4"/>
            </p:custDataLst>
          </p:nvPr>
        </p:nvSpPr>
        <p:spPr>
          <a:xfrm>
            <a:off x="9066080" y="2132856"/>
            <a:ext cx="2519096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53" imgH="353" progId="TCLayout.ActiveDocument.1">
                  <p:embed/>
                </p:oleObj>
              </mc:Choice>
              <mc:Fallback>
                <p:oleObj name="think-cell Slide" r:id="rId7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extplatzhalter 28"/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4149080"/>
            <a:ext cx="2518086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6" name="Textplatzhalter 28"/>
          <p:cNvSpPr>
            <a:spLocks noGrp="1"/>
          </p:cNvSpPr>
          <p:nvPr>
            <p:ph type="body" sz="quarter" idx="19" hasCustomPrompt="1"/>
          </p:nvPr>
        </p:nvSpPr>
        <p:spPr>
          <a:xfrm>
            <a:off x="3433898" y="4149080"/>
            <a:ext cx="2518086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7" name="Textplatzhalter 28"/>
          <p:cNvSpPr>
            <a:spLocks noGrp="1"/>
          </p:cNvSpPr>
          <p:nvPr>
            <p:ph type="body" sz="quarter" idx="28" hasCustomPrompt="1"/>
          </p:nvPr>
        </p:nvSpPr>
        <p:spPr>
          <a:xfrm>
            <a:off x="6242210" y="4149080"/>
            <a:ext cx="2518086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8" name="Textplatzhalter 28"/>
          <p:cNvSpPr>
            <a:spLocks noGrp="1"/>
          </p:cNvSpPr>
          <p:nvPr>
            <p:ph type="body" sz="quarter" idx="29" hasCustomPrompt="1"/>
          </p:nvPr>
        </p:nvSpPr>
        <p:spPr>
          <a:xfrm>
            <a:off x="9050522" y="4149080"/>
            <a:ext cx="2518086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9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9" name="Textplatzhalter 8">
            <a:extLst>
              <a:ext uri="{FF2B5EF4-FFF2-40B4-BE49-F238E27FC236}">
                <a16:creationId xmlns:a16="http://schemas.microsoft.com/office/drawing/2014/main" id="{1A128EF3-AFC9-41D4-9DCB-CE8F9DD61E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2520000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30" name="Textplatzhalter 8">
            <a:extLst>
              <a:ext uri="{FF2B5EF4-FFF2-40B4-BE49-F238E27FC236}">
                <a16:creationId xmlns:a16="http://schemas.microsoft.com/office/drawing/2014/main" id="{533B73E5-B1FA-4FF4-94A7-2DB6EC02FB3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31984" y="1484313"/>
            <a:ext cx="2520000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31" name="Textplatzhalter 8">
            <a:extLst>
              <a:ext uri="{FF2B5EF4-FFF2-40B4-BE49-F238E27FC236}">
                <a16:creationId xmlns:a16="http://schemas.microsoft.com/office/drawing/2014/main" id="{929B7AA2-3439-4D62-AA35-3A985292524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40016" y="1484313"/>
            <a:ext cx="2520000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32" name="Textplatzhalter 8">
            <a:extLst>
              <a:ext uri="{FF2B5EF4-FFF2-40B4-BE49-F238E27FC236}">
                <a16:creationId xmlns:a16="http://schemas.microsoft.com/office/drawing/2014/main" id="{1FEF9ADD-4216-427F-ADE4-A5C753CA9B3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048113" y="1484313"/>
            <a:ext cx="2520000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20325779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pictur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28"/>
          <p:cNvSpPr>
            <a:spLocks noGrp="1"/>
          </p:cNvSpPr>
          <p:nvPr>
            <p:ph type="body" sz="quarter" idx="18" hasCustomPrompt="1"/>
          </p:nvPr>
        </p:nvSpPr>
        <p:spPr>
          <a:xfrm>
            <a:off x="5088112" y="4149079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3" name="Textplatzhalter 28"/>
          <p:cNvSpPr>
            <a:spLocks noGrp="1"/>
          </p:cNvSpPr>
          <p:nvPr>
            <p:ph type="body" sz="quarter" idx="19" hasCustomPrompt="1"/>
          </p:nvPr>
        </p:nvSpPr>
        <p:spPr>
          <a:xfrm>
            <a:off x="7320360" y="4149079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4" name="Textplatzhalter 28"/>
          <p:cNvSpPr>
            <a:spLocks noGrp="1"/>
          </p:cNvSpPr>
          <p:nvPr>
            <p:ph type="body" sz="quarter" idx="28" hasCustomPrompt="1"/>
          </p:nvPr>
        </p:nvSpPr>
        <p:spPr>
          <a:xfrm>
            <a:off x="9552608" y="4149079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34" name="Textplatzhalter 28"/>
          <p:cNvSpPr>
            <a:spLocks noGrp="1"/>
          </p:cNvSpPr>
          <p:nvPr>
            <p:ph type="body" sz="quarter" idx="33" hasCustomPrompt="1"/>
          </p:nvPr>
        </p:nvSpPr>
        <p:spPr>
          <a:xfrm>
            <a:off x="2855864" y="4149079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36" name="Textplatzhalter 28"/>
          <p:cNvSpPr>
            <a:spLocks noGrp="1"/>
          </p:cNvSpPr>
          <p:nvPr>
            <p:ph type="body" sz="quarter" idx="34" hasCustomPrompt="1"/>
          </p:nvPr>
        </p:nvSpPr>
        <p:spPr>
          <a:xfrm>
            <a:off x="623392" y="4149558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53" imgH="353" progId="TCLayout.ActiveDocument.1">
                  <p:embed/>
                </p:oleObj>
              </mc:Choice>
              <mc:Fallback>
                <p:oleObj name="think-cell Slide" r:id="rId8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0" name="Bildplatzhalter 14">
            <a:extLst>
              <a:ext uri="{FF2B5EF4-FFF2-40B4-BE49-F238E27FC236}">
                <a16:creationId xmlns:a16="http://schemas.microsoft.com/office/drawing/2014/main" id="{CC8EB282-9561-4785-BB10-8F256B519718}"/>
              </a:ext>
            </a:extLst>
          </p:cNvPr>
          <p:cNvSpPr>
            <a:spLocks noGrp="1"/>
          </p:cNvSpPr>
          <p:nvPr>
            <p:ph type="pic" sz="quarter" idx="22" hasCustomPrompt="1"/>
            <p:custDataLst>
              <p:tags r:id="rId2"/>
            </p:custDataLst>
          </p:nvPr>
        </p:nvSpPr>
        <p:spPr>
          <a:xfrm>
            <a:off x="623393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1" name="Bildplatzhalter 14">
            <a:extLst>
              <a:ext uri="{FF2B5EF4-FFF2-40B4-BE49-F238E27FC236}">
                <a16:creationId xmlns:a16="http://schemas.microsoft.com/office/drawing/2014/main" id="{497A9522-D527-4405-BCBF-9980E99E1117}"/>
              </a:ext>
            </a:extLst>
          </p:cNvPr>
          <p:cNvSpPr>
            <a:spLocks noGrp="1"/>
          </p:cNvSpPr>
          <p:nvPr>
            <p:ph type="pic" sz="quarter" idx="35" hasCustomPrompt="1"/>
            <p:custDataLst>
              <p:tags r:id="rId3"/>
            </p:custDataLst>
          </p:nvPr>
        </p:nvSpPr>
        <p:spPr>
          <a:xfrm>
            <a:off x="2855640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5" name="Bildplatzhalter 14">
            <a:extLst>
              <a:ext uri="{FF2B5EF4-FFF2-40B4-BE49-F238E27FC236}">
                <a16:creationId xmlns:a16="http://schemas.microsoft.com/office/drawing/2014/main" id="{87709F69-140F-4FF9-BF12-F7E1503B307F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4"/>
            </p:custDataLst>
          </p:nvPr>
        </p:nvSpPr>
        <p:spPr>
          <a:xfrm>
            <a:off x="5087888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6" name="Bildplatzhalter 14">
            <a:extLst>
              <a:ext uri="{FF2B5EF4-FFF2-40B4-BE49-F238E27FC236}">
                <a16:creationId xmlns:a16="http://schemas.microsoft.com/office/drawing/2014/main" id="{71E56402-F18F-470C-B2F8-6418C71080C8}"/>
              </a:ext>
            </a:extLst>
          </p:cNvPr>
          <p:cNvSpPr>
            <a:spLocks noGrp="1"/>
          </p:cNvSpPr>
          <p:nvPr>
            <p:ph type="pic" sz="quarter" idx="37" hasCustomPrompt="1"/>
            <p:custDataLst>
              <p:tags r:id="rId5"/>
            </p:custDataLst>
          </p:nvPr>
        </p:nvSpPr>
        <p:spPr>
          <a:xfrm>
            <a:off x="7320136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7930E3B7-AE24-4620-870E-D850F30A522C}"/>
              </a:ext>
            </a:extLst>
          </p:cNvPr>
          <p:cNvSpPr>
            <a:spLocks noGrp="1"/>
          </p:cNvSpPr>
          <p:nvPr>
            <p:ph type="pic" sz="quarter" idx="38" hasCustomPrompt="1"/>
            <p:custDataLst>
              <p:tags r:id="rId6"/>
            </p:custDataLst>
          </p:nvPr>
        </p:nvSpPr>
        <p:spPr>
          <a:xfrm>
            <a:off x="9548814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8" name="Textplatzhalter 8">
            <a:extLst>
              <a:ext uri="{FF2B5EF4-FFF2-40B4-BE49-F238E27FC236}">
                <a16:creationId xmlns:a16="http://schemas.microsoft.com/office/drawing/2014/main" id="{E9E6258F-56F3-4DAE-8850-4A788125A7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  <p:sp>
        <p:nvSpPr>
          <p:cNvPr id="29" name="Textplatzhalter 8">
            <a:extLst>
              <a:ext uri="{FF2B5EF4-FFF2-40B4-BE49-F238E27FC236}">
                <a16:creationId xmlns:a16="http://schemas.microsoft.com/office/drawing/2014/main" id="{26BA4143-E1DB-44E1-8285-1C0A683C8CD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855640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  <p:sp>
        <p:nvSpPr>
          <p:cNvPr id="30" name="Textplatzhalter 8">
            <a:extLst>
              <a:ext uri="{FF2B5EF4-FFF2-40B4-BE49-F238E27FC236}">
                <a16:creationId xmlns:a16="http://schemas.microsoft.com/office/drawing/2014/main" id="{BE5DC7ED-B516-4BC6-8355-9E29C2E5B30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87888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  <p:sp>
        <p:nvSpPr>
          <p:cNvPr id="31" name="Textplatzhalter 8">
            <a:extLst>
              <a:ext uri="{FF2B5EF4-FFF2-40B4-BE49-F238E27FC236}">
                <a16:creationId xmlns:a16="http://schemas.microsoft.com/office/drawing/2014/main" id="{11B62F69-C85F-4068-BE41-E78DFF0016F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20136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  <p:sp>
        <p:nvSpPr>
          <p:cNvPr id="32" name="Textplatzhalter 8">
            <a:extLst>
              <a:ext uri="{FF2B5EF4-FFF2-40B4-BE49-F238E27FC236}">
                <a16:creationId xmlns:a16="http://schemas.microsoft.com/office/drawing/2014/main" id="{96AF8AA5-47E8-4A99-8E77-0FBDB7CE561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52880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</p:spTree>
    <p:extLst>
      <p:ext uri="{BB962C8B-B14F-4D97-AF65-F5344CB8AC3E}">
        <p14:creationId xmlns:p14="http://schemas.microsoft.com/office/powerpoint/2010/main" val="17757610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 with 12 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feil: Fünfeck 90">
            <a:extLst>
              <a:ext uri="{FF2B5EF4-FFF2-40B4-BE49-F238E27FC236}">
                <a16:creationId xmlns:a16="http://schemas.microsoft.com/office/drawing/2014/main" id="{03491CCF-7858-4941-A9AD-9C27FEF9B4CC}"/>
              </a:ext>
            </a:extLst>
          </p:cNvPr>
          <p:cNvSpPr/>
          <p:nvPr userDrawn="1"/>
        </p:nvSpPr>
        <p:spPr bwMode="gray">
          <a:xfrm>
            <a:off x="624383" y="3590955"/>
            <a:ext cx="10944225" cy="396000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5" name="Bildplatzhalter 14"/>
          <p:cNvSpPr>
            <a:spLocks noGrp="1"/>
          </p:cNvSpPr>
          <p:nvPr>
            <p:ph type="pic" sz="quarter" idx="22" hasCustomPrompt="1"/>
            <p:custDataLst>
              <p:tags r:id="rId1"/>
            </p:custDataLst>
          </p:nvPr>
        </p:nvSpPr>
        <p:spPr>
          <a:xfrm>
            <a:off x="6954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53" imgH="353" progId="TCLayout.ActiveDocument.1">
                  <p:embed/>
                </p:oleObj>
              </mc:Choice>
              <mc:Fallback>
                <p:oleObj name="think-cell Slide" r:id="rId15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8B020146-9E6B-4D2A-B6CA-054DF4842DA0}"/>
              </a:ext>
            </a:extLst>
          </p:cNvPr>
          <p:cNvSpPr>
            <a:spLocks noGrp="1"/>
          </p:cNvSpPr>
          <p:nvPr>
            <p:ph type="tbl" sz="quarter" idx="26" hasCustomPrompt="1"/>
          </p:nvPr>
        </p:nvSpPr>
        <p:spPr>
          <a:xfrm>
            <a:off x="624384" y="3609212"/>
            <a:ext cx="10800704" cy="360000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A735765D-45EB-4E51-BB84-8E3343333168}"/>
              </a:ext>
            </a:extLst>
          </p:cNvPr>
          <p:cNvSpPr>
            <a:spLocks noGrp="1"/>
          </p:cNvSpPr>
          <p:nvPr>
            <p:ph type="pic" sz="quarter" idx="27" hasCustomPrompt="1"/>
            <p:custDataLst>
              <p:tags r:id="rId3"/>
            </p:custDataLst>
          </p:nvPr>
        </p:nvSpPr>
        <p:spPr>
          <a:xfrm>
            <a:off x="249576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6" name="Bildplatzhalter 14">
            <a:extLst>
              <a:ext uri="{FF2B5EF4-FFF2-40B4-BE49-F238E27FC236}">
                <a16:creationId xmlns:a16="http://schemas.microsoft.com/office/drawing/2014/main" id="{9982E5AE-7DC8-48A8-A00B-1171379D9ACC}"/>
              </a:ext>
            </a:extLst>
          </p:cNvPr>
          <p:cNvSpPr>
            <a:spLocks noGrp="1"/>
          </p:cNvSpPr>
          <p:nvPr>
            <p:ph type="pic" sz="quarter" idx="28" hasCustomPrompt="1"/>
            <p:custDataLst>
              <p:tags r:id="rId4"/>
            </p:custDataLst>
          </p:nvPr>
        </p:nvSpPr>
        <p:spPr>
          <a:xfrm>
            <a:off x="42958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7" name="Bildplatzhalter 14">
            <a:extLst>
              <a:ext uri="{FF2B5EF4-FFF2-40B4-BE49-F238E27FC236}">
                <a16:creationId xmlns:a16="http://schemas.microsoft.com/office/drawing/2014/main" id="{94D7015A-F4D1-4590-AD94-AB30CB3A25D2}"/>
              </a:ext>
            </a:extLst>
          </p:cNvPr>
          <p:cNvSpPr>
            <a:spLocks noGrp="1"/>
          </p:cNvSpPr>
          <p:nvPr>
            <p:ph type="pic" sz="quarter" idx="29" hasCustomPrompt="1"/>
            <p:custDataLst>
              <p:tags r:id="rId5"/>
            </p:custDataLst>
          </p:nvPr>
        </p:nvSpPr>
        <p:spPr>
          <a:xfrm>
            <a:off x="6096152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0" name="Bildplatzhalter 14">
            <a:extLst>
              <a:ext uri="{FF2B5EF4-FFF2-40B4-BE49-F238E27FC236}">
                <a16:creationId xmlns:a16="http://schemas.microsoft.com/office/drawing/2014/main" id="{90FC251F-C985-45F0-A45F-0E2356DEB31A}"/>
              </a:ext>
            </a:extLst>
          </p:cNvPr>
          <p:cNvSpPr>
            <a:spLocks noGrp="1"/>
          </p:cNvSpPr>
          <p:nvPr>
            <p:ph type="pic" sz="quarter" idx="30" hasCustomPrompt="1"/>
            <p:custDataLst>
              <p:tags r:id="rId6"/>
            </p:custDataLst>
          </p:nvPr>
        </p:nvSpPr>
        <p:spPr>
          <a:xfrm>
            <a:off x="78962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1" name="Bildplatzhalter 14">
            <a:extLst>
              <a:ext uri="{FF2B5EF4-FFF2-40B4-BE49-F238E27FC236}">
                <a16:creationId xmlns:a16="http://schemas.microsoft.com/office/drawing/2014/main" id="{AF692A30-05CB-4F94-89B2-FC1824509948}"/>
              </a:ext>
            </a:extLst>
          </p:cNvPr>
          <p:cNvSpPr>
            <a:spLocks noGrp="1"/>
          </p:cNvSpPr>
          <p:nvPr>
            <p:ph type="pic" sz="quarter" idx="31" hasCustomPrompt="1"/>
            <p:custDataLst>
              <p:tags r:id="rId7"/>
            </p:custDataLst>
          </p:nvPr>
        </p:nvSpPr>
        <p:spPr>
          <a:xfrm>
            <a:off x="96964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2" name="Bildplatzhalter 14">
            <a:extLst>
              <a:ext uri="{FF2B5EF4-FFF2-40B4-BE49-F238E27FC236}">
                <a16:creationId xmlns:a16="http://schemas.microsoft.com/office/drawing/2014/main" id="{E0B4255F-F472-44D0-BDDB-1BCFC16D93AA}"/>
              </a:ext>
            </a:extLst>
          </p:cNvPr>
          <p:cNvSpPr>
            <a:spLocks noGrp="1"/>
          </p:cNvSpPr>
          <p:nvPr>
            <p:ph type="pic" sz="quarter" idx="32" hasCustomPrompt="1"/>
            <p:custDataLst>
              <p:tags r:id="rId8"/>
            </p:custDataLst>
          </p:nvPr>
        </p:nvSpPr>
        <p:spPr>
          <a:xfrm>
            <a:off x="9114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3" name="Bildplatzhalter 14">
            <a:extLst>
              <a:ext uri="{FF2B5EF4-FFF2-40B4-BE49-F238E27FC236}">
                <a16:creationId xmlns:a16="http://schemas.microsoft.com/office/drawing/2014/main" id="{9FB107B4-D796-48C8-92AC-5030FA677726}"/>
              </a:ext>
            </a:extLst>
          </p:cNvPr>
          <p:cNvSpPr>
            <a:spLocks noGrp="1"/>
          </p:cNvSpPr>
          <p:nvPr>
            <p:ph type="pic" sz="quarter" idx="33" hasCustomPrompt="1"/>
            <p:custDataLst>
              <p:tags r:id="rId9"/>
            </p:custDataLst>
          </p:nvPr>
        </p:nvSpPr>
        <p:spPr>
          <a:xfrm>
            <a:off x="27116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4" name="Bildplatzhalter 14">
            <a:extLst>
              <a:ext uri="{FF2B5EF4-FFF2-40B4-BE49-F238E27FC236}">
                <a16:creationId xmlns:a16="http://schemas.microsoft.com/office/drawing/2014/main" id="{D09D08E2-E6D1-4971-AE93-F7EEED7D8C8E}"/>
              </a:ext>
            </a:extLst>
          </p:cNvPr>
          <p:cNvSpPr>
            <a:spLocks noGrp="1"/>
          </p:cNvSpPr>
          <p:nvPr>
            <p:ph type="pic" sz="quarter" idx="34" hasCustomPrompt="1"/>
            <p:custDataLst>
              <p:tags r:id="rId10"/>
            </p:custDataLst>
          </p:nvPr>
        </p:nvSpPr>
        <p:spPr>
          <a:xfrm>
            <a:off x="45118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5" name="Bildplatzhalter 14">
            <a:extLst>
              <a:ext uri="{FF2B5EF4-FFF2-40B4-BE49-F238E27FC236}">
                <a16:creationId xmlns:a16="http://schemas.microsoft.com/office/drawing/2014/main" id="{5387F617-6AD1-40EF-AA8F-F3C4CB7263EE}"/>
              </a:ext>
            </a:extLst>
          </p:cNvPr>
          <p:cNvSpPr>
            <a:spLocks noGrp="1"/>
          </p:cNvSpPr>
          <p:nvPr>
            <p:ph type="pic" sz="quarter" idx="35" hasCustomPrompt="1"/>
            <p:custDataLst>
              <p:tags r:id="rId11"/>
            </p:custDataLst>
          </p:nvPr>
        </p:nvSpPr>
        <p:spPr>
          <a:xfrm>
            <a:off x="63120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6" name="Bildplatzhalter 14">
            <a:extLst>
              <a:ext uri="{FF2B5EF4-FFF2-40B4-BE49-F238E27FC236}">
                <a16:creationId xmlns:a16="http://schemas.microsoft.com/office/drawing/2014/main" id="{3D00B36B-8FE1-486B-BFB5-250EE0D36744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12"/>
            </p:custDataLst>
          </p:nvPr>
        </p:nvSpPr>
        <p:spPr>
          <a:xfrm>
            <a:off x="8112072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4E7B6E83-DA89-410D-BB73-3441F5941B72}"/>
              </a:ext>
            </a:extLst>
          </p:cNvPr>
          <p:cNvSpPr>
            <a:spLocks noGrp="1"/>
          </p:cNvSpPr>
          <p:nvPr>
            <p:ph type="pic" sz="quarter" idx="37" hasCustomPrompt="1"/>
            <p:custDataLst>
              <p:tags r:id="rId13"/>
            </p:custDataLst>
          </p:nvPr>
        </p:nvSpPr>
        <p:spPr>
          <a:xfrm>
            <a:off x="99124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30" name="Textplatzhalter 28">
            <a:extLst>
              <a:ext uri="{FF2B5EF4-FFF2-40B4-BE49-F238E27FC236}">
                <a16:creationId xmlns:a16="http://schemas.microsoft.com/office/drawing/2014/main" id="{57B7ECD7-C1D3-4238-AE8F-4A9441C72EA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3432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4" name="Textplatzhalter 28">
            <a:extLst>
              <a:ext uri="{FF2B5EF4-FFF2-40B4-BE49-F238E27FC236}">
                <a16:creationId xmlns:a16="http://schemas.microsoft.com/office/drawing/2014/main" id="{4BF06C6A-CBAB-40AC-AA00-3557666CF7E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54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7" name="Textplatzhalter 28">
            <a:extLst>
              <a:ext uri="{FF2B5EF4-FFF2-40B4-BE49-F238E27FC236}">
                <a16:creationId xmlns:a16="http://schemas.microsoft.com/office/drawing/2014/main" id="{40C5ADE6-C775-406F-BBE9-73AA8CAA81E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78362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8" name="Textplatzhalter 28">
            <a:extLst>
              <a:ext uri="{FF2B5EF4-FFF2-40B4-BE49-F238E27FC236}">
                <a16:creationId xmlns:a16="http://schemas.microsoft.com/office/drawing/2014/main" id="{8A8C9C68-F3A1-44EB-BF5F-FB8C7C876D0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4956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9" name="Textplatzhalter 28">
            <a:extLst>
              <a:ext uri="{FF2B5EF4-FFF2-40B4-BE49-F238E27FC236}">
                <a16:creationId xmlns:a16="http://schemas.microsoft.com/office/drawing/2014/main" id="{7E2574F9-CE50-40A9-8D1D-24A683665EB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58398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0" name="Textplatzhalter 28">
            <a:extLst>
              <a:ext uri="{FF2B5EF4-FFF2-40B4-BE49-F238E27FC236}">
                <a16:creationId xmlns:a16="http://schemas.microsoft.com/office/drawing/2014/main" id="{03F2A81A-AAAD-45CD-ADD4-1E6E71267B6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958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1" name="Textplatzhalter 28">
            <a:extLst>
              <a:ext uri="{FF2B5EF4-FFF2-40B4-BE49-F238E27FC236}">
                <a16:creationId xmlns:a16="http://schemas.microsoft.com/office/drawing/2014/main" id="{581942D0-7580-4CDB-A780-59E2B4E6CF3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8418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2" name="Textplatzhalter 28">
            <a:extLst>
              <a:ext uri="{FF2B5EF4-FFF2-40B4-BE49-F238E27FC236}">
                <a16:creationId xmlns:a16="http://schemas.microsoft.com/office/drawing/2014/main" id="{7595BE8B-020B-45B8-81C1-D9BAC714E3F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152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3" name="Textplatzhalter 28">
            <a:extLst>
              <a:ext uri="{FF2B5EF4-FFF2-40B4-BE49-F238E27FC236}">
                <a16:creationId xmlns:a16="http://schemas.microsoft.com/office/drawing/2014/main" id="{DD1D190B-B0A7-49EB-921A-E7E48AC0DDF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84232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4" name="Textplatzhalter 28">
            <a:extLst>
              <a:ext uri="{FF2B5EF4-FFF2-40B4-BE49-F238E27FC236}">
                <a16:creationId xmlns:a16="http://schemas.microsoft.com/office/drawing/2014/main" id="{9FA2156E-019E-44A9-A85F-95EE551D8C1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8962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5" name="Textplatzhalter 28">
            <a:extLst>
              <a:ext uri="{FF2B5EF4-FFF2-40B4-BE49-F238E27FC236}">
                <a16:creationId xmlns:a16="http://schemas.microsoft.com/office/drawing/2014/main" id="{E28D8BBC-D0B4-472D-8908-846197A67E3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98458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6" name="Textplatzhalter 28">
            <a:extLst>
              <a:ext uri="{FF2B5EF4-FFF2-40B4-BE49-F238E27FC236}">
                <a16:creationId xmlns:a16="http://schemas.microsoft.com/office/drawing/2014/main" id="{CE9B8B7D-FA62-4379-AADF-4E40DA93F4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6964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960B6858-E1E7-4500-96CA-FD61E92B0474}"/>
              </a:ext>
            </a:extLst>
          </p:cNvPr>
          <p:cNvCxnSpPr>
            <a:cxnSpLocks/>
          </p:cNvCxnSpPr>
          <p:nvPr userDrawn="1"/>
        </p:nvCxnSpPr>
        <p:spPr>
          <a:xfrm>
            <a:off x="21355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694E1FB0-6F07-4F44-8DE4-3F71FDEF0EE5}"/>
              </a:ext>
            </a:extLst>
          </p:cNvPr>
          <p:cNvCxnSpPr>
            <a:cxnSpLocks/>
          </p:cNvCxnSpPr>
          <p:nvPr userDrawn="1"/>
        </p:nvCxnSpPr>
        <p:spPr>
          <a:xfrm>
            <a:off x="39357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C5353A53-9A77-49BA-BC17-A99BA6D355C7}"/>
              </a:ext>
            </a:extLst>
          </p:cNvPr>
          <p:cNvCxnSpPr>
            <a:cxnSpLocks/>
          </p:cNvCxnSpPr>
          <p:nvPr userDrawn="1"/>
        </p:nvCxnSpPr>
        <p:spPr>
          <a:xfrm>
            <a:off x="57359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E6F25108-F183-48D7-9B63-8D09A6633200}"/>
              </a:ext>
            </a:extLst>
          </p:cNvPr>
          <p:cNvCxnSpPr>
            <a:cxnSpLocks/>
          </p:cNvCxnSpPr>
          <p:nvPr userDrawn="1"/>
        </p:nvCxnSpPr>
        <p:spPr>
          <a:xfrm>
            <a:off x="75361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A076AF48-4677-4565-9A49-0DA50C86D7AC}"/>
              </a:ext>
            </a:extLst>
          </p:cNvPr>
          <p:cNvCxnSpPr>
            <a:cxnSpLocks/>
          </p:cNvCxnSpPr>
          <p:nvPr userDrawn="1"/>
        </p:nvCxnSpPr>
        <p:spPr>
          <a:xfrm>
            <a:off x="93363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6F582381-2A67-451A-B22B-26A817FAC095}"/>
              </a:ext>
            </a:extLst>
          </p:cNvPr>
          <p:cNvCxnSpPr>
            <a:cxnSpLocks/>
          </p:cNvCxnSpPr>
          <p:nvPr userDrawn="1"/>
        </p:nvCxnSpPr>
        <p:spPr>
          <a:xfrm>
            <a:off x="111365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97332BE6-14C2-4F4B-83AF-5C8B73FE5294}"/>
              </a:ext>
            </a:extLst>
          </p:cNvPr>
          <p:cNvCxnSpPr>
            <a:cxnSpLocks/>
          </p:cNvCxnSpPr>
          <p:nvPr userDrawn="1"/>
        </p:nvCxnSpPr>
        <p:spPr>
          <a:xfrm>
            <a:off x="9114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ACFF9042-8988-4F08-BE1B-A7FA5CCC6634}"/>
              </a:ext>
            </a:extLst>
          </p:cNvPr>
          <p:cNvCxnSpPr>
            <a:cxnSpLocks/>
          </p:cNvCxnSpPr>
          <p:nvPr userDrawn="1"/>
        </p:nvCxnSpPr>
        <p:spPr>
          <a:xfrm>
            <a:off x="27116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84158636-86DB-48A8-83B9-475096AD3D40}"/>
              </a:ext>
            </a:extLst>
          </p:cNvPr>
          <p:cNvCxnSpPr>
            <a:cxnSpLocks/>
          </p:cNvCxnSpPr>
          <p:nvPr userDrawn="1"/>
        </p:nvCxnSpPr>
        <p:spPr>
          <a:xfrm>
            <a:off x="45118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DD474C56-A11C-4881-9E69-AE965E41967A}"/>
              </a:ext>
            </a:extLst>
          </p:cNvPr>
          <p:cNvCxnSpPr>
            <a:cxnSpLocks/>
          </p:cNvCxnSpPr>
          <p:nvPr userDrawn="1"/>
        </p:nvCxnSpPr>
        <p:spPr>
          <a:xfrm>
            <a:off x="63120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7727C0D5-AE63-4ED6-8816-E82B1085C0D6}"/>
              </a:ext>
            </a:extLst>
          </p:cNvPr>
          <p:cNvCxnSpPr>
            <a:cxnSpLocks/>
          </p:cNvCxnSpPr>
          <p:nvPr userDrawn="1"/>
        </p:nvCxnSpPr>
        <p:spPr>
          <a:xfrm>
            <a:off x="81122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BEF02FC9-D029-452A-A2D8-D878C7C8E504}"/>
              </a:ext>
            </a:extLst>
          </p:cNvPr>
          <p:cNvCxnSpPr>
            <a:cxnSpLocks/>
          </p:cNvCxnSpPr>
          <p:nvPr userDrawn="1"/>
        </p:nvCxnSpPr>
        <p:spPr>
          <a:xfrm>
            <a:off x="99124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275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 with 8 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53" imgH="353" progId="TCLayout.ActiveDocument.1">
                  <p:embed/>
                </p:oleObj>
              </mc:Choice>
              <mc:Fallback>
                <p:oleObj name="think-cell Slide" r:id="rId11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2" name="Pfeil: Fünfeck 21">
            <a:extLst>
              <a:ext uri="{FF2B5EF4-FFF2-40B4-BE49-F238E27FC236}">
                <a16:creationId xmlns:a16="http://schemas.microsoft.com/office/drawing/2014/main" id="{3219B871-9307-4215-BA82-84E1421FBC82}"/>
              </a:ext>
            </a:extLst>
          </p:cNvPr>
          <p:cNvSpPr/>
          <p:nvPr userDrawn="1"/>
        </p:nvSpPr>
        <p:spPr bwMode="gray">
          <a:xfrm>
            <a:off x="624383" y="3590955"/>
            <a:ext cx="10944225" cy="396000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3" name="Tabellenplatzhalter 12">
            <a:extLst>
              <a:ext uri="{FF2B5EF4-FFF2-40B4-BE49-F238E27FC236}">
                <a16:creationId xmlns:a16="http://schemas.microsoft.com/office/drawing/2014/main" id="{57FE2F17-BC59-4A40-ACAA-1C4475FD9051}"/>
              </a:ext>
            </a:extLst>
          </p:cNvPr>
          <p:cNvSpPr>
            <a:spLocks noGrp="1"/>
          </p:cNvSpPr>
          <p:nvPr>
            <p:ph type="tbl" sz="quarter" idx="49" hasCustomPrompt="1"/>
          </p:nvPr>
        </p:nvSpPr>
        <p:spPr>
          <a:xfrm>
            <a:off x="623888" y="3609976"/>
            <a:ext cx="10801350" cy="360164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4" name="Bildplatzhalter 14">
            <a:extLst>
              <a:ext uri="{FF2B5EF4-FFF2-40B4-BE49-F238E27FC236}">
                <a16:creationId xmlns:a16="http://schemas.microsoft.com/office/drawing/2014/main" id="{B0F06A1B-586C-4813-8AE9-99CADED3C4EE}"/>
              </a:ext>
            </a:extLst>
          </p:cNvPr>
          <p:cNvSpPr>
            <a:spLocks noGrp="1"/>
          </p:cNvSpPr>
          <p:nvPr>
            <p:ph type="pic" sz="quarter" idx="32" hasCustomPrompt="1"/>
            <p:custDataLst>
              <p:tags r:id="rId2"/>
            </p:custDataLst>
          </p:nvPr>
        </p:nvSpPr>
        <p:spPr>
          <a:xfrm>
            <a:off x="1055440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5" name="Bildplatzhalter 14">
            <a:extLst>
              <a:ext uri="{FF2B5EF4-FFF2-40B4-BE49-F238E27FC236}">
                <a16:creationId xmlns:a16="http://schemas.microsoft.com/office/drawing/2014/main" id="{8A7CF1DB-E350-4440-A34F-47AB611E42A3}"/>
              </a:ext>
            </a:extLst>
          </p:cNvPr>
          <p:cNvSpPr>
            <a:spLocks noGrp="1"/>
          </p:cNvSpPr>
          <p:nvPr>
            <p:ph type="pic" sz="quarter" idx="34" hasCustomPrompt="1"/>
            <p:custDataLst>
              <p:tags r:id="rId3"/>
            </p:custDataLst>
          </p:nvPr>
        </p:nvSpPr>
        <p:spPr>
          <a:xfrm>
            <a:off x="3719736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6" name="Bildplatzhalter 14">
            <a:extLst>
              <a:ext uri="{FF2B5EF4-FFF2-40B4-BE49-F238E27FC236}">
                <a16:creationId xmlns:a16="http://schemas.microsoft.com/office/drawing/2014/main" id="{B3C17209-CDA5-451F-8572-5F3DA5AD193C}"/>
              </a:ext>
            </a:extLst>
          </p:cNvPr>
          <p:cNvSpPr>
            <a:spLocks noGrp="1"/>
          </p:cNvSpPr>
          <p:nvPr>
            <p:ph type="pic" sz="quarter" idx="35" hasCustomPrompt="1"/>
            <p:custDataLst>
              <p:tags r:id="rId4"/>
            </p:custDataLst>
          </p:nvPr>
        </p:nvSpPr>
        <p:spPr>
          <a:xfrm>
            <a:off x="6384032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CAC4FB9D-6F0B-4919-B8B2-B721BD881026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5"/>
            </p:custDataLst>
          </p:nvPr>
        </p:nvSpPr>
        <p:spPr>
          <a:xfrm>
            <a:off x="9120336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8" name="Textplatzhalter 28">
            <a:extLst>
              <a:ext uri="{FF2B5EF4-FFF2-40B4-BE49-F238E27FC236}">
                <a16:creationId xmlns:a16="http://schemas.microsoft.com/office/drawing/2014/main" id="{19E28DF3-131F-4E62-82DB-4585CA5237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27449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4" name="Textplatzhalter 28">
            <a:extLst>
              <a:ext uri="{FF2B5EF4-FFF2-40B4-BE49-F238E27FC236}">
                <a16:creationId xmlns:a16="http://schemas.microsoft.com/office/drawing/2014/main" id="{272D74C6-5F5A-44D5-AFBB-01F75FFCA09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791897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6" name="Textplatzhalter 28">
            <a:extLst>
              <a:ext uri="{FF2B5EF4-FFF2-40B4-BE49-F238E27FC236}">
                <a16:creationId xmlns:a16="http://schemas.microsoft.com/office/drawing/2014/main" id="{3254DA34-A055-4666-867B-74345656C1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456193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7" name="Textplatzhalter 28">
            <a:extLst>
              <a:ext uri="{FF2B5EF4-FFF2-40B4-BE49-F238E27FC236}">
                <a16:creationId xmlns:a16="http://schemas.microsoft.com/office/drawing/2014/main" id="{45E10B61-18B8-4E5E-9F03-9115A4BCE79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92497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A76BEF30-FF10-470C-9672-81C0141BAF6D}"/>
              </a:ext>
            </a:extLst>
          </p:cNvPr>
          <p:cNvCxnSpPr>
            <a:cxnSpLocks/>
          </p:cNvCxnSpPr>
          <p:nvPr userDrawn="1"/>
        </p:nvCxnSpPr>
        <p:spPr>
          <a:xfrm>
            <a:off x="1055441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9EFD324E-1621-439C-9838-7FD49F53EBE3}"/>
              </a:ext>
            </a:extLst>
          </p:cNvPr>
          <p:cNvCxnSpPr>
            <a:cxnSpLocks/>
          </p:cNvCxnSpPr>
          <p:nvPr userDrawn="1"/>
        </p:nvCxnSpPr>
        <p:spPr>
          <a:xfrm>
            <a:off x="3719737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5984573B-5230-4417-8663-C9F30D02181B}"/>
              </a:ext>
            </a:extLst>
          </p:cNvPr>
          <p:cNvCxnSpPr>
            <a:cxnSpLocks/>
          </p:cNvCxnSpPr>
          <p:nvPr userDrawn="1"/>
        </p:nvCxnSpPr>
        <p:spPr>
          <a:xfrm>
            <a:off x="6384033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D166BDBD-608D-4C44-A93B-FC72809F3B5F}"/>
              </a:ext>
            </a:extLst>
          </p:cNvPr>
          <p:cNvCxnSpPr>
            <a:cxnSpLocks/>
          </p:cNvCxnSpPr>
          <p:nvPr userDrawn="1"/>
        </p:nvCxnSpPr>
        <p:spPr>
          <a:xfrm>
            <a:off x="9120489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Bildplatzhalter 14">
            <a:extLst>
              <a:ext uri="{FF2B5EF4-FFF2-40B4-BE49-F238E27FC236}">
                <a16:creationId xmlns:a16="http://schemas.microsoft.com/office/drawing/2014/main" id="{DAD92F4C-046C-484E-90D6-5BE36479641B}"/>
              </a:ext>
            </a:extLst>
          </p:cNvPr>
          <p:cNvSpPr>
            <a:spLocks noGrp="1"/>
          </p:cNvSpPr>
          <p:nvPr>
            <p:ph type="pic" sz="quarter" idx="22" hasCustomPrompt="1"/>
            <p:custDataLst>
              <p:tags r:id="rId6"/>
            </p:custDataLst>
          </p:nvPr>
        </p:nvSpPr>
        <p:spPr>
          <a:xfrm>
            <a:off x="623888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3" name="Bildplatzhalter 14">
            <a:extLst>
              <a:ext uri="{FF2B5EF4-FFF2-40B4-BE49-F238E27FC236}">
                <a16:creationId xmlns:a16="http://schemas.microsoft.com/office/drawing/2014/main" id="{D06EF150-2723-4B9F-841B-55C091CE667E}"/>
              </a:ext>
            </a:extLst>
          </p:cNvPr>
          <p:cNvSpPr>
            <a:spLocks noGrp="1"/>
          </p:cNvSpPr>
          <p:nvPr>
            <p:ph type="pic" sz="quarter" idx="27" hasCustomPrompt="1"/>
            <p:custDataLst>
              <p:tags r:id="rId7"/>
            </p:custDataLst>
          </p:nvPr>
        </p:nvSpPr>
        <p:spPr>
          <a:xfrm>
            <a:off x="3359696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4" name="Bildplatzhalter 14">
            <a:extLst>
              <a:ext uri="{FF2B5EF4-FFF2-40B4-BE49-F238E27FC236}">
                <a16:creationId xmlns:a16="http://schemas.microsoft.com/office/drawing/2014/main" id="{70160954-E8E9-4FDF-AAE2-3252032E3E67}"/>
              </a:ext>
            </a:extLst>
          </p:cNvPr>
          <p:cNvSpPr>
            <a:spLocks noGrp="1"/>
          </p:cNvSpPr>
          <p:nvPr>
            <p:ph type="pic" sz="quarter" idx="29" hasCustomPrompt="1"/>
            <p:custDataLst>
              <p:tags r:id="rId8"/>
            </p:custDataLst>
          </p:nvPr>
        </p:nvSpPr>
        <p:spPr>
          <a:xfrm>
            <a:off x="6096000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5" name="Bildplatzhalter 14">
            <a:extLst>
              <a:ext uri="{FF2B5EF4-FFF2-40B4-BE49-F238E27FC236}">
                <a16:creationId xmlns:a16="http://schemas.microsoft.com/office/drawing/2014/main" id="{998D5ECE-7C9C-494E-A48A-EB0264C82D65}"/>
              </a:ext>
            </a:extLst>
          </p:cNvPr>
          <p:cNvSpPr>
            <a:spLocks noGrp="1"/>
          </p:cNvSpPr>
          <p:nvPr>
            <p:ph type="pic" sz="quarter" idx="31" hasCustomPrompt="1"/>
            <p:custDataLst>
              <p:tags r:id="rId9"/>
            </p:custDataLst>
          </p:nvPr>
        </p:nvSpPr>
        <p:spPr>
          <a:xfrm>
            <a:off x="8832304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6" name="Textplatzhalter 28">
            <a:extLst>
              <a:ext uri="{FF2B5EF4-FFF2-40B4-BE49-F238E27FC236}">
                <a16:creationId xmlns:a16="http://schemas.microsoft.com/office/drawing/2014/main" id="{9BFC2AA5-BDBD-46A9-9AB7-7B9961AB16E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59696" y="4005064"/>
            <a:ext cx="2232096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7" name="Textplatzhalter 28">
            <a:extLst>
              <a:ext uri="{FF2B5EF4-FFF2-40B4-BE49-F238E27FC236}">
                <a16:creationId xmlns:a16="http://schemas.microsoft.com/office/drawing/2014/main" id="{CF97D0FE-47FD-4009-A82B-4C823CA6D99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0" y="4005064"/>
            <a:ext cx="2232248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8" name="Textplatzhalter 28">
            <a:extLst>
              <a:ext uri="{FF2B5EF4-FFF2-40B4-BE49-F238E27FC236}">
                <a16:creationId xmlns:a16="http://schemas.microsoft.com/office/drawing/2014/main" id="{410B1383-FAF5-4C4F-A54E-0A5ED154184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832304" y="4005064"/>
            <a:ext cx="2232096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2AFBEC76-A5E3-4FE5-AA55-98538CA5A839}"/>
              </a:ext>
            </a:extLst>
          </p:cNvPr>
          <p:cNvCxnSpPr>
            <a:cxnSpLocks/>
          </p:cNvCxnSpPr>
          <p:nvPr userDrawn="1"/>
        </p:nvCxnSpPr>
        <p:spPr>
          <a:xfrm>
            <a:off x="2927648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DA7E87B1-DEA1-45BF-BC7B-1CD2153C0557}"/>
              </a:ext>
            </a:extLst>
          </p:cNvPr>
          <p:cNvCxnSpPr>
            <a:cxnSpLocks/>
          </p:cNvCxnSpPr>
          <p:nvPr userDrawn="1"/>
        </p:nvCxnSpPr>
        <p:spPr>
          <a:xfrm>
            <a:off x="5663952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3AB443D-38C2-45A5-B1EA-EF381D054426}"/>
              </a:ext>
            </a:extLst>
          </p:cNvPr>
          <p:cNvCxnSpPr>
            <a:cxnSpLocks/>
          </p:cNvCxnSpPr>
          <p:nvPr userDrawn="1"/>
        </p:nvCxnSpPr>
        <p:spPr>
          <a:xfrm>
            <a:off x="8400256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176C3379-E73B-4896-B13D-E22548CBA812}"/>
              </a:ext>
            </a:extLst>
          </p:cNvPr>
          <p:cNvCxnSpPr>
            <a:cxnSpLocks/>
          </p:cNvCxnSpPr>
          <p:nvPr userDrawn="1"/>
        </p:nvCxnSpPr>
        <p:spPr>
          <a:xfrm>
            <a:off x="111365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platzhalter 28">
            <a:extLst>
              <a:ext uri="{FF2B5EF4-FFF2-40B4-BE49-F238E27FC236}">
                <a16:creationId xmlns:a16="http://schemas.microsoft.com/office/drawing/2014/main" id="{CF42C74D-A76B-49BF-AD61-20B532D72D3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23392" y="4005064"/>
            <a:ext cx="2232096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061604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 with 6 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53" imgH="353" progId="TCLayout.ActiveDocument.1">
                  <p:embed/>
                </p:oleObj>
              </mc:Choice>
              <mc:Fallback>
                <p:oleObj name="think-cell Slide" r:id="rId9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53" name="Pfeil: Fünfeck 52">
            <a:extLst>
              <a:ext uri="{FF2B5EF4-FFF2-40B4-BE49-F238E27FC236}">
                <a16:creationId xmlns:a16="http://schemas.microsoft.com/office/drawing/2014/main" id="{AEDF42BC-20A6-4E8C-845D-818FECAACBBB}"/>
              </a:ext>
            </a:extLst>
          </p:cNvPr>
          <p:cNvSpPr/>
          <p:nvPr userDrawn="1"/>
        </p:nvSpPr>
        <p:spPr bwMode="gray">
          <a:xfrm>
            <a:off x="624383" y="3590984"/>
            <a:ext cx="10944225" cy="396000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5" name="Bildplatzhalter 14">
            <a:extLst>
              <a:ext uri="{FF2B5EF4-FFF2-40B4-BE49-F238E27FC236}">
                <a16:creationId xmlns:a16="http://schemas.microsoft.com/office/drawing/2014/main" id="{0AA1F9D0-F3C9-4E4B-A7C0-867F817280D5}"/>
              </a:ext>
            </a:extLst>
          </p:cNvPr>
          <p:cNvSpPr>
            <a:spLocks noGrp="1"/>
          </p:cNvSpPr>
          <p:nvPr>
            <p:ph type="pic" sz="quarter" idx="32" hasCustomPrompt="1"/>
            <p:custDataLst>
              <p:tags r:id="rId2"/>
            </p:custDataLst>
          </p:nvPr>
        </p:nvSpPr>
        <p:spPr>
          <a:xfrm>
            <a:off x="1271464" y="1484313"/>
            <a:ext cx="2952328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56" name="Bildplatzhalter 14">
            <a:extLst>
              <a:ext uri="{FF2B5EF4-FFF2-40B4-BE49-F238E27FC236}">
                <a16:creationId xmlns:a16="http://schemas.microsoft.com/office/drawing/2014/main" id="{F8A134F1-3166-45D6-AD24-89CCFF3E715E}"/>
              </a:ext>
            </a:extLst>
          </p:cNvPr>
          <p:cNvSpPr>
            <a:spLocks noGrp="1"/>
          </p:cNvSpPr>
          <p:nvPr>
            <p:ph type="pic" sz="quarter" idx="34" hasCustomPrompt="1"/>
            <p:custDataLst>
              <p:tags r:id="rId3"/>
            </p:custDataLst>
          </p:nvPr>
        </p:nvSpPr>
        <p:spPr>
          <a:xfrm>
            <a:off x="4872033" y="1484313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57" name="Bildplatzhalter 14">
            <a:extLst>
              <a:ext uri="{FF2B5EF4-FFF2-40B4-BE49-F238E27FC236}">
                <a16:creationId xmlns:a16="http://schemas.microsoft.com/office/drawing/2014/main" id="{A0C9B7E0-9DA2-4112-BF97-790A054DFDA7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4"/>
            </p:custDataLst>
          </p:nvPr>
        </p:nvSpPr>
        <p:spPr>
          <a:xfrm>
            <a:off x="8472432" y="1484313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58" name="Textplatzhalter 28">
            <a:extLst>
              <a:ext uri="{FF2B5EF4-FFF2-40B4-BE49-F238E27FC236}">
                <a16:creationId xmlns:a16="http://schemas.microsoft.com/office/drawing/2014/main" id="{E2EFC9AD-A96D-46FB-82EC-87509E3EE1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43471" y="2564904"/>
            <a:ext cx="2880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9" name="Textplatzhalter 28">
            <a:extLst>
              <a:ext uri="{FF2B5EF4-FFF2-40B4-BE49-F238E27FC236}">
                <a16:creationId xmlns:a16="http://schemas.microsoft.com/office/drawing/2014/main" id="{6387F5FB-9337-4DD5-8B61-01B2C5BE0D2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944192" y="2564904"/>
            <a:ext cx="2880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0" name="Textplatzhalter 28">
            <a:extLst>
              <a:ext uri="{FF2B5EF4-FFF2-40B4-BE49-F238E27FC236}">
                <a16:creationId xmlns:a16="http://schemas.microsoft.com/office/drawing/2014/main" id="{8F544177-EAC9-4058-A2E4-640312D8F8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44592" y="2564904"/>
            <a:ext cx="2880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8FAD5406-BE8D-4152-AA36-5150FCE48E29}"/>
              </a:ext>
            </a:extLst>
          </p:cNvPr>
          <p:cNvCxnSpPr>
            <a:cxnSpLocks/>
          </p:cNvCxnSpPr>
          <p:nvPr userDrawn="1"/>
        </p:nvCxnSpPr>
        <p:spPr>
          <a:xfrm>
            <a:off x="127146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5BC2DDF5-29E3-4FDF-AE0D-C03BD2A3D529}"/>
              </a:ext>
            </a:extLst>
          </p:cNvPr>
          <p:cNvCxnSpPr>
            <a:cxnSpLocks/>
          </p:cNvCxnSpPr>
          <p:nvPr userDrawn="1"/>
        </p:nvCxnSpPr>
        <p:spPr>
          <a:xfrm>
            <a:off x="4872033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D4FA3923-0231-4F6B-AAF8-68B7A50C9FCD}"/>
              </a:ext>
            </a:extLst>
          </p:cNvPr>
          <p:cNvCxnSpPr>
            <a:cxnSpLocks/>
          </p:cNvCxnSpPr>
          <p:nvPr userDrawn="1"/>
        </p:nvCxnSpPr>
        <p:spPr>
          <a:xfrm>
            <a:off x="8472585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Bildplatzhalter 14">
            <a:extLst>
              <a:ext uri="{FF2B5EF4-FFF2-40B4-BE49-F238E27FC236}">
                <a16:creationId xmlns:a16="http://schemas.microsoft.com/office/drawing/2014/main" id="{D2266088-96D6-4BC5-BC6D-D70CE32CE6AC}"/>
              </a:ext>
            </a:extLst>
          </p:cNvPr>
          <p:cNvSpPr>
            <a:spLocks noGrp="1"/>
          </p:cNvSpPr>
          <p:nvPr>
            <p:ph type="pic" sz="quarter" idx="27" hasCustomPrompt="1"/>
            <p:custDataLst>
              <p:tags r:id="rId5"/>
            </p:custDataLst>
          </p:nvPr>
        </p:nvSpPr>
        <p:spPr>
          <a:xfrm>
            <a:off x="623392" y="5085296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65" name="Bildplatzhalter 14">
            <a:extLst>
              <a:ext uri="{FF2B5EF4-FFF2-40B4-BE49-F238E27FC236}">
                <a16:creationId xmlns:a16="http://schemas.microsoft.com/office/drawing/2014/main" id="{F5491A98-01E7-49EC-BBC5-6F2F4E064D6A}"/>
              </a:ext>
            </a:extLst>
          </p:cNvPr>
          <p:cNvSpPr>
            <a:spLocks noGrp="1"/>
          </p:cNvSpPr>
          <p:nvPr>
            <p:ph type="pic" sz="quarter" idx="29" hasCustomPrompt="1"/>
            <p:custDataLst>
              <p:tags r:id="rId6"/>
            </p:custDataLst>
          </p:nvPr>
        </p:nvSpPr>
        <p:spPr>
          <a:xfrm>
            <a:off x="4224120" y="5085296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66" name="Bildplatzhalter 14">
            <a:extLst>
              <a:ext uri="{FF2B5EF4-FFF2-40B4-BE49-F238E27FC236}">
                <a16:creationId xmlns:a16="http://schemas.microsoft.com/office/drawing/2014/main" id="{5EAB7280-34D6-4262-89A4-929F705559E4}"/>
              </a:ext>
            </a:extLst>
          </p:cNvPr>
          <p:cNvSpPr>
            <a:spLocks noGrp="1"/>
          </p:cNvSpPr>
          <p:nvPr>
            <p:ph type="pic" sz="quarter" idx="31" hasCustomPrompt="1"/>
            <p:custDataLst>
              <p:tags r:id="rId7"/>
            </p:custDataLst>
          </p:nvPr>
        </p:nvSpPr>
        <p:spPr>
          <a:xfrm>
            <a:off x="7824520" y="5085296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67" name="Textplatzhalter 28">
            <a:extLst>
              <a:ext uri="{FF2B5EF4-FFF2-40B4-BE49-F238E27FC236}">
                <a16:creationId xmlns:a16="http://schemas.microsoft.com/office/drawing/2014/main" id="{8ED53DC7-5605-4B2C-8B19-F7A8A6D444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3392" y="4005064"/>
            <a:ext cx="2880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8" name="Textplatzhalter 28">
            <a:extLst>
              <a:ext uri="{FF2B5EF4-FFF2-40B4-BE49-F238E27FC236}">
                <a16:creationId xmlns:a16="http://schemas.microsoft.com/office/drawing/2014/main" id="{AEAE77BC-EB3E-4549-A34B-BDFFF7FFBA9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24280" y="4005064"/>
            <a:ext cx="2880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9" name="Textplatzhalter 28">
            <a:extLst>
              <a:ext uri="{FF2B5EF4-FFF2-40B4-BE49-F238E27FC236}">
                <a16:creationId xmlns:a16="http://schemas.microsoft.com/office/drawing/2014/main" id="{26AB48FF-F2C6-43A8-8F86-F48DBB9FC5D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824680" y="4005064"/>
            <a:ext cx="2880000" cy="1008112"/>
          </a:xfrm>
        </p:spPr>
        <p:txBody>
          <a:bodyPr tIns="72000" bIns="72000" anchor="b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5B1B2487-B3AD-4E94-96FF-C7298041D5CE}"/>
              </a:ext>
            </a:extLst>
          </p:cNvPr>
          <p:cNvCxnSpPr>
            <a:cxnSpLocks/>
          </p:cNvCxnSpPr>
          <p:nvPr userDrawn="1"/>
        </p:nvCxnSpPr>
        <p:spPr>
          <a:xfrm>
            <a:off x="3575232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7FFFEC26-6CF5-4DFC-8AB7-5C5F535791F4}"/>
              </a:ext>
            </a:extLst>
          </p:cNvPr>
          <p:cNvCxnSpPr>
            <a:cxnSpLocks/>
          </p:cNvCxnSpPr>
          <p:nvPr userDrawn="1"/>
        </p:nvCxnSpPr>
        <p:spPr>
          <a:xfrm>
            <a:off x="7175968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E93ADF52-7D6A-4420-A6BA-82F70A82108B}"/>
              </a:ext>
            </a:extLst>
          </p:cNvPr>
          <p:cNvCxnSpPr>
            <a:cxnSpLocks/>
          </p:cNvCxnSpPr>
          <p:nvPr userDrawn="1"/>
        </p:nvCxnSpPr>
        <p:spPr>
          <a:xfrm>
            <a:off x="1077652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abellenplatzhalter 12">
            <a:extLst>
              <a:ext uri="{FF2B5EF4-FFF2-40B4-BE49-F238E27FC236}">
                <a16:creationId xmlns:a16="http://schemas.microsoft.com/office/drawing/2014/main" id="{2A72055B-C30D-454C-BBDB-50D8598A14D0}"/>
              </a:ext>
            </a:extLst>
          </p:cNvPr>
          <p:cNvSpPr>
            <a:spLocks noGrp="1"/>
          </p:cNvSpPr>
          <p:nvPr>
            <p:ph type="tbl" sz="quarter" idx="49" hasCustomPrompt="1"/>
          </p:nvPr>
        </p:nvSpPr>
        <p:spPr>
          <a:xfrm>
            <a:off x="623888" y="3609976"/>
            <a:ext cx="10801350" cy="360164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43352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E1540-36E6-874E-9402-DE1CCD121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572B1-1A8D-3E26-D9B0-B7E831BE73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77706-6783-D324-14A3-B7AE085B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07810-FAED-CAC0-69AF-A42AE7E8C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805826-5A3E-A3A3-A644-9E6DEB30B128}"/>
              </a:ext>
            </a:extLst>
          </p:cNvPr>
          <p:cNvSpPr txBox="1"/>
          <p:nvPr userDrawn="1"/>
        </p:nvSpPr>
        <p:spPr>
          <a:xfrm>
            <a:off x="3181350" y="6567586"/>
            <a:ext cx="7486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Please don´t distribute slides externally, for internal discussion only</a:t>
            </a:r>
          </a:p>
        </p:txBody>
      </p:sp>
    </p:spTree>
    <p:extLst>
      <p:ext uri="{BB962C8B-B14F-4D97-AF65-F5344CB8AC3E}">
        <p14:creationId xmlns:p14="http://schemas.microsoft.com/office/powerpoint/2010/main" val="381043378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0DBD9-C9B4-4BF4-1B2D-E986A039A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316B1-17D2-D6A4-4CF8-2368DE432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142D8-C72F-F895-9979-B3E97EA1F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C2039-618A-4F37-8C14-6DCF6D84E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DABA4-9BAD-CEC7-A95D-54323A60B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7872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1C90-6925-6792-4A17-0E5B841E8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85EA0-E4BA-9402-5CF7-40A3F57F1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52C84-6091-9765-8F52-93245C6D3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3D4DE-A90A-E9C5-A31A-B168EE7FC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8E7BC-08E1-6B13-4132-49BED4552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247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01838-F413-320D-2ED5-1227FFB1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97740-702A-B132-7E0A-FB069C6A8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61C47-A0D6-530A-20E1-508E36ABC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4FE36-1996-8B51-FD5E-37CEEC0E5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F862A-042A-23E8-C01C-74E1698A2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9BEBA-5614-B159-631D-83369538F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404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19C50-3381-5834-CE6E-7931F4469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97A30-7836-BAF0-9EEA-914841D29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03B973-88F1-D0A2-C890-829BFF5F2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3D4330-D16E-E647-3A98-A1D38B5BE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16A2ED-B88E-CACD-3FA0-A0EBBE3D6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7F5AD-3802-C08D-476B-4AA29A96E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A1C301-3982-FF6E-EB86-AAC4B377B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8541B6-9B83-769F-3900-58447546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2763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F78C0-7AD4-DD95-FBA0-FB9D2ED1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484C53-C830-16FF-51DE-333B4FA94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ED537-B3F8-4791-EA63-C8B839BAD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5D6FC-D2D1-B14C-C693-7048F3746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75866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DA696D-1132-B417-D230-84ABFE1A0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2FFF11-583D-21E0-4CE8-1212D0010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E85FB-099F-320C-C423-F42AD954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3320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CCF37-47F4-22AA-7C3D-BBB2AC2C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1A700-8C8D-21A6-ED2A-53451D2C6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B61A38-A929-D6E4-DA77-FA816E02E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E4195-F205-CEE4-3B03-01D52496D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983-372E-B6C7-8131-3D36334D7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A0575-90DC-4E1C-9546-B8C9F5F1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5910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3B159-20B4-B068-E56F-DB536426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5DFF90-B4F0-EE83-CDE0-E5174BE29F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801B0-A05C-C3FB-BCFB-7F7B75744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668A5-E8AB-E852-F141-C336E4587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EFEBC-C560-D5E5-6F33-80CCAB23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37034-21EA-35A2-E0E1-D945DA1CA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9740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062D3-D02F-4868-2106-517B5EB85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FEBAF-061C-7615-18F4-2712630EE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4A7EF-1F76-B197-1FD6-7524BEBD1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48B82-CE41-80D0-CEE1-4AFE90DA7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AAD4D-9609-CBE3-C5DB-0C969B6B7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1734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EE3B73-EF89-9DD6-A334-939E1A479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F07F6-4E13-2CD5-FFCC-0EB0761C9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C8349-B64C-55E7-EFD7-61DB2AD2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0D17C-1EA8-39A1-77A1-A7DC58A46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9DA03-550C-84D9-293B-270DD8E3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6995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 with Subject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01F3407-B351-47E8-9F28-4EA4D5C49B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5"/>
          <a:stretch/>
        </p:blipFill>
        <p:spPr>
          <a:xfrm>
            <a:off x="0" y="6261261"/>
            <a:ext cx="1203184" cy="596739"/>
          </a:xfrm>
          <a:prstGeom prst="rect">
            <a:avLst/>
          </a:prstGeom>
        </p:spPr>
      </p:pic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5C289F63-EAA9-4BD0-93C7-7F4F954A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532448" y="6422157"/>
            <a:ext cx="370522" cy="224625"/>
          </a:xfrm>
        </p:spPr>
        <p:txBody>
          <a:bodyPr/>
          <a:lstStyle>
            <a:lvl1pPr>
              <a:defRPr>
                <a:solidFill>
                  <a:srgbClr val="FFC832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345B3F-4F68-4DD7-B4DD-9887716EF2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3184" y="6422159"/>
            <a:ext cx="9746756" cy="224623"/>
          </a:xfrm>
        </p:spPr>
        <p:txBody>
          <a:bodyPr/>
          <a:lstStyle>
            <a:lvl1pPr>
              <a:defRPr sz="800">
                <a:solidFill>
                  <a:srgbClr val="E61E5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0329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References:</a:t>
            </a:r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5A9E1DBA-BF4C-4DC5-BDD4-7E26B3379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23888" y="562067"/>
            <a:ext cx="10944225" cy="36405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AF1174-5768-4F6F-B4F4-0DE07CD217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488"/>
            <a:ext cx="474380" cy="108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73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3DB594F-BA72-C2A6-012B-06DAB414C5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86500"/>
            <a:ext cx="12192000" cy="571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B40C4-DC97-1149-22DD-19F4B3F97D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40792"/>
            <a:ext cx="10083800" cy="388938"/>
          </a:xfrm>
        </p:spPr>
        <p:txBody>
          <a:bodyPr lIns="0" tIns="0" rIns="0" bIns="0" anchor="t"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LB" sz="3000" kern="1200" dirty="0">
                <a:solidFill>
                  <a:srgbClr val="E61D4F"/>
                </a:solidFill>
                <a:latin typeface="Merck" panose="02060803030401040103" pitchFamily="18" charset="77"/>
                <a:ea typeface="+mj-ea"/>
                <a:cs typeface="+mj-cs"/>
              </a:defRPr>
            </a:lvl1pPr>
          </a:lstStyle>
          <a:p>
            <a:r>
              <a:rPr lang="en-US" dirty="0"/>
              <a:t>TITLE GOES HERE</a:t>
            </a:r>
            <a:endParaRPr lang="en-L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2E5E2-CAAD-C24E-E559-8C3B5175E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282"/>
            <a:ext cx="5257800" cy="4740850"/>
          </a:xfrm>
        </p:spPr>
        <p:txBody>
          <a:bodyPr/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LB" dirty="0"/>
          </a:p>
        </p:txBody>
      </p:sp>
      <p:pic>
        <p:nvPicPr>
          <p:cNvPr id="12" name="Picture 11" descr="A yellow lines on a black background&#10;&#10;AI-generated content may be incorrect.">
            <a:extLst>
              <a:ext uri="{FF2B5EF4-FFF2-40B4-BE49-F238E27FC236}">
                <a16:creationId xmlns:a16="http://schemas.microsoft.com/office/drawing/2014/main" id="{716BE581-591E-FF28-FE96-C0A113CD2B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03041" y="0"/>
            <a:ext cx="1088959" cy="2133600"/>
          </a:xfrm>
          <a:prstGeom prst="rect">
            <a:avLst/>
          </a:prstGeom>
        </p:spPr>
      </p:pic>
      <p:pic>
        <p:nvPicPr>
          <p:cNvPr id="14" name="Picture 13" descr="A close up of a black and pink background&#10;&#10;AI-generated content may be incorrect.">
            <a:extLst>
              <a:ext uri="{FF2B5EF4-FFF2-40B4-BE49-F238E27FC236}">
                <a16:creationId xmlns:a16="http://schemas.microsoft.com/office/drawing/2014/main" id="{C9A8639A-7C60-8798-91AE-DE4626FC15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838200" cy="1470074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23F0FBB-93FE-70EF-39B3-0E9B2B3400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829731"/>
            <a:ext cx="10083799" cy="38893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200" b="0" i="0">
                <a:solidFill>
                  <a:srgbClr val="96D7D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45BFC2-98A3-FE09-D99A-0D6FF2134B5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5508" y="1439863"/>
            <a:ext cx="5457230" cy="4740275"/>
          </a:xfrm>
        </p:spPr>
        <p:txBody>
          <a:bodyPr/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LB" dirty="0"/>
          </a:p>
        </p:txBody>
      </p:sp>
    </p:spTree>
    <p:extLst>
      <p:ext uri="{BB962C8B-B14F-4D97-AF65-F5344CB8AC3E}">
        <p14:creationId xmlns:p14="http://schemas.microsoft.com/office/powerpoint/2010/main" val="248058760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B3F57C-78AC-754B-B22A-C707C82526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9604"/>
            <a:ext cx="533304" cy="980502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36EBD35-A83D-224B-BAA9-63A5734788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038" y="466499"/>
            <a:ext cx="10494788" cy="36671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50329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LB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14603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AACB91-54A9-83B7-A902-51ED07970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EB7E253-24D4-9B8B-E72D-8B1A375D7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D04736-F1DF-D6AB-0E6D-3D105D955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6128-E57D-406F-B5BA-73213484007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500E0A-C1F9-9AFB-C39C-BB4B1720D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CE0098-9ADA-C256-371F-E8FDD827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C130-30E4-4AF8-9557-E5BA45C5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1426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0F7620-05D9-D8BF-E6E6-9E34F49AD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6447DE-D5AD-D7A9-D50B-FAFBFA7AF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65E62A-60F8-341C-ED6B-7BD205AEF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6128-E57D-406F-B5BA-73213484007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234860-19BD-3F6E-5E60-36F03FFBF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0354B8-B3E0-8F6F-C7D4-1B4C8EB64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C130-30E4-4AF8-9557-E5BA45C5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7419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C70D66-22C9-42BA-6575-F6FA7C8E9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C809E0-ADE8-5BE1-373F-216FE3E57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984EC0-181B-A538-3805-B08B3CF43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6128-E57D-406F-B5BA-73213484007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7A332E-242B-D472-BE41-BBD260BB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4D9EE8-C27E-6AB5-6ADC-1C7BFBB11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C130-30E4-4AF8-9557-E5BA45C5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776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4AC94-47A0-D28B-BE05-C0935D961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B4D4B4-2D7B-F84C-5EA6-78BDE89AF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2C75BB9-5615-FD63-2D70-CDCF24323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8E12A1-16E7-0407-8288-38320A04C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6128-E57D-406F-B5BA-73213484007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15B9C2-9E96-C7A4-0FEB-04BC31798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4DDAC6C-597E-0584-F505-8D9F81B3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C130-30E4-4AF8-9557-E5BA45C5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34693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91A49B-D46C-8F6E-72B5-D922CF262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BD42D1-B05C-0273-C313-8ECFEEB99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BDDD1F-7F2C-B177-4BA9-B78B14C93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AB57C25-BA00-43DE-B7C4-DCFEC3EF7A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A027446-CE85-74FE-6D9B-CC6547B19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C3FD5F2-CC12-919E-F58C-57B6677BF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6128-E57D-406F-B5BA-73213484007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7D2AC10-C93B-C18E-8989-2D47DDFA7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92E7B4D-ED18-B094-5CAD-B2ED6B58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C130-30E4-4AF8-9557-E5BA45C5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2079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623F0F-96A2-6FB7-ED52-6C92FCD06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FFCB9CE-AD3A-E836-32DA-5A872257D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6128-E57D-406F-B5BA-73213484007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617986-D1FD-A53C-3EDB-1E062C638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ADB5F45-AC35-7574-99E6-E3FA47771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C130-30E4-4AF8-9557-E5BA45C5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8793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BF6D9B-2FB2-8FE9-BD2D-B26E8A423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6128-E57D-406F-B5BA-73213484007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F3BE4A4-BC43-0D43-6C40-779711AB2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2D56065-06EF-3955-5BDA-9A78306F7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C130-30E4-4AF8-9557-E5BA45C5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461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35247-3A16-6B56-3483-D676E36D4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CDA7F3-9AA5-6B23-9DBB-8A8F9839A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A31839-41B2-A80A-40B4-260386400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AF8831-4183-489F-CDDB-59321AF21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6128-E57D-406F-B5BA-73213484007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9CEFF9-D9B3-7965-9F9F-EB09ADE1B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74FC00-8148-6997-419D-DF5C1B802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C130-30E4-4AF8-9557-E5BA45C5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9088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878845-6AC5-46FC-F4F8-4B615BADF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785E522-47F5-1DE4-65CF-5571559D59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51C1738-AC99-2120-AFAD-16B977B1E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46BA8B-3E98-01BB-1D0A-48875AB2F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6128-E57D-406F-B5BA-73213484007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0748B7-FBF1-91FD-D9E6-561B489F3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D2B5C4-EB36-B91F-8EC6-04246F50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C130-30E4-4AF8-9557-E5BA45C5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1404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C2D224-65F2-E2BF-38BB-BB5A7DC49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D7325FD-EDE1-AEBF-AA05-FA331249A4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D984C9-D0DE-7E26-7C25-C13C8D13E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6128-E57D-406F-B5BA-73213484007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A2C860-523D-335F-219B-93BE4EE6D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6ED299-16FF-4EBA-6BC1-455C08536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C130-30E4-4AF8-9557-E5BA45C5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9937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EBF86E2-E2D8-A1F3-FA6A-409A994DB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F96629B-9B4E-AABA-0418-2BA7DD0F9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ED1E8A-1334-FB2A-DF48-D8311BEEA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6128-E57D-406F-B5BA-73213484007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C84923-70A4-6A6F-96E0-2FB9562C9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D6FBF1-04CC-86E8-1FE4-8BF26CBF0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C130-30E4-4AF8-9557-E5BA45C5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9947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8" y="1484313"/>
            <a:ext cx="10944227" cy="460851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AB8F34D-A5C0-4BC9-B0F3-11856D9ED0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962AE53-FF41-4032-9C92-554890CB38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FD5E7EB4-4CDF-47BB-AF16-07782904B86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8428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ihandform: Form 27">
            <a:extLst>
              <a:ext uri="{FF2B5EF4-FFF2-40B4-BE49-F238E27FC236}">
                <a16:creationId xmlns:a16="http://schemas.microsoft.com/office/drawing/2014/main" id="{F94C42B7-5921-4211-80A3-E402BB3E8A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auto">
          <a:xfrm>
            <a:off x="1" y="-11695"/>
            <a:ext cx="10727870" cy="5857324"/>
          </a:xfrm>
          <a:custGeom>
            <a:avLst/>
            <a:gdLst>
              <a:gd name="connsiteX0" fmla="*/ 0 w 11618517"/>
              <a:gd name="connsiteY0" fmla="*/ 0 h 5102648"/>
              <a:gd name="connsiteX1" fmla="*/ 10936453 w 11618517"/>
              <a:gd name="connsiteY1" fmla="*/ 0 h 5102648"/>
              <a:gd name="connsiteX2" fmla="*/ 10937350 w 11618517"/>
              <a:gd name="connsiteY2" fmla="*/ 4319 h 5102648"/>
              <a:gd name="connsiteX3" fmla="*/ 11569401 w 11618517"/>
              <a:gd name="connsiteY3" fmla="*/ 3057010 h 5102648"/>
              <a:gd name="connsiteX4" fmla="*/ 7953960 w 11618517"/>
              <a:gd name="connsiteY4" fmla="*/ 4996506 h 5102648"/>
              <a:gd name="connsiteX5" fmla="*/ 86246 w 11618517"/>
              <a:gd name="connsiteY5" fmla="*/ 3698730 h 5102648"/>
              <a:gd name="connsiteX6" fmla="*/ 0 w 11618517"/>
              <a:gd name="connsiteY6" fmla="*/ 3684244 h 510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18517" h="5102648">
                <a:moveTo>
                  <a:pt x="0" y="0"/>
                </a:moveTo>
                <a:lnTo>
                  <a:pt x="10936453" y="0"/>
                </a:lnTo>
                <a:lnTo>
                  <a:pt x="10937350" y="4319"/>
                </a:lnTo>
                <a:cubicBezTo>
                  <a:pt x="11247430" y="1497930"/>
                  <a:pt x="11569401" y="3057010"/>
                  <a:pt x="11569401" y="3057010"/>
                </a:cubicBezTo>
                <a:cubicBezTo>
                  <a:pt x="11856638" y="4341692"/>
                  <a:pt x="10913751" y="5457994"/>
                  <a:pt x="7953960" y="4996506"/>
                </a:cubicBezTo>
                <a:cubicBezTo>
                  <a:pt x="5970620" y="4685470"/>
                  <a:pt x="1238329" y="3892190"/>
                  <a:pt x="86246" y="3698730"/>
                </a:cubicBezTo>
                <a:lnTo>
                  <a:pt x="0" y="3684244"/>
                </a:lnTo>
                <a:close/>
              </a:path>
            </a:pathLst>
          </a:custGeom>
          <a:solidFill>
            <a:srgbClr val="BDDFE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6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ihandform: Form 27">
            <a:extLst>
              <a:ext uri="{FF2B5EF4-FFF2-40B4-BE49-F238E27FC236}">
                <a16:creationId xmlns:a16="http://schemas.microsoft.com/office/drawing/2014/main" id="{F94C42B7-5921-4211-80A3-E402BB3E8A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auto">
          <a:xfrm>
            <a:off x="1" y="-11695"/>
            <a:ext cx="10727870" cy="5857324"/>
          </a:xfrm>
          <a:custGeom>
            <a:avLst/>
            <a:gdLst>
              <a:gd name="connsiteX0" fmla="*/ 0 w 11618517"/>
              <a:gd name="connsiteY0" fmla="*/ 0 h 5102648"/>
              <a:gd name="connsiteX1" fmla="*/ 10936453 w 11618517"/>
              <a:gd name="connsiteY1" fmla="*/ 0 h 5102648"/>
              <a:gd name="connsiteX2" fmla="*/ 10937350 w 11618517"/>
              <a:gd name="connsiteY2" fmla="*/ 4319 h 5102648"/>
              <a:gd name="connsiteX3" fmla="*/ 11569401 w 11618517"/>
              <a:gd name="connsiteY3" fmla="*/ 3057010 h 5102648"/>
              <a:gd name="connsiteX4" fmla="*/ 7953960 w 11618517"/>
              <a:gd name="connsiteY4" fmla="*/ 4996506 h 5102648"/>
              <a:gd name="connsiteX5" fmla="*/ 86246 w 11618517"/>
              <a:gd name="connsiteY5" fmla="*/ 3698730 h 5102648"/>
              <a:gd name="connsiteX6" fmla="*/ 0 w 11618517"/>
              <a:gd name="connsiteY6" fmla="*/ 3684244 h 510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18517" h="5102648">
                <a:moveTo>
                  <a:pt x="0" y="0"/>
                </a:moveTo>
                <a:lnTo>
                  <a:pt x="10936453" y="0"/>
                </a:lnTo>
                <a:lnTo>
                  <a:pt x="10937350" y="4319"/>
                </a:lnTo>
                <a:cubicBezTo>
                  <a:pt x="11247430" y="1497930"/>
                  <a:pt x="11569401" y="3057010"/>
                  <a:pt x="11569401" y="3057010"/>
                </a:cubicBezTo>
                <a:cubicBezTo>
                  <a:pt x="11856638" y="4341692"/>
                  <a:pt x="10913751" y="5457994"/>
                  <a:pt x="7953960" y="4996506"/>
                </a:cubicBezTo>
                <a:cubicBezTo>
                  <a:pt x="5970620" y="4685470"/>
                  <a:pt x="1238329" y="3892190"/>
                  <a:pt x="86246" y="3698730"/>
                </a:cubicBezTo>
                <a:lnTo>
                  <a:pt x="0" y="3684244"/>
                </a:lnTo>
                <a:close/>
              </a:path>
            </a:pathLst>
          </a:custGeom>
          <a:solidFill>
            <a:srgbClr val="BDDFE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84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олилиния: фигура 22">
            <a:extLst>
              <a:ext uri="{FF2B5EF4-FFF2-40B4-BE49-F238E27FC236}">
                <a16:creationId xmlns:a16="http://schemas.microsoft.com/office/drawing/2014/main" id="{CB4F5692-ACBE-4155-A563-B123939F81BC}"/>
              </a:ext>
            </a:extLst>
          </p:cNvPr>
          <p:cNvSpPr/>
          <p:nvPr userDrawn="1"/>
        </p:nvSpPr>
        <p:spPr>
          <a:xfrm flipH="1" flipV="1">
            <a:off x="10166464" y="-2"/>
            <a:ext cx="2062186" cy="960184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F9774D38-0B4E-4EAE-927A-07F8A112FA16}"/>
              </a:ext>
            </a:extLst>
          </p:cNvPr>
          <p:cNvSpPr/>
          <p:nvPr userDrawn="1"/>
        </p:nvSpPr>
        <p:spPr>
          <a:xfrm>
            <a:off x="-1730" y="5818909"/>
            <a:ext cx="3734145" cy="1039091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1" name="Полилиния: фигура 20">
            <a:extLst>
              <a:ext uri="{FF2B5EF4-FFF2-40B4-BE49-F238E27FC236}">
                <a16:creationId xmlns:a16="http://schemas.microsoft.com/office/drawing/2014/main" id="{DC452AFA-2352-4479-938B-FA93E7EC8EFE}"/>
              </a:ext>
            </a:extLst>
          </p:cNvPr>
          <p:cNvSpPr/>
          <p:nvPr userDrawn="1"/>
        </p:nvSpPr>
        <p:spPr>
          <a:xfrm rot="19883963">
            <a:off x="-494636" y="5095599"/>
            <a:ext cx="1333758" cy="1671500"/>
          </a:xfrm>
          <a:custGeom>
            <a:avLst/>
            <a:gdLst>
              <a:gd name="connsiteX0" fmla="*/ 1653557 w 2179316"/>
              <a:gd name="connsiteY0" fmla="*/ 88090 h 2731176"/>
              <a:gd name="connsiteX1" fmla="*/ 2179316 w 2179316"/>
              <a:gd name="connsiteY1" fmla="*/ 995019 h 2731176"/>
              <a:gd name="connsiteX2" fmla="*/ 152408 w 2179316"/>
              <a:gd name="connsiteY2" fmla="*/ 2702427 h 2731176"/>
              <a:gd name="connsiteX3" fmla="*/ 0 w 2179316"/>
              <a:gd name="connsiteY3" fmla="*/ 2731176 h 2731176"/>
              <a:gd name="connsiteX4" fmla="*/ 1489124 w 2179316"/>
              <a:gd name="connsiteY4" fmla="*/ 0 h 2731176"/>
              <a:gd name="connsiteX5" fmla="*/ 1496595 w 2179316"/>
              <a:gd name="connsiteY5" fmla="*/ 3112 h 2731176"/>
              <a:gd name="connsiteX6" fmla="*/ 1653557 w 2179316"/>
              <a:gd name="connsiteY6" fmla="*/ 88090 h 273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79316" h="2731176">
                <a:moveTo>
                  <a:pt x="1653557" y="88090"/>
                </a:moveTo>
                <a:cubicBezTo>
                  <a:pt x="1996946" y="299732"/>
                  <a:pt x="2179316" y="604539"/>
                  <a:pt x="2179316" y="995019"/>
                </a:cubicBezTo>
                <a:cubicBezTo>
                  <a:pt x="2179316" y="1775976"/>
                  <a:pt x="1287285" y="2454044"/>
                  <a:pt x="152408" y="2702427"/>
                </a:cubicBezTo>
                <a:lnTo>
                  <a:pt x="0" y="2731176"/>
                </a:lnTo>
                <a:lnTo>
                  <a:pt x="1489124" y="0"/>
                </a:lnTo>
                <a:lnTo>
                  <a:pt x="1496595" y="3112"/>
                </a:lnTo>
                <a:cubicBezTo>
                  <a:pt x="1552160" y="29522"/>
                  <a:pt x="1604502" y="57855"/>
                  <a:pt x="1653557" y="88090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69540D-4B84-4D48-B17E-A752B4EEA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971" y="497766"/>
            <a:ext cx="10909300" cy="783083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A6F06F-C669-43A6-800C-BFBE16B84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31B0DE8-632B-49C0-BA65-E35CCB03ED26}"/>
              </a:ext>
            </a:extLst>
          </p:cNvPr>
          <p:cNvGrpSpPr/>
          <p:nvPr userDrawn="1"/>
        </p:nvGrpSpPr>
        <p:grpSpPr>
          <a:xfrm>
            <a:off x="10753760" y="6379029"/>
            <a:ext cx="1155242" cy="182109"/>
            <a:chOff x="5409247" y="3315652"/>
            <a:chExt cx="1371600" cy="216217"/>
          </a:xfrm>
          <a:solidFill>
            <a:srgbClr val="398ACB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48AD9ABC-F5A0-44CB-815C-B2BF20C91B69}"/>
                </a:ext>
              </a:extLst>
            </p:cNvPr>
            <p:cNvSpPr/>
            <p:nvPr/>
          </p:nvSpPr>
          <p:spPr>
            <a:xfrm>
              <a:off x="6568440" y="3317557"/>
              <a:ext cx="212407" cy="213359"/>
            </a:xfrm>
            <a:custGeom>
              <a:avLst/>
              <a:gdLst>
                <a:gd name="connsiteX0" fmla="*/ 16192 w 212407"/>
                <a:gd name="connsiteY0" fmla="*/ 212407 h 213359"/>
                <a:gd name="connsiteX1" fmla="*/ 51435 w 212407"/>
                <a:gd name="connsiteY1" fmla="*/ 197167 h 213359"/>
                <a:gd name="connsiteX2" fmla="*/ 64770 w 212407"/>
                <a:gd name="connsiteY2" fmla="*/ 182880 h 213359"/>
                <a:gd name="connsiteX3" fmla="*/ 81915 w 212407"/>
                <a:gd name="connsiteY3" fmla="*/ 174307 h 213359"/>
                <a:gd name="connsiteX4" fmla="*/ 86677 w 212407"/>
                <a:gd name="connsiteY4" fmla="*/ 174307 h 213359"/>
                <a:gd name="connsiteX5" fmla="*/ 93345 w 212407"/>
                <a:gd name="connsiteY5" fmla="*/ 175260 h 213359"/>
                <a:gd name="connsiteX6" fmla="*/ 113347 w 212407"/>
                <a:gd name="connsiteY6" fmla="*/ 180975 h 213359"/>
                <a:gd name="connsiteX7" fmla="*/ 172402 w 212407"/>
                <a:gd name="connsiteY7" fmla="*/ 205740 h 213359"/>
                <a:gd name="connsiteX8" fmla="*/ 199072 w 212407"/>
                <a:gd name="connsiteY8" fmla="*/ 212407 h 213359"/>
                <a:gd name="connsiteX9" fmla="*/ 207645 w 212407"/>
                <a:gd name="connsiteY9" fmla="*/ 212407 h 213359"/>
                <a:gd name="connsiteX10" fmla="*/ 212407 w 212407"/>
                <a:gd name="connsiteY10" fmla="*/ 207645 h 213359"/>
                <a:gd name="connsiteX11" fmla="*/ 212407 w 212407"/>
                <a:gd name="connsiteY11" fmla="*/ 185738 h 213359"/>
                <a:gd name="connsiteX12" fmla="*/ 188595 w 212407"/>
                <a:gd name="connsiteY12" fmla="*/ 150495 h 213359"/>
                <a:gd name="connsiteX13" fmla="*/ 175260 w 212407"/>
                <a:gd name="connsiteY13" fmla="*/ 144780 h 213359"/>
                <a:gd name="connsiteX14" fmla="*/ 146685 w 212407"/>
                <a:gd name="connsiteY14" fmla="*/ 126682 h 213359"/>
                <a:gd name="connsiteX15" fmla="*/ 148590 w 212407"/>
                <a:gd name="connsiteY15" fmla="*/ 99060 h 213359"/>
                <a:gd name="connsiteX16" fmla="*/ 201930 w 212407"/>
                <a:gd name="connsiteY16" fmla="*/ 45720 h 213359"/>
                <a:gd name="connsiteX17" fmla="*/ 212407 w 212407"/>
                <a:gd name="connsiteY17" fmla="*/ 20002 h 213359"/>
                <a:gd name="connsiteX18" fmla="*/ 211455 w 212407"/>
                <a:gd name="connsiteY18" fmla="*/ 12382 h 213359"/>
                <a:gd name="connsiteX19" fmla="*/ 207645 w 212407"/>
                <a:gd name="connsiteY19" fmla="*/ 5715 h 213359"/>
                <a:gd name="connsiteX20" fmla="*/ 193357 w 212407"/>
                <a:gd name="connsiteY20" fmla="*/ 0 h 213359"/>
                <a:gd name="connsiteX21" fmla="*/ 184785 w 212407"/>
                <a:gd name="connsiteY21" fmla="*/ 0 h 213359"/>
                <a:gd name="connsiteX22" fmla="*/ 149542 w 212407"/>
                <a:gd name="connsiteY22" fmla="*/ 15240 h 213359"/>
                <a:gd name="connsiteX23" fmla="*/ 105727 w 212407"/>
                <a:gd name="connsiteY23" fmla="*/ 59055 h 213359"/>
                <a:gd name="connsiteX24" fmla="*/ 57150 w 212407"/>
                <a:gd name="connsiteY24" fmla="*/ 107632 h 213359"/>
                <a:gd name="connsiteX25" fmla="*/ 57150 w 212407"/>
                <a:gd name="connsiteY25" fmla="*/ 31432 h 213359"/>
                <a:gd name="connsiteX26" fmla="*/ 25717 w 212407"/>
                <a:gd name="connsiteY26" fmla="*/ 0 h 213359"/>
                <a:gd name="connsiteX27" fmla="*/ 13335 w 212407"/>
                <a:gd name="connsiteY27" fmla="*/ 0 h 213359"/>
                <a:gd name="connsiteX28" fmla="*/ 1905 w 212407"/>
                <a:gd name="connsiteY28" fmla="*/ 952 h 213359"/>
                <a:gd name="connsiteX29" fmla="*/ 0 w 212407"/>
                <a:gd name="connsiteY29" fmla="*/ 6667 h 213359"/>
                <a:gd name="connsiteX30" fmla="*/ 0 w 212407"/>
                <a:gd name="connsiteY30" fmla="*/ 208597 h 213359"/>
                <a:gd name="connsiteX31" fmla="*/ 4763 w 212407"/>
                <a:gd name="connsiteY31" fmla="*/ 213360 h 213359"/>
                <a:gd name="connsiteX32" fmla="*/ 16192 w 212407"/>
                <a:gd name="connsiteY32" fmla="*/ 213360 h 21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12407" h="213359">
                  <a:moveTo>
                    <a:pt x="16192" y="212407"/>
                  </a:moveTo>
                  <a:cubicBezTo>
                    <a:pt x="30480" y="212407"/>
                    <a:pt x="41910" y="205740"/>
                    <a:pt x="51435" y="197167"/>
                  </a:cubicBezTo>
                  <a:cubicBezTo>
                    <a:pt x="51435" y="197167"/>
                    <a:pt x="57150" y="190500"/>
                    <a:pt x="64770" y="182880"/>
                  </a:cubicBezTo>
                  <a:cubicBezTo>
                    <a:pt x="69532" y="178117"/>
                    <a:pt x="75247" y="175260"/>
                    <a:pt x="81915" y="174307"/>
                  </a:cubicBezTo>
                  <a:cubicBezTo>
                    <a:pt x="82867" y="174307"/>
                    <a:pt x="86677" y="174307"/>
                    <a:pt x="86677" y="174307"/>
                  </a:cubicBezTo>
                  <a:cubicBezTo>
                    <a:pt x="88582" y="174307"/>
                    <a:pt x="91440" y="174307"/>
                    <a:pt x="93345" y="175260"/>
                  </a:cubicBezTo>
                  <a:cubicBezTo>
                    <a:pt x="100965" y="176213"/>
                    <a:pt x="107632" y="178117"/>
                    <a:pt x="113347" y="180975"/>
                  </a:cubicBezTo>
                  <a:lnTo>
                    <a:pt x="172402" y="205740"/>
                  </a:lnTo>
                  <a:cubicBezTo>
                    <a:pt x="172402" y="205740"/>
                    <a:pt x="186690" y="212407"/>
                    <a:pt x="199072" y="212407"/>
                  </a:cubicBezTo>
                  <a:lnTo>
                    <a:pt x="207645" y="212407"/>
                  </a:lnTo>
                  <a:cubicBezTo>
                    <a:pt x="210502" y="212407"/>
                    <a:pt x="212407" y="209550"/>
                    <a:pt x="212407" y="207645"/>
                  </a:cubicBezTo>
                  <a:lnTo>
                    <a:pt x="212407" y="185738"/>
                  </a:lnTo>
                  <a:cubicBezTo>
                    <a:pt x="212407" y="170497"/>
                    <a:pt x="203835" y="156210"/>
                    <a:pt x="188595" y="150495"/>
                  </a:cubicBezTo>
                  <a:lnTo>
                    <a:pt x="175260" y="144780"/>
                  </a:lnTo>
                  <a:cubicBezTo>
                    <a:pt x="164782" y="140970"/>
                    <a:pt x="152400" y="132397"/>
                    <a:pt x="146685" y="126682"/>
                  </a:cubicBezTo>
                  <a:cubicBezTo>
                    <a:pt x="146685" y="126682"/>
                    <a:pt x="134302" y="112395"/>
                    <a:pt x="148590" y="99060"/>
                  </a:cubicBezTo>
                  <a:lnTo>
                    <a:pt x="201930" y="45720"/>
                  </a:lnTo>
                  <a:cubicBezTo>
                    <a:pt x="208597" y="38100"/>
                    <a:pt x="212407" y="29527"/>
                    <a:pt x="212407" y="20002"/>
                  </a:cubicBezTo>
                  <a:cubicBezTo>
                    <a:pt x="212407" y="20002"/>
                    <a:pt x="212407" y="16192"/>
                    <a:pt x="211455" y="12382"/>
                  </a:cubicBezTo>
                  <a:cubicBezTo>
                    <a:pt x="210502" y="9525"/>
                    <a:pt x="208597" y="6667"/>
                    <a:pt x="207645" y="5715"/>
                  </a:cubicBezTo>
                  <a:cubicBezTo>
                    <a:pt x="203835" y="1905"/>
                    <a:pt x="200025" y="952"/>
                    <a:pt x="193357" y="0"/>
                  </a:cubicBezTo>
                  <a:lnTo>
                    <a:pt x="184785" y="0"/>
                  </a:lnTo>
                  <a:cubicBezTo>
                    <a:pt x="170497" y="0"/>
                    <a:pt x="159067" y="6667"/>
                    <a:pt x="149542" y="15240"/>
                  </a:cubicBezTo>
                  <a:cubicBezTo>
                    <a:pt x="149542" y="15240"/>
                    <a:pt x="114300" y="50482"/>
                    <a:pt x="105727" y="59055"/>
                  </a:cubicBezTo>
                  <a:lnTo>
                    <a:pt x="57150" y="107632"/>
                  </a:lnTo>
                  <a:lnTo>
                    <a:pt x="57150" y="31432"/>
                  </a:lnTo>
                  <a:cubicBezTo>
                    <a:pt x="57150" y="14288"/>
                    <a:pt x="42863" y="0"/>
                    <a:pt x="25717" y="0"/>
                  </a:cubicBezTo>
                  <a:lnTo>
                    <a:pt x="13335" y="0"/>
                  </a:lnTo>
                  <a:cubicBezTo>
                    <a:pt x="9525" y="0"/>
                    <a:pt x="4763" y="0"/>
                    <a:pt x="1905" y="952"/>
                  </a:cubicBezTo>
                  <a:cubicBezTo>
                    <a:pt x="0" y="1905"/>
                    <a:pt x="0" y="3810"/>
                    <a:pt x="0" y="6667"/>
                  </a:cubicBezTo>
                  <a:lnTo>
                    <a:pt x="0" y="208597"/>
                  </a:lnTo>
                  <a:cubicBezTo>
                    <a:pt x="0" y="211455"/>
                    <a:pt x="1905" y="213360"/>
                    <a:pt x="4763" y="213360"/>
                  </a:cubicBezTo>
                  <a:lnTo>
                    <a:pt x="16192" y="2133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2B58CB1-F6A7-4EAA-9959-1CF154441928}"/>
                </a:ext>
              </a:extLst>
            </p:cNvPr>
            <p:cNvSpPr/>
            <p:nvPr/>
          </p:nvSpPr>
          <p:spPr>
            <a:xfrm>
              <a:off x="6104572" y="3315652"/>
              <a:ext cx="233362" cy="214312"/>
            </a:xfrm>
            <a:custGeom>
              <a:avLst/>
              <a:gdLst>
                <a:gd name="connsiteX0" fmla="*/ 228600 w 233362"/>
                <a:gd name="connsiteY0" fmla="*/ 188595 h 214312"/>
                <a:gd name="connsiteX1" fmla="*/ 195263 w 233362"/>
                <a:gd name="connsiteY1" fmla="*/ 167640 h 214312"/>
                <a:gd name="connsiteX2" fmla="*/ 171450 w 233362"/>
                <a:gd name="connsiteY2" fmla="*/ 148590 h 214312"/>
                <a:gd name="connsiteX3" fmla="*/ 200977 w 233362"/>
                <a:gd name="connsiteY3" fmla="*/ 126683 h 214312"/>
                <a:gd name="connsiteX4" fmla="*/ 212407 w 233362"/>
                <a:gd name="connsiteY4" fmla="*/ 93345 h 214312"/>
                <a:gd name="connsiteX5" fmla="*/ 200977 w 233362"/>
                <a:gd name="connsiteY5" fmla="*/ 57150 h 214312"/>
                <a:gd name="connsiteX6" fmla="*/ 172402 w 233362"/>
                <a:gd name="connsiteY6" fmla="*/ 27623 h 214312"/>
                <a:gd name="connsiteX7" fmla="*/ 133350 w 233362"/>
                <a:gd name="connsiteY7" fmla="*/ 7620 h 214312"/>
                <a:gd name="connsiteX8" fmla="*/ 90488 w 233362"/>
                <a:gd name="connsiteY8" fmla="*/ 0 h 214312"/>
                <a:gd name="connsiteX9" fmla="*/ 4763 w 233362"/>
                <a:gd name="connsiteY9" fmla="*/ 0 h 214312"/>
                <a:gd name="connsiteX10" fmla="*/ 0 w 233362"/>
                <a:gd name="connsiteY10" fmla="*/ 4763 h 214312"/>
                <a:gd name="connsiteX11" fmla="*/ 0 w 233362"/>
                <a:gd name="connsiteY11" fmla="*/ 148590 h 214312"/>
                <a:gd name="connsiteX12" fmla="*/ 0 w 233362"/>
                <a:gd name="connsiteY12" fmla="*/ 180975 h 214312"/>
                <a:gd name="connsiteX13" fmla="*/ 0 w 233362"/>
                <a:gd name="connsiteY13" fmla="*/ 192405 h 214312"/>
                <a:gd name="connsiteX14" fmla="*/ 0 w 233362"/>
                <a:gd name="connsiteY14" fmla="*/ 206693 h 214312"/>
                <a:gd name="connsiteX15" fmla="*/ 1905 w 233362"/>
                <a:gd name="connsiteY15" fmla="*/ 212408 h 214312"/>
                <a:gd name="connsiteX16" fmla="*/ 14288 w 233362"/>
                <a:gd name="connsiteY16" fmla="*/ 214313 h 214312"/>
                <a:gd name="connsiteX17" fmla="*/ 29527 w 233362"/>
                <a:gd name="connsiteY17" fmla="*/ 212408 h 214312"/>
                <a:gd name="connsiteX18" fmla="*/ 47625 w 233362"/>
                <a:gd name="connsiteY18" fmla="*/ 199073 h 214312"/>
                <a:gd name="connsiteX19" fmla="*/ 58102 w 233362"/>
                <a:gd name="connsiteY19" fmla="*/ 162877 h 214312"/>
                <a:gd name="connsiteX20" fmla="*/ 58102 w 233362"/>
                <a:gd name="connsiteY20" fmla="*/ 75248 h 214312"/>
                <a:gd name="connsiteX21" fmla="*/ 59055 w 233362"/>
                <a:gd name="connsiteY21" fmla="*/ 69533 h 214312"/>
                <a:gd name="connsiteX22" fmla="*/ 60960 w 233362"/>
                <a:gd name="connsiteY22" fmla="*/ 65723 h 214312"/>
                <a:gd name="connsiteX23" fmla="*/ 114300 w 233362"/>
                <a:gd name="connsiteY23" fmla="*/ 55245 h 214312"/>
                <a:gd name="connsiteX24" fmla="*/ 152400 w 233362"/>
                <a:gd name="connsiteY24" fmla="*/ 95250 h 214312"/>
                <a:gd name="connsiteX25" fmla="*/ 122873 w 233362"/>
                <a:gd name="connsiteY25" fmla="*/ 112395 h 214312"/>
                <a:gd name="connsiteX26" fmla="*/ 101917 w 233362"/>
                <a:gd name="connsiteY26" fmla="*/ 108585 h 214312"/>
                <a:gd name="connsiteX27" fmla="*/ 93345 w 233362"/>
                <a:gd name="connsiteY27" fmla="*/ 105727 h 214312"/>
                <a:gd name="connsiteX28" fmla="*/ 85725 w 233362"/>
                <a:gd name="connsiteY28" fmla="*/ 103823 h 214312"/>
                <a:gd name="connsiteX29" fmla="*/ 81915 w 233362"/>
                <a:gd name="connsiteY29" fmla="*/ 109538 h 214312"/>
                <a:gd name="connsiteX30" fmla="*/ 81915 w 233362"/>
                <a:gd name="connsiteY30" fmla="*/ 132398 h 214312"/>
                <a:gd name="connsiteX31" fmla="*/ 89535 w 233362"/>
                <a:gd name="connsiteY31" fmla="*/ 151448 h 214312"/>
                <a:gd name="connsiteX32" fmla="*/ 160020 w 233362"/>
                <a:gd name="connsiteY32" fmla="*/ 206693 h 214312"/>
                <a:gd name="connsiteX33" fmla="*/ 181927 w 233362"/>
                <a:gd name="connsiteY33" fmla="*/ 214313 h 214312"/>
                <a:gd name="connsiteX34" fmla="*/ 228600 w 233362"/>
                <a:gd name="connsiteY34" fmla="*/ 214313 h 214312"/>
                <a:gd name="connsiteX35" fmla="*/ 233363 w 233362"/>
                <a:gd name="connsiteY35" fmla="*/ 208598 h 214312"/>
                <a:gd name="connsiteX36" fmla="*/ 233363 w 233362"/>
                <a:gd name="connsiteY36" fmla="*/ 193358 h 214312"/>
                <a:gd name="connsiteX37" fmla="*/ 228600 w 233362"/>
                <a:gd name="connsiteY37" fmla="*/ 18859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3362" h="214312">
                  <a:moveTo>
                    <a:pt x="228600" y="188595"/>
                  </a:moveTo>
                  <a:cubicBezTo>
                    <a:pt x="228600" y="188595"/>
                    <a:pt x="217170" y="185738"/>
                    <a:pt x="195263" y="167640"/>
                  </a:cubicBezTo>
                  <a:cubicBezTo>
                    <a:pt x="183832" y="158115"/>
                    <a:pt x="175260" y="151448"/>
                    <a:pt x="171450" y="148590"/>
                  </a:cubicBezTo>
                  <a:cubicBezTo>
                    <a:pt x="175260" y="145733"/>
                    <a:pt x="188595" y="140970"/>
                    <a:pt x="200977" y="126683"/>
                  </a:cubicBezTo>
                  <a:cubicBezTo>
                    <a:pt x="208598" y="118110"/>
                    <a:pt x="212407" y="106680"/>
                    <a:pt x="212407" y="93345"/>
                  </a:cubicBezTo>
                  <a:cubicBezTo>
                    <a:pt x="212407" y="80963"/>
                    <a:pt x="208598" y="68580"/>
                    <a:pt x="200977" y="57150"/>
                  </a:cubicBezTo>
                  <a:cubicBezTo>
                    <a:pt x="193357" y="45720"/>
                    <a:pt x="183832" y="36195"/>
                    <a:pt x="172402" y="27623"/>
                  </a:cubicBezTo>
                  <a:cubicBezTo>
                    <a:pt x="160973" y="19050"/>
                    <a:pt x="147638" y="12383"/>
                    <a:pt x="133350" y="7620"/>
                  </a:cubicBezTo>
                  <a:cubicBezTo>
                    <a:pt x="119063" y="2858"/>
                    <a:pt x="104775" y="0"/>
                    <a:pt x="90488" y="0"/>
                  </a:cubicBezTo>
                  <a:cubicBezTo>
                    <a:pt x="90488" y="0"/>
                    <a:pt x="4763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lnTo>
                    <a:pt x="0" y="148590"/>
                  </a:lnTo>
                  <a:lnTo>
                    <a:pt x="0" y="180975"/>
                  </a:lnTo>
                  <a:lnTo>
                    <a:pt x="0" y="192405"/>
                  </a:lnTo>
                  <a:lnTo>
                    <a:pt x="0" y="206693"/>
                  </a:lnTo>
                  <a:cubicBezTo>
                    <a:pt x="0" y="208598"/>
                    <a:pt x="0" y="210502"/>
                    <a:pt x="1905" y="212408"/>
                  </a:cubicBezTo>
                  <a:cubicBezTo>
                    <a:pt x="4763" y="213360"/>
                    <a:pt x="10477" y="214313"/>
                    <a:pt x="14288" y="214313"/>
                  </a:cubicBezTo>
                  <a:cubicBezTo>
                    <a:pt x="19050" y="214313"/>
                    <a:pt x="24765" y="213360"/>
                    <a:pt x="29527" y="212408"/>
                  </a:cubicBezTo>
                  <a:cubicBezTo>
                    <a:pt x="37148" y="209550"/>
                    <a:pt x="42863" y="204788"/>
                    <a:pt x="47625" y="199073"/>
                  </a:cubicBezTo>
                  <a:cubicBezTo>
                    <a:pt x="56198" y="188595"/>
                    <a:pt x="58102" y="176213"/>
                    <a:pt x="58102" y="162877"/>
                  </a:cubicBezTo>
                  <a:lnTo>
                    <a:pt x="58102" y="75248"/>
                  </a:lnTo>
                  <a:cubicBezTo>
                    <a:pt x="58102" y="74295"/>
                    <a:pt x="58102" y="71438"/>
                    <a:pt x="59055" y="69533"/>
                  </a:cubicBezTo>
                  <a:cubicBezTo>
                    <a:pt x="60007" y="67627"/>
                    <a:pt x="60960" y="65723"/>
                    <a:pt x="60960" y="65723"/>
                  </a:cubicBezTo>
                  <a:cubicBezTo>
                    <a:pt x="67627" y="53340"/>
                    <a:pt x="89535" y="48577"/>
                    <a:pt x="114300" y="55245"/>
                  </a:cubicBezTo>
                  <a:cubicBezTo>
                    <a:pt x="146685" y="63818"/>
                    <a:pt x="156210" y="85725"/>
                    <a:pt x="152400" y="95250"/>
                  </a:cubicBezTo>
                  <a:cubicBezTo>
                    <a:pt x="148590" y="105727"/>
                    <a:pt x="137160" y="112395"/>
                    <a:pt x="122873" y="112395"/>
                  </a:cubicBezTo>
                  <a:cubicBezTo>
                    <a:pt x="116205" y="112395"/>
                    <a:pt x="108585" y="111443"/>
                    <a:pt x="101917" y="108585"/>
                  </a:cubicBezTo>
                  <a:cubicBezTo>
                    <a:pt x="101917" y="108585"/>
                    <a:pt x="97155" y="107633"/>
                    <a:pt x="93345" y="105727"/>
                  </a:cubicBezTo>
                  <a:cubicBezTo>
                    <a:pt x="91440" y="104775"/>
                    <a:pt x="88582" y="103823"/>
                    <a:pt x="85725" y="103823"/>
                  </a:cubicBezTo>
                  <a:cubicBezTo>
                    <a:pt x="82867" y="103823"/>
                    <a:pt x="81915" y="105727"/>
                    <a:pt x="81915" y="109538"/>
                  </a:cubicBezTo>
                  <a:lnTo>
                    <a:pt x="81915" y="132398"/>
                  </a:lnTo>
                  <a:cubicBezTo>
                    <a:pt x="81915" y="140018"/>
                    <a:pt x="84773" y="147638"/>
                    <a:pt x="89535" y="151448"/>
                  </a:cubicBezTo>
                  <a:cubicBezTo>
                    <a:pt x="89535" y="151448"/>
                    <a:pt x="160020" y="206693"/>
                    <a:pt x="160020" y="206693"/>
                  </a:cubicBezTo>
                  <a:cubicBezTo>
                    <a:pt x="166688" y="211455"/>
                    <a:pt x="174307" y="214313"/>
                    <a:pt x="181927" y="214313"/>
                  </a:cubicBezTo>
                  <a:lnTo>
                    <a:pt x="228600" y="214313"/>
                  </a:lnTo>
                  <a:cubicBezTo>
                    <a:pt x="231457" y="214313"/>
                    <a:pt x="233363" y="212408"/>
                    <a:pt x="233363" y="208598"/>
                  </a:cubicBezTo>
                  <a:lnTo>
                    <a:pt x="233363" y="193358"/>
                  </a:lnTo>
                  <a:cubicBezTo>
                    <a:pt x="231457" y="191452"/>
                    <a:pt x="230505" y="188595"/>
                    <a:pt x="228600" y="18859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4A2172D-B5CA-44B5-8424-6F3873933518}"/>
                </a:ext>
              </a:extLst>
            </p:cNvPr>
            <p:cNvSpPr/>
            <p:nvPr/>
          </p:nvSpPr>
          <p:spPr>
            <a:xfrm>
              <a:off x="5873114" y="3315652"/>
              <a:ext cx="213360" cy="212407"/>
            </a:xfrm>
            <a:custGeom>
              <a:avLst/>
              <a:gdLst>
                <a:gd name="connsiteX0" fmla="*/ 180023 w 213360"/>
                <a:gd name="connsiteY0" fmla="*/ 159068 h 212407"/>
                <a:gd name="connsiteX1" fmla="*/ 118110 w 213360"/>
                <a:gd name="connsiteY1" fmla="*/ 159068 h 212407"/>
                <a:gd name="connsiteX2" fmla="*/ 93345 w 213360"/>
                <a:gd name="connsiteY2" fmla="*/ 153352 h 212407"/>
                <a:gd name="connsiteX3" fmla="*/ 73343 w 213360"/>
                <a:gd name="connsiteY3" fmla="*/ 138113 h 212407"/>
                <a:gd name="connsiteX4" fmla="*/ 60008 w 213360"/>
                <a:gd name="connsiteY4" fmla="*/ 116205 h 212407"/>
                <a:gd name="connsiteX5" fmla="*/ 55245 w 213360"/>
                <a:gd name="connsiteY5" fmla="*/ 91440 h 212407"/>
                <a:gd name="connsiteX6" fmla="*/ 64770 w 213360"/>
                <a:gd name="connsiteY6" fmla="*/ 65723 h 212407"/>
                <a:gd name="connsiteX7" fmla="*/ 71438 w 213360"/>
                <a:gd name="connsiteY7" fmla="*/ 60960 h 212407"/>
                <a:gd name="connsiteX8" fmla="*/ 80010 w 213360"/>
                <a:gd name="connsiteY8" fmla="*/ 58102 h 212407"/>
                <a:gd name="connsiteX9" fmla="*/ 92393 w 213360"/>
                <a:gd name="connsiteY9" fmla="*/ 57150 h 212407"/>
                <a:gd name="connsiteX10" fmla="*/ 104775 w 213360"/>
                <a:gd name="connsiteY10" fmla="*/ 58102 h 212407"/>
                <a:gd name="connsiteX11" fmla="*/ 124777 w 213360"/>
                <a:gd name="connsiteY11" fmla="*/ 66675 h 212407"/>
                <a:gd name="connsiteX12" fmla="*/ 151448 w 213360"/>
                <a:gd name="connsiteY12" fmla="*/ 90488 h 212407"/>
                <a:gd name="connsiteX13" fmla="*/ 87630 w 213360"/>
                <a:gd name="connsiteY13" fmla="*/ 90488 h 212407"/>
                <a:gd name="connsiteX14" fmla="*/ 81915 w 213360"/>
                <a:gd name="connsiteY14" fmla="*/ 95250 h 212407"/>
                <a:gd name="connsiteX15" fmla="*/ 85725 w 213360"/>
                <a:gd name="connsiteY15" fmla="*/ 111443 h 212407"/>
                <a:gd name="connsiteX16" fmla="*/ 125730 w 213360"/>
                <a:gd name="connsiteY16" fmla="*/ 135255 h 212407"/>
                <a:gd name="connsiteX17" fmla="*/ 185738 w 213360"/>
                <a:gd name="connsiteY17" fmla="*/ 135255 h 212407"/>
                <a:gd name="connsiteX18" fmla="*/ 207645 w 213360"/>
                <a:gd name="connsiteY18" fmla="*/ 126683 h 212407"/>
                <a:gd name="connsiteX19" fmla="*/ 212408 w 213360"/>
                <a:gd name="connsiteY19" fmla="*/ 108585 h 212407"/>
                <a:gd name="connsiteX20" fmla="*/ 202883 w 213360"/>
                <a:gd name="connsiteY20" fmla="*/ 71438 h 212407"/>
                <a:gd name="connsiteX21" fmla="*/ 176213 w 213360"/>
                <a:gd name="connsiteY21" fmla="*/ 36195 h 212407"/>
                <a:gd name="connsiteX22" fmla="*/ 138113 w 213360"/>
                <a:gd name="connsiteY22" fmla="*/ 10477 h 212407"/>
                <a:gd name="connsiteX23" fmla="*/ 92393 w 213360"/>
                <a:gd name="connsiteY23" fmla="*/ 0 h 212407"/>
                <a:gd name="connsiteX24" fmla="*/ 4763 w 213360"/>
                <a:gd name="connsiteY24" fmla="*/ 0 h 212407"/>
                <a:gd name="connsiteX25" fmla="*/ 0 w 213360"/>
                <a:gd name="connsiteY25" fmla="*/ 4763 h 212407"/>
                <a:gd name="connsiteX26" fmla="*/ 0 w 213360"/>
                <a:gd name="connsiteY26" fmla="*/ 92393 h 212407"/>
                <a:gd name="connsiteX27" fmla="*/ 9525 w 213360"/>
                <a:gd name="connsiteY27" fmla="*/ 139065 h 212407"/>
                <a:gd name="connsiteX28" fmla="*/ 35243 w 213360"/>
                <a:gd name="connsiteY28" fmla="*/ 177165 h 212407"/>
                <a:gd name="connsiteX29" fmla="*/ 73343 w 213360"/>
                <a:gd name="connsiteY29" fmla="*/ 202883 h 212407"/>
                <a:gd name="connsiteX30" fmla="*/ 120015 w 213360"/>
                <a:gd name="connsiteY30" fmla="*/ 212408 h 212407"/>
                <a:gd name="connsiteX31" fmla="*/ 208598 w 213360"/>
                <a:gd name="connsiteY31" fmla="*/ 212408 h 212407"/>
                <a:gd name="connsiteX32" fmla="*/ 213360 w 213360"/>
                <a:gd name="connsiteY32" fmla="*/ 207645 h 212407"/>
                <a:gd name="connsiteX33" fmla="*/ 213360 w 213360"/>
                <a:gd name="connsiteY33" fmla="*/ 189548 h 212407"/>
                <a:gd name="connsiteX34" fmla="*/ 204788 w 213360"/>
                <a:gd name="connsiteY34" fmla="*/ 165735 h 212407"/>
                <a:gd name="connsiteX35" fmla="*/ 180023 w 213360"/>
                <a:gd name="connsiteY35" fmla="*/ 159068 h 21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13360" h="212407">
                  <a:moveTo>
                    <a:pt x="180023" y="159068"/>
                  </a:moveTo>
                  <a:lnTo>
                    <a:pt x="118110" y="159068"/>
                  </a:lnTo>
                  <a:cubicBezTo>
                    <a:pt x="109538" y="159068"/>
                    <a:pt x="100965" y="157163"/>
                    <a:pt x="93345" y="153352"/>
                  </a:cubicBezTo>
                  <a:cubicBezTo>
                    <a:pt x="86677" y="150495"/>
                    <a:pt x="76200" y="141923"/>
                    <a:pt x="73343" y="138113"/>
                  </a:cubicBezTo>
                  <a:cubicBezTo>
                    <a:pt x="67627" y="131445"/>
                    <a:pt x="62865" y="124777"/>
                    <a:pt x="60008" y="116205"/>
                  </a:cubicBezTo>
                  <a:cubicBezTo>
                    <a:pt x="57150" y="107633"/>
                    <a:pt x="55245" y="100013"/>
                    <a:pt x="55245" y="91440"/>
                  </a:cubicBezTo>
                  <a:cubicBezTo>
                    <a:pt x="55245" y="80010"/>
                    <a:pt x="58102" y="71438"/>
                    <a:pt x="64770" y="65723"/>
                  </a:cubicBezTo>
                  <a:cubicBezTo>
                    <a:pt x="65723" y="64770"/>
                    <a:pt x="68580" y="62865"/>
                    <a:pt x="71438" y="60960"/>
                  </a:cubicBezTo>
                  <a:cubicBezTo>
                    <a:pt x="74295" y="59055"/>
                    <a:pt x="78105" y="58102"/>
                    <a:pt x="80010" y="58102"/>
                  </a:cubicBezTo>
                  <a:cubicBezTo>
                    <a:pt x="83820" y="57150"/>
                    <a:pt x="87630" y="57150"/>
                    <a:pt x="92393" y="57150"/>
                  </a:cubicBezTo>
                  <a:cubicBezTo>
                    <a:pt x="97155" y="57150"/>
                    <a:pt x="100965" y="58102"/>
                    <a:pt x="104775" y="58102"/>
                  </a:cubicBezTo>
                  <a:cubicBezTo>
                    <a:pt x="111443" y="59055"/>
                    <a:pt x="118110" y="61913"/>
                    <a:pt x="124777" y="66675"/>
                  </a:cubicBezTo>
                  <a:cubicBezTo>
                    <a:pt x="134302" y="72390"/>
                    <a:pt x="144780" y="81915"/>
                    <a:pt x="151448" y="90488"/>
                  </a:cubicBezTo>
                  <a:lnTo>
                    <a:pt x="87630" y="90488"/>
                  </a:lnTo>
                  <a:cubicBezTo>
                    <a:pt x="83820" y="90488"/>
                    <a:pt x="81915" y="92393"/>
                    <a:pt x="81915" y="95250"/>
                  </a:cubicBezTo>
                  <a:cubicBezTo>
                    <a:pt x="81915" y="101918"/>
                    <a:pt x="82868" y="105727"/>
                    <a:pt x="85725" y="111443"/>
                  </a:cubicBezTo>
                  <a:cubicBezTo>
                    <a:pt x="88583" y="117158"/>
                    <a:pt x="100965" y="135255"/>
                    <a:pt x="125730" y="135255"/>
                  </a:cubicBezTo>
                  <a:lnTo>
                    <a:pt x="185738" y="135255"/>
                  </a:lnTo>
                  <a:cubicBezTo>
                    <a:pt x="196215" y="135255"/>
                    <a:pt x="203835" y="132398"/>
                    <a:pt x="207645" y="126683"/>
                  </a:cubicBezTo>
                  <a:cubicBezTo>
                    <a:pt x="211455" y="120968"/>
                    <a:pt x="212408" y="116205"/>
                    <a:pt x="212408" y="108585"/>
                  </a:cubicBezTo>
                  <a:cubicBezTo>
                    <a:pt x="212408" y="96202"/>
                    <a:pt x="209550" y="84773"/>
                    <a:pt x="202883" y="71438"/>
                  </a:cubicBezTo>
                  <a:cubicBezTo>
                    <a:pt x="196215" y="58102"/>
                    <a:pt x="187643" y="46673"/>
                    <a:pt x="176213" y="36195"/>
                  </a:cubicBezTo>
                  <a:cubicBezTo>
                    <a:pt x="164783" y="25718"/>
                    <a:pt x="152400" y="17145"/>
                    <a:pt x="138113" y="10477"/>
                  </a:cubicBezTo>
                  <a:cubicBezTo>
                    <a:pt x="123825" y="3810"/>
                    <a:pt x="108585" y="0"/>
                    <a:pt x="92393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4763"/>
                  </a:cubicBezTo>
                  <a:lnTo>
                    <a:pt x="0" y="92393"/>
                  </a:lnTo>
                  <a:cubicBezTo>
                    <a:pt x="0" y="108585"/>
                    <a:pt x="2858" y="123825"/>
                    <a:pt x="9525" y="139065"/>
                  </a:cubicBezTo>
                  <a:cubicBezTo>
                    <a:pt x="16193" y="153352"/>
                    <a:pt x="24765" y="166688"/>
                    <a:pt x="35243" y="177165"/>
                  </a:cubicBezTo>
                  <a:cubicBezTo>
                    <a:pt x="45720" y="188595"/>
                    <a:pt x="59055" y="197168"/>
                    <a:pt x="73343" y="202883"/>
                  </a:cubicBezTo>
                  <a:cubicBezTo>
                    <a:pt x="87630" y="209550"/>
                    <a:pt x="102870" y="212408"/>
                    <a:pt x="120015" y="212408"/>
                  </a:cubicBezTo>
                  <a:lnTo>
                    <a:pt x="208598" y="212408"/>
                  </a:lnTo>
                  <a:cubicBezTo>
                    <a:pt x="211455" y="212408"/>
                    <a:pt x="213360" y="210502"/>
                    <a:pt x="213360" y="207645"/>
                  </a:cubicBezTo>
                  <a:lnTo>
                    <a:pt x="213360" y="189548"/>
                  </a:lnTo>
                  <a:cubicBezTo>
                    <a:pt x="213360" y="179070"/>
                    <a:pt x="210502" y="171450"/>
                    <a:pt x="204788" y="165735"/>
                  </a:cubicBezTo>
                  <a:cubicBezTo>
                    <a:pt x="198120" y="161925"/>
                    <a:pt x="190500" y="159068"/>
                    <a:pt x="180023" y="15906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D1900A6F-25E2-467E-8CA0-88491E91ED1D}"/>
                </a:ext>
              </a:extLst>
            </p:cNvPr>
            <p:cNvSpPr/>
            <p:nvPr/>
          </p:nvSpPr>
          <p:spPr>
            <a:xfrm>
              <a:off x="5409247" y="3315652"/>
              <a:ext cx="446722" cy="214312"/>
            </a:xfrm>
            <a:custGeom>
              <a:avLst/>
              <a:gdLst>
                <a:gd name="connsiteX0" fmla="*/ 444818 w 446722"/>
                <a:gd name="connsiteY0" fmla="*/ 32385 h 214312"/>
                <a:gd name="connsiteX1" fmla="*/ 413385 w 446722"/>
                <a:gd name="connsiteY1" fmla="*/ 952 h 214312"/>
                <a:gd name="connsiteX2" fmla="*/ 380048 w 446722"/>
                <a:gd name="connsiteY2" fmla="*/ 952 h 214312"/>
                <a:gd name="connsiteX3" fmla="*/ 376238 w 446722"/>
                <a:gd name="connsiteY3" fmla="*/ 2858 h 214312"/>
                <a:gd name="connsiteX4" fmla="*/ 309563 w 446722"/>
                <a:gd name="connsiteY4" fmla="*/ 64770 h 214312"/>
                <a:gd name="connsiteX5" fmla="*/ 222885 w 446722"/>
                <a:gd name="connsiteY5" fmla="*/ 98108 h 214312"/>
                <a:gd name="connsiteX6" fmla="*/ 133350 w 446722"/>
                <a:gd name="connsiteY6" fmla="*/ 61913 h 214312"/>
                <a:gd name="connsiteX7" fmla="*/ 83820 w 446722"/>
                <a:gd name="connsiteY7" fmla="*/ 15240 h 214312"/>
                <a:gd name="connsiteX8" fmla="*/ 46672 w 446722"/>
                <a:gd name="connsiteY8" fmla="*/ 0 h 214312"/>
                <a:gd name="connsiteX9" fmla="*/ 6668 w 446722"/>
                <a:gd name="connsiteY9" fmla="*/ 0 h 214312"/>
                <a:gd name="connsiteX10" fmla="*/ 0 w 446722"/>
                <a:gd name="connsiteY10" fmla="*/ 6668 h 214312"/>
                <a:gd name="connsiteX11" fmla="*/ 0 w 446722"/>
                <a:gd name="connsiteY11" fmla="*/ 181927 h 214312"/>
                <a:gd name="connsiteX12" fmla="*/ 31433 w 446722"/>
                <a:gd name="connsiteY12" fmla="*/ 213360 h 214312"/>
                <a:gd name="connsiteX13" fmla="*/ 43815 w 446722"/>
                <a:gd name="connsiteY13" fmla="*/ 213360 h 214312"/>
                <a:gd name="connsiteX14" fmla="*/ 52388 w 446722"/>
                <a:gd name="connsiteY14" fmla="*/ 213360 h 214312"/>
                <a:gd name="connsiteX15" fmla="*/ 59055 w 446722"/>
                <a:gd name="connsiteY15" fmla="*/ 206693 h 214312"/>
                <a:gd name="connsiteX16" fmla="*/ 59055 w 446722"/>
                <a:gd name="connsiteY16" fmla="*/ 144780 h 214312"/>
                <a:gd name="connsiteX17" fmla="*/ 88583 w 446722"/>
                <a:gd name="connsiteY17" fmla="*/ 115252 h 214312"/>
                <a:gd name="connsiteX18" fmla="*/ 159067 w 446722"/>
                <a:gd name="connsiteY18" fmla="*/ 158115 h 214312"/>
                <a:gd name="connsiteX19" fmla="*/ 223838 w 446722"/>
                <a:gd name="connsiteY19" fmla="*/ 199073 h 214312"/>
                <a:gd name="connsiteX20" fmla="*/ 288608 w 446722"/>
                <a:gd name="connsiteY20" fmla="*/ 158115 h 214312"/>
                <a:gd name="connsiteX21" fmla="*/ 359093 w 446722"/>
                <a:gd name="connsiteY21" fmla="*/ 115252 h 214312"/>
                <a:gd name="connsiteX22" fmla="*/ 388620 w 446722"/>
                <a:gd name="connsiteY22" fmla="*/ 144780 h 214312"/>
                <a:gd name="connsiteX23" fmla="*/ 388620 w 446722"/>
                <a:gd name="connsiteY23" fmla="*/ 182880 h 214312"/>
                <a:gd name="connsiteX24" fmla="*/ 420053 w 446722"/>
                <a:gd name="connsiteY24" fmla="*/ 214313 h 214312"/>
                <a:gd name="connsiteX25" fmla="*/ 433388 w 446722"/>
                <a:gd name="connsiteY25" fmla="*/ 214313 h 214312"/>
                <a:gd name="connsiteX26" fmla="*/ 440055 w 446722"/>
                <a:gd name="connsiteY26" fmla="*/ 214313 h 214312"/>
                <a:gd name="connsiteX27" fmla="*/ 440055 w 446722"/>
                <a:gd name="connsiteY27" fmla="*/ 214313 h 214312"/>
                <a:gd name="connsiteX28" fmla="*/ 446723 w 446722"/>
                <a:gd name="connsiteY28" fmla="*/ 207645 h 214312"/>
                <a:gd name="connsiteX29" fmla="*/ 444818 w 446722"/>
                <a:gd name="connsiteY29" fmla="*/ 3238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46722" h="214312">
                  <a:moveTo>
                    <a:pt x="444818" y="32385"/>
                  </a:moveTo>
                  <a:cubicBezTo>
                    <a:pt x="444818" y="15240"/>
                    <a:pt x="430530" y="952"/>
                    <a:pt x="413385" y="952"/>
                  </a:cubicBezTo>
                  <a:lnTo>
                    <a:pt x="380048" y="952"/>
                  </a:lnTo>
                  <a:cubicBezTo>
                    <a:pt x="378143" y="952"/>
                    <a:pt x="377190" y="1905"/>
                    <a:pt x="376238" y="2858"/>
                  </a:cubicBezTo>
                  <a:lnTo>
                    <a:pt x="309563" y="64770"/>
                  </a:lnTo>
                  <a:cubicBezTo>
                    <a:pt x="286703" y="85725"/>
                    <a:pt x="256223" y="98108"/>
                    <a:pt x="222885" y="98108"/>
                  </a:cubicBezTo>
                  <a:cubicBezTo>
                    <a:pt x="187642" y="98108"/>
                    <a:pt x="156210" y="84773"/>
                    <a:pt x="133350" y="61913"/>
                  </a:cubicBezTo>
                  <a:cubicBezTo>
                    <a:pt x="133350" y="61913"/>
                    <a:pt x="84773" y="16193"/>
                    <a:pt x="83820" y="15240"/>
                  </a:cubicBezTo>
                  <a:cubicBezTo>
                    <a:pt x="74295" y="6668"/>
                    <a:pt x="61913" y="952"/>
                    <a:pt x="46672" y="0"/>
                  </a:cubicBezTo>
                  <a:lnTo>
                    <a:pt x="6668" y="0"/>
                  </a:lnTo>
                  <a:cubicBezTo>
                    <a:pt x="2858" y="0"/>
                    <a:pt x="0" y="2858"/>
                    <a:pt x="0" y="6668"/>
                  </a:cubicBezTo>
                  <a:lnTo>
                    <a:pt x="0" y="181927"/>
                  </a:lnTo>
                  <a:cubicBezTo>
                    <a:pt x="0" y="199073"/>
                    <a:pt x="14288" y="213360"/>
                    <a:pt x="31433" y="213360"/>
                  </a:cubicBezTo>
                  <a:lnTo>
                    <a:pt x="43815" y="213360"/>
                  </a:lnTo>
                  <a:lnTo>
                    <a:pt x="52388" y="213360"/>
                  </a:lnTo>
                  <a:cubicBezTo>
                    <a:pt x="56197" y="213360"/>
                    <a:pt x="59055" y="210502"/>
                    <a:pt x="59055" y="206693"/>
                  </a:cubicBezTo>
                  <a:lnTo>
                    <a:pt x="59055" y="144780"/>
                  </a:lnTo>
                  <a:cubicBezTo>
                    <a:pt x="59055" y="128588"/>
                    <a:pt x="72390" y="115252"/>
                    <a:pt x="88583" y="115252"/>
                  </a:cubicBezTo>
                  <a:cubicBezTo>
                    <a:pt x="118110" y="115252"/>
                    <a:pt x="140017" y="140970"/>
                    <a:pt x="159067" y="158115"/>
                  </a:cubicBezTo>
                  <a:cubicBezTo>
                    <a:pt x="182880" y="179070"/>
                    <a:pt x="200978" y="199073"/>
                    <a:pt x="223838" y="199073"/>
                  </a:cubicBezTo>
                  <a:cubicBezTo>
                    <a:pt x="246698" y="199073"/>
                    <a:pt x="264795" y="179070"/>
                    <a:pt x="288608" y="158115"/>
                  </a:cubicBezTo>
                  <a:cubicBezTo>
                    <a:pt x="307658" y="140970"/>
                    <a:pt x="329565" y="115252"/>
                    <a:pt x="359093" y="115252"/>
                  </a:cubicBezTo>
                  <a:cubicBezTo>
                    <a:pt x="375285" y="115252"/>
                    <a:pt x="388620" y="128588"/>
                    <a:pt x="388620" y="144780"/>
                  </a:cubicBezTo>
                  <a:lnTo>
                    <a:pt x="388620" y="182880"/>
                  </a:lnTo>
                  <a:cubicBezTo>
                    <a:pt x="388620" y="200025"/>
                    <a:pt x="402907" y="214313"/>
                    <a:pt x="420053" y="214313"/>
                  </a:cubicBezTo>
                  <a:lnTo>
                    <a:pt x="433388" y="214313"/>
                  </a:lnTo>
                  <a:cubicBezTo>
                    <a:pt x="437198" y="214313"/>
                    <a:pt x="440055" y="214313"/>
                    <a:pt x="440055" y="214313"/>
                  </a:cubicBezTo>
                  <a:lnTo>
                    <a:pt x="440055" y="214313"/>
                  </a:lnTo>
                  <a:cubicBezTo>
                    <a:pt x="443865" y="214313"/>
                    <a:pt x="446723" y="211455"/>
                    <a:pt x="446723" y="207645"/>
                  </a:cubicBezTo>
                  <a:cubicBezTo>
                    <a:pt x="444818" y="207645"/>
                    <a:pt x="444818" y="34290"/>
                    <a:pt x="444818" y="3238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85E9D78A-7D5B-47F0-BCD6-2B9BDE22C856}"/>
                </a:ext>
              </a:extLst>
            </p:cNvPr>
            <p:cNvSpPr/>
            <p:nvPr/>
          </p:nvSpPr>
          <p:spPr>
            <a:xfrm>
              <a:off x="6336029" y="3315652"/>
              <a:ext cx="213360" cy="216217"/>
            </a:xfrm>
            <a:custGeom>
              <a:avLst/>
              <a:gdLst>
                <a:gd name="connsiteX0" fmla="*/ 208598 w 213360"/>
                <a:gd name="connsiteY0" fmla="*/ 124777 h 216217"/>
                <a:gd name="connsiteX1" fmla="*/ 176213 w 213360"/>
                <a:gd name="connsiteY1" fmla="*/ 124777 h 216217"/>
                <a:gd name="connsiteX2" fmla="*/ 153353 w 213360"/>
                <a:gd name="connsiteY2" fmla="*/ 140018 h 216217"/>
                <a:gd name="connsiteX3" fmla="*/ 142875 w 213360"/>
                <a:gd name="connsiteY3" fmla="*/ 156210 h 216217"/>
                <a:gd name="connsiteX4" fmla="*/ 122873 w 213360"/>
                <a:gd name="connsiteY4" fmla="*/ 161925 h 216217"/>
                <a:gd name="connsiteX5" fmla="*/ 100013 w 213360"/>
                <a:gd name="connsiteY5" fmla="*/ 155258 h 216217"/>
                <a:gd name="connsiteX6" fmla="*/ 79058 w 213360"/>
                <a:gd name="connsiteY6" fmla="*/ 139065 h 216217"/>
                <a:gd name="connsiteX7" fmla="*/ 63817 w 213360"/>
                <a:gd name="connsiteY7" fmla="*/ 116205 h 216217"/>
                <a:gd name="connsiteX8" fmla="*/ 58103 w 213360"/>
                <a:gd name="connsiteY8" fmla="*/ 91440 h 216217"/>
                <a:gd name="connsiteX9" fmla="*/ 67628 w 213360"/>
                <a:gd name="connsiteY9" fmla="*/ 65723 h 216217"/>
                <a:gd name="connsiteX10" fmla="*/ 91440 w 213360"/>
                <a:gd name="connsiteY10" fmla="*/ 56198 h 216217"/>
                <a:gd name="connsiteX11" fmla="*/ 123825 w 213360"/>
                <a:gd name="connsiteY11" fmla="*/ 68580 h 216217"/>
                <a:gd name="connsiteX12" fmla="*/ 138113 w 213360"/>
                <a:gd name="connsiteY12" fmla="*/ 73343 h 216217"/>
                <a:gd name="connsiteX13" fmla="*/ 153353 w 213360"/>
                <a:gd name="connsiteY13" fmla="*/ 64770 h 216217"/>
                <a:gd name="connsiteX14" fmla="*/ 175260 w 213360"/>
                <a:gd name="connsiteY14" fmla="*/ 42863 h 216217"/>
                <a:gd name="connsiteX15" fmla="*/ 177165 w 213360"/>
                <a:gd name="connsiteY15" fmla="*/ 39052 h 216217"/>
                <a:gd name="connsiteX16" fmla="*/ 174308 w 213360"/>
                <a:gd name="connsiteY16" fmla="*/ 35243 h 216217"/>
                <a:gd name="connsiteX17" fmla="*/ 135255 w 213360"/>
                <a:gd name="connsiteY17" fmla="*/ 9525 h 216217"/>
                <a:gd name="connsiteX18" fmla="*/ 91440 w 213360"/>
                <a:gd name="connsiteY18" fmla="*/ 0 h 216217"/>
                <a:gd name="connsiteX19" fmla="*/ 4763 w 213360"/>
                <a:gd name="connsiteY19" fmla="*/ 0 h 216217"/>
                <a:gd name="connsiteX20" fmla="*/ 0 w 213360"/>
                <a:gd name="connsiteY20" fmla="*/ 5715 h 216217"/>
                <a:gd name="connsiteX21" fmla="*/ 0 w 213360"/>
                <a:gd name="connsiteY21" fmla="*/ 91440 h 216217"/>
                <a:gd name="connsiteX22" fmla="*/ 10478 w 213360"/>
                <a:gd name="connsiteY22" fmla="*/ 139065 h 216217"/>
                <a:gd name="connsiteX23" fmla="*/ 38100 w 213360"/>
                <a:gd name="connsiteY23" fmla="*/ 178118 h 216217"/>
                <a:gd name="connsiteX24" fmla="*/ 77153 w 213360"/>
                <a:gd name="connsiteY24" fmla="*/ 205740 h 216217"/>
                <a:gd name="connsiteX25" fmla="*/ 122873 w 213360"/>
                <a:gd name="connsiteY25" fmla="*/ 216218 h 216217"/>
                <a:gd name="connsiteX26" fmla="*/ 158115 w 213360"/>
                <a:gd name="connsiteY26" fmla="*/ 209550 h 216217"/>
                <a:gd name="connsiteX27" fmla="*/ 185738 w 213360"/>
                <a:gd name="connsiteY27" fmla="*/ 191452 h 216217"/>
                <a:gd name="connsiteX28" fmla="*/ 204788 w 213360"/>
                <a:gd name="connsiteY28" fmla="*/ 163830 h 216217"/>
                <a:gd name="connsiteX29" fmla="*/ 213360 w 213360"/>
                <a:gd name="connsiteY29" fmla="*/ 129540 h 216217"/>
                <a:gd name="connsiteX30" fmla="*/ 208598 w 213360"/>
                <a:gd name="connsiteY30" fmla="*/ 124777 h 21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3360" h="216217">
                  <a:moveTo>
                    <a:pt x="208598" y="124777"/>
                  </a:moveTo>
                  <a:lnTo>
                    <a:pt x="176213" y="124777"/>
                  </a:lnTo>
                  <a:cubicBezTo>
                    <a:pt x="164783" y="124777"/>
                    <a:pt x="156210" y="129540"/>
                    <a:pt x="153353" y="140018"/>
                  </a:cubicBezTo>
                  <a:cubicBezTo>
                    <a:pt x="151448" y="146685"/>
                    <a:pt x="147638" y="152400"/>
                    <a:pt x="142875" y="156210"/>
                  </a:cubicBezTo>
                  <a:cubicBezTo>
                    <a:pt x="138113" y="160020"/>
                    <a:pt x="131445" y="161925"/>
                    <a:pt x="122873" y="161925"/>
                  </a:cubicBezTo>
                  <a:cubicBezTo>
                    <a:pt x="115253" y="161925"/>
                    <a:pt x="107633" y="160020"/>
                    <a:pt x="100013" y="155258"/>
                  </a:cubicBezTo>
                  <a:cubicBezTo>
                    <a:pt x="92392" y="151448"/>
                    <a:pt x="85725" y="145733"/>
                    <a:pt x="79058" y="139065"/>
                  </a:cubicBezTo>
                  <a:cubicBezTo>
                    <a:pt x="73342" y="132398"/>
                    <a:pt x="67628" y="124777"/>
                    <a:pt x="63817" y="116205"/>
                  </a:cubicBezTo>
                  <a:cubicBezTo>
                    <a:pt x="60008" y="107633"/>
                    <a:pt x="58103" y="99060"/>
                    <a:pt x="58103" y="91440"/>
                  </a:cubicBezTo>
                  <a:cubicBezTo>
                    <a:pt x="58103" y="80963"/>
                    <a:pt x="60960" y="72390"/>
                    <a:pt x="67628" y="65723"/>
                  </a:cubicBezTo>
                  <a:cubicBezTo>
                    <a:pt x="74295" y="59055"/>
                    <a:pt x="81915" y="56198"/>
                    <a:pt x="91440" y="56198"/>
                  </a:cubicBezTo>
                  <a:cubicBezTo>
                    <a:pt x="102870" y="56198"/>
                    <a:pt x="113348" y="60008"/>
                    <a:pt x="123825" y="68580"/>
                  </a:cubicBezTo>
                  <a:cubicBezTo>
                    <a:pt x="128588" y="71438"/>
                    <a:pt x="133350" y="73343"/>
                    <a:pt x="138113" y="73343"/>
                  </a:cubicBezTo>
                  <a:cubicBezTo>
                    <a:pt x="142875" y="73343"/>
                    <a:pt x="148590" y="70485"/>
                    <a:pt x="153353" y="64770"/>
                  </a:cubicBezTo>
                  <a:lnTo>
                    <a:pt x="175260" y="42863"/>
                  </a:lnTo>
                  <a:cubicBezTo>
                    <a:pt x="176213" y="41910"/>
                    <a:pt x="177165" y="40005"/>
                    <a:pt x="177165" y="39052"/>
                  </a:cubicBezTo>
                  <a:cubicBezTo>
                    <a:pt x="177165" y="38100"/>
                    <a:pt x="176213" y="37148"/>
                    <a:pt x="174308" y="35243"/>
                  </a:cubicBezTo>
                  <a:cubicBezTo>
                    <a:pt x="162878" y="24765"/>
                    <a:pt x="149542" y="16193"/>
                    <a:pt x="135255" y="9525"/>
                  </a:cubicBezTo>
                  <a:cubicBezTo>
                    <a:pt x="120967" y="3810"/>
                    <a:pt x="106680" y="0"/>
                    <a:pt x="91440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5715"/>
                  </a:cubicBezTo>
                  <a:lnTo>
                    <a:pt x="0" y="91440"/>
                  </a:lnTo>
                  <a:cubicBezTo>
                    <a:pt x="0" y="107633"/>
                    <a:pt x="3810" y="123825"/>
                    <a:pt x="10478" y="139065"/>
                  </a:cubicBezTo>
                  <a:cubicBezTo>
                    <a:pt x="17145" y="154305"/>
                    <a:pt x="26670" y="167640"/>
                    <a:pt x="38100" y="178118"/>
                  </a:cubicBezTo>
                  <a:cubicBezTo>
                    <a:pt x="49530" y="189548"/>
                    <a:pt x="62865" y="198120"/>
                    <a:pt x="77153" y="205740"/>
                  </a:cubicBezTo>
                  <a:cubicBezTo>
                    <a:pt x="91440" y="212408"/>
                    <a:pt x="106680" y="216218"/>
                    <a:pt x="122873" y="216218"/>
                  </a:cubicBezTo>
                  <a:cubicBezTo>
                    <a:pt x="135255" y="216218"/>
                    <a:pt x="147638" y="214313"/>
                    <a:pt x="158115" y="209550"/>
                  </a:cubicBezTo>
                  <a:cubicBezTo>
                    <a:pt x="168592" y="205740"/>
                    <a:pt x="178117" y="199073"/>
                    <a:pt x="185738" y="191452"/>
                  </a:cubicBezTo>
                  <a:cubicBezTo>
                    <a:pt x="193358" y="183833"/>
                    <a:pt x="200025" y="174308"/>
                    <a:pt x="204788" y="163830"/>
                  </a:cubicBezTo>
                  <a:cubicBezTo>
                    <a:pt x="209550" y="153352"/>
                    <a:pt x="212408" y="141923"/>
                    <a:pt x="213360" y="129540"/>
                  </a:cubicBezTo>
                  <a:cubicBezTo>
                    <a:pt x="213360" y="126683"/>
                    <a:pt x="212408" y="124777"/>
                    <a:pt x="208598" y="12477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id="{D2C061EF-8492-46AD-B925-36DFE8433EE3}"/>
              </a:ext>
            </a:extLst>
          </p:cNvPr>
          <p:cNvSpPr>
            <a:spLocks/>
          </p:cNvSpPr>
          <p:nvPr userDrawn="1"/>
        </p:nvSpPr>
        <p:spPr bwMode="auto">
          <a:xfrm rot="8577572">
            <a:off x="11479273" y="546141"/>
            <a:ext cx="1151816" cy="967694"/>
          </a:xfrm>
          <a:custGeom>
            <a:avLst/>
            <a:gdLst>
              <a:gd name="connsiteX0" fmla="*/ 0 w 1151816"/>
              <a:gd name="connsiteY0" fmla="*/ 967694 h 967694"/>
              <a:gd name="connsiteX1" fmla="*/ 730282 w 1151816"/>
              <a:gd name="connsiteY1" fmla="*/ 0 h 967694"/>
              <a:gd name="connsiteX2" fmla="*/ 763234 w 1151816"/>
              <a:gd name="connsiteY2" fmla="*/ 30926 h 967694"/>
              <a:gd name="connsiteX3" fmla="*/ 1099335 w 1151816"/>
              <a:gd name="connsiteY3" fmla="*/ 415702 h 967694"/>
              <a:gd name="connsiteX4" fmla="*/ 922766 w 1151816"/>
              <a:gd name="connsiteY4" fmla="*/ 859894 h 967694"/>
              <a:gd name="connsiteX5" fmla="*/ 64712 w 1151816"/>
              <a:gd name="connsiteY5" fmla="*/ 967064 h 96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816" h="967694">
                <a:moveTo>
                  <a:pt x="0" y="967694"/>
                </a:moveTo>
                <a:lnTo>
                  <a:pt x="730282" y="0"/>
                </a:lnTo>
                <a:lnTo>
                  <a:pt x="763234" y="30926"/>
                </a:lnTo>
                <a:cubicBezTo>
                  <a:pt x="895919" y="160395"/>
                  <a:pt x="1020860" y="302059"/>
                  <a:pt x="1099335" y="415702"/>
                </a:cubicBezTo>
                <a:cubicBezTo>
                  <a:pt x="1218080" y="586944"/>
                  <a:pt x="1125149" y="817343"/>
                  <a:pt x="922766" y="859894"/>
                </a:cubicBezTo>
                <a:cubicBezTo>
                  <a:pt x="587568" y="929817"/>
                  <a:pt x="265811" y="961601"/>
                  <a:pt x="64712" y="967064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100000">
                <a:srgbClr val="398ACB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9" name="Полилиния: фигура 28">
            <a:extLst>
              <a:ext uri="{FF2B5EF4-FFF2-40B4-BE49-F238E27FC236}">
                <a16:creationId xmlns:a16="http://schemas.microsoft.com/office/drawing/2014/main" id="{28240FCA-FBAE-48EF-9096-93BF98D7DCF4}"/>
              </a:ext>
            </a:extLst>
          </p:cNvPr>
          <p:cNvSpPr>
            <a:spLocks/>
          </p:cNvSpPr>
          <p:nvPr userDrawn="1"/>
        </p:nvSpPr>
        <p:spPr bwMode="auto">
          <a:xfrm rot="12148300">
            <a:off x="10957805" y="-230629"/>
            <a:ext cx="1175267" cy="740171"/>
          </a:xfrm>
          <a:custGeom>
            <a:avLst/>
            <a:gdLst>
              <a:gd name="connsiteX0" fmla="*/ 1175267 w 1175267"/>
              <a:gd name="connsiteY0" fmla="*/ 277935 h 740171"/>
              <a:gd name="connsiteX1" fmla="*/ 57768 w 1175267"/>
              <a:gd name="connsiteY1" fmla="*/ 740171 h 740171"/>
              <a:gd name="connsiteX2" fmla="*/ 13310 w 1175267"/>
              <a:gd name="connsiteY2" fmla="*/ 692603 h 740171"/>
              <a:gd name="connsiteX3" fmla="*/ 3614 w 1175267"/>
              <a:gd name="connsiteY3" fmla="*/ 608356 h 740171"/>
              <a:gd name="connsiteX4" fmla="*/ 300993 w 1175267"/>
              <a:gd name="connsiteY4" fmla="*/ 101578 h 740171"/>
              <a:gd name="connsiteX5" fmla="*/ 730541 w 1175267"/>
              <a:gd name="connsiteY5" fmla="*/ 39135 h 740171"/>
              <a:gd name="connsiteX6" fmla="*/ 1113107 w 1175267"/>
              <a:gd name="connsiteY6" fmla="*/ 236489 h 74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5267" h="740171">
                <a:moveTo>
                  <a:pt x="1175267" y="277935"/>
                </a:moveTo>
                <a:lnTo>
                  <a:pt x="57768" y="740171"/>
                </a:lnTo>
                <a:lnTo>
                  <a:pt x="13310" y="692603"/>
                </a:lnTo>
                <a:cubicBezTo>
                  <a:pt x="194" y="666444"/>
                  <a:pt x="-3614" y="637934"/>
                  <a:pt x="3614" y="608356"/>
                </a:cubicBezTo>
                <a:cubicBezTo>
                  <a:pt x="51112" y="421025"/>
                  <a:pt x="193606" y="216605"/>
                  <a:pt x="300993" y="101578"/>
                </a:cubicBezTo>
                <a:cubicBezTo>
                  <a:pt x="404250" y="-8848"/>
                  <a:pt x="548809" y="-28567"/>
                  <a:pt x="730541" y="39135"/>
                </a:cubicBezTo>
                <a:cubicBezTo>
                  <a:pt x="839994" y="80216"/>
                  <a:pt x="980422" y="154491"/>
                  <a:pt x="1113107" y="236489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70000">
                <a:srgbClr val="73B5D7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12879-4A0B-421F-A730-4384137D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02" y="6334919"/>
            <a:ext cx="807741" cy="365125"/>
          </a:xfrm>
        </p:spPr>
        <p:txBody>
          <a:bodyPr/>
          <a:lstStyle>
            <a:lvl1pPr algn="l">
              <a:defRPr/>
            </a:lvl1pPr>
          </a:lstStyle>
          <a:p>
            <a:fld id="{E05DA353-F16A-46E9-BF3A-5C7883ED105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5926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олилиния: фигура 22">
            <a:extLst>
              <a:ext uri="{FF2B5EF4-FFF2-40B4-BE49-F238E27FC236}">
                <a16:creationId xmlns:a16="http://schemas.microsoft.com/office/drawing/2014/main" id="{CB4F5692-ACBE-4155-A563-B123939F81BC}"/>
              </a:ext>
            </a:extLst>
          </p:cNvPr>
          <p:cNvSpPr/>
          <p:nvPr userDrawn="1"/>
        </p:nvSpPr>
        <p:spPr>
          <a:xfrm flipH="1" flipV="1">
            <a:off x="10166464" y="-2"/>
            <a:ext cx="2062186" cy="960184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F9774D38-0B4E-4EAE-927A-07F8A112FA16}"/>
              </a:ext>
            </a:extLst>
          </p:cNvPr>
          <p:cNvSpPr/>
          <p:nvPr userDrawn="1"/>
        </p:nvSpPr>
        <p:spPr>
          <a:xfrm>
            <a:off x="-1730" y="5818909"/>
            <a:ext cx="3734145" cy="1039091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1" name="Полилиния: фигура 20">
            <a:extLst>
              <a:ext uri="{FF2B5EF4-FFF2-40B4-BE49-F238E27FC236}">
                <a16:creationId xmlns:a16="http://schemas.microsoft.com/office/drawing/2014/main" id="{DC452AFA-2352-4479-938B-FA93E7EC8EFE}"/>
              </a:ext>
            </a:extLst>
          </p:cNvPr>
          <p:cNvSpPr/>
          <p:nvPr userDrawn="1"/>
        </p:nvSpPr>
        <p:spPr>
          <a:xfrm rot="19883963">
            <a:off x="-494636" y="5095599"/>
            <a:ext cx="1333758" cy="1671500"/>
          </a:xfrm>
          <a:custGeom>
            <a:avLst/>
            <a:gdLst>
              <a:gd name="connsiteX0" fmla="*/ 1653557 w 2179316"/>
              <a:gd name="connsiteY0" fmla="*/ 88090 h 2731176"/>
              <a:gd name="connsiteX1" fmla="*/ 2179316 w 2179316"/>
              <a:gd name="connsiteY1" fmla="*/ 995019 h 2731176"/>
              <a:gd name="connsiteX2" fmla="*/ 152408 w 2179316"/>
              <a:gd name="connsiteY2" fmla="*/ 2702427 h 2731176"/>
              <a:gd name="connsiteX3" fmla="*/ 0 w 2179316"/>
              <a:gd name="connsiteY3" fmla="*/ 2731176 h 2731176"/>
              <a:gd name="connsiteX4" fmla="*/ 1489124 w 2179316"/>
              <a:gd name="connsiteY4" fmla="*/ 0 h 2731176"/>
              <a:gd name="connsiteX5" fmla="*/ 1496595 w 2179316"/>
              <a:gd name="connsiteY5" fmla="*/ 3112 h 2731176"/>
              <a:gd name="connsiteX6" fmla="*/ 1653557 w 2179316"/>
              <a:gd name="connsiteY6" fmla="*/ 88090 h 273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79316" h="2731176">
                <a:moveTo>
                  <a:pt x="1653557" y="88090"/>
                </a:moveTo>
                <a:cubicBezTo>
                  <a:pt x="1996946" y="299732"/>
                  <a:pt x="2179316" y="604539"/>
                  <a:pt x="2179316" y="995019"/>
                </a:cubicBezTo>
                <a:cubicBezTo>
                  <a:pt x="2179316" y="1775976"/>
                  <a:pt x="1287285" y="2454044"/>
                  <a:pt x="152408" y="2702427"/>
                </a:cubicBezTo>
                <a:lnTo>
                  <a:pt x="0" y="2731176"/>
                </a:lnTo>
                <a:lnTo>
                  <a:pt x="1489124" y="0"/>
                </a:lnTo>
                <a:lnTo>
                  <a:pt x="1496595" y="3112"/>
                </a:lnTo>
                <a:cubicBezTo>
                  <a:pt x="1552160" y="29522"/>
                  <a:pt x="1604502" y="57855"/>
                  <a:pt x="1653557" y="88090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31B0DE8-632B-49C0-BA65-E35CCB03ED26}"/>
              </a:ext>
            </a:extLst>
          </p:cNvPr>
          <p:cNvGrpSpPr/>
          <p:nvPr userDrawn="1"/>
        </p:nvGrpSpPr>
        <p:grpSpPr>
          <a:xfrm>
            <a:off x="10753760" y="6379029"/>
            <a:ext cx="1155242" cy="182109"/>
            <a:chOff x="5409247" y="3315652"/>
            <a:chExt cx="1371600" cy="216217"/>
          </a:xfrm>
          <a:solidFill>
            <a:srgbClr val="398ACB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48AD9ABC-F5A0-44CB-815C-B2BF20C91B69}"/>
                </a:ext>
              </a:extLst>
            </p:cNvPr>
            <p:cNvSpPr/>
            <p:nvPr/>
          </p:nvSpPr>
          <p:spPr>
            <a:xfrm>
              <a:off x="6568440" y="3317557"/>
              <a:ext cx="212407" cy="213359"/>
            </a:xfrm>
            <a:custGeom>
              <a:avLst/>
              <a:gdLst>
                <a:gd name="connsiteX0" fmla="*/ 16192 w 212407"/>
                <a:gd name="connsiteY0" fmla="*/ 212407 h 213359"/>
                <a:gd name="connsiteX1" fmla="*/ 51435 w 212407"/>
                <a:gd name="connsiteY1" fmla="*/ 197167 h 213359"/>
                <a:gd name="connsiteX2" fmla="*/ 64770 w 212407"/>
                <a:gd name="connsiteY2" fmla="*/ 182880 h 213359"/>
                <a:gd name="connsiteX3" fmla="*/ 81915 w 212407"/>
                <a:gd name="connsiteY3" fmla="*/ 174307 h 213359"/>
                <a:gd name="connsiteX4" fmla="*/ 86677 w 212407"/>
                <a:gd name="connsiteY4" fmla="*/ 174307 h 213359"/>
                <a:gd name="connsiteX5" fmla="*/ 93345 w 212407"/>
                <a:gd name="connsiteY5" fmla="*/ 175260 h 213359"/>
                <a:gd name="connsiteX6" fmla="*/ 113347 w 212407"/>
                <a:gd name="connsiteY6" fmla="*/ 180975 h 213359"/>
                <a:gd name="connsiteX7" fmla="*/ 172402 w 212407"/>
                <a:gd name="connsiteY7" fmla="*/ 205740 h 213359"/>
                <a:gd name="connsiteX8" fmla="*/ 199072 w 212407"/>
                <a:gd name="connsiteY8" fmla="*/ 212407 h 213359"/>
                <a:gd name="connsiteX9" fmla="*/ 207645 w 212407"/>
                <a:gd name="connsiteY9" fmla="*/ 212407 h 213359"/>
                <a:gd name="connsiteX10" fmla="*/ 212407 w 212407"/>
                <a:gd name="connsiteY10" fmla="*/ 207645 h 213359"/>
                <a:gd name="connsiteX11" fmla="*/ 212407 w 212407"/>
                <a:gd name="connsiteY11" fmla="*/ 185738 h 213359"/>
                <a:gd name="connsiteX12" fmla="*/ 188595 w 212407"/>
                <a:gd name="connsiteY12" fmla="*/ 150495 h 213359"/>
                <a:gd name="connsiteX13" fmla="*/ 175260 w 212407"/>
                <a:gd name="connsiteY13" fmla="*/ 144780 h 213359"/>
                <a:gd name="connsiteX14" fmla="*/ 146685 w 212407"/>
                <a:gd name="connsiteY14" fmla="*/ 126682 h 213359"/>
                <a:gd name="connsiteX15" fmla="*/ 148590 w 212407"/>
                <a:gd name="connsiteY15" fmla="*/ 99060 h 213359"/>
                <a:gd name="connsiteX16" fmla="*/ 201930 w 212407"/>
                <a:gd name="connsiteY16" fmla="*/ 45720 h 213359"/>
                <a:gd name="connsiteX17" fmla="*/ 212407 w 212407"/>
                <a:gd name="connsiteY17" fmla="*/ 20002 h 213359"/>
                <a:gd name="connsiteX18" fmla="*/ 211455 w 212407"/>
                <a:gd name="connsiteY18" fmla="*/ 12382 h 213359"/>
                <a:gd name="connsiteX19" fmla="*/ 207645 w 212407"/>
                <a:gd name="connsiteY19" fmla="*/ 5715 h 213359"/>
                <a:gd name="connsiteX20" fmla="*/ 193357 w 212407"/>
                <a:gd name="connsiteY20" fmla="*/ 0 h 213359"/>
                <a:gd name="connsiteX21" fmla="*/ 184785 w 212407"/>
                <a:gd name="connsiteY21" fmla="*/ 0 h 213359"/>
                <a:gd name="connsiteX22" fmla="*/ 149542 w 212407"/>
                <a:gd name="connsiteY22" fmla="*/ 15240 h 213359"/>
                <a:gd name="connsiteX23" fmla="*/ 105727 w 212407"/>
                <a:gd name="connsiteY23" fmla="*/ 59055 h 213359"/>
                <a:gd name="connsiteX24" fmla="*/ 57150 w 212407"/>
                <a:gd name="connsiteY24" fmla="*/ 107632 h 213359"/>
                <a:gd name="connsiteX25" fmla="*/ 57150 w 212407"/>
                <a:gd name="connsiteY25" fmla="*/ 31432 h 213359"/>
                <a:gd name="connsiteX26" fmla="*/ 25717 w 212407"/>
                <a:gd name="connsiteY26" fmla="*/ 0 h 213359"/>
                <a:gd name="connsiteX27" fmla="*/ 13335 w 212407"/>
                <a:gd name="connsiteY27" fmla="*/ 0 h 213359"/>
                <a:gd name="connsiteX28" fmla="*/ 1905 w 212407"/>
                <a:gd name="connsiteY28" fmla="*/ 952 h 213359"/>
                <a:gd name="connsiteX29" fmla="*/ 0 w 212407"/>
                <a:gd name="connsiteY29" fmla="*/ 6667 h 213359"/>
                <a:gd name="connsiteX30" fmla="*/ 0 w 212407"/>
                <a:gd name="connsiteY30" fmla="*/ 208597 h 213359"/>
                <a:gd name="connsiteX31" fmla="*/ 4763 w 212407"/>
                <a:gd name="connsiteY31" fmla="*/ 213360 h 213359"/>
                <a:gd name="connsiteX32" fmla="*/ 16192 w 212407"/>
                <a:gd name="connsiteY32" fmla="*/ 213360 h 21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12407" h="213359">
                  <a:moveTo>
                    <a:pt x="16192" y="212407"/>
                  </a:moveTo>
                  <a:cubicBezTo>
                    <a:pt x="30480" y="212407"/>
                    <a:pt x="41910" y="205740"/>
                    <a:pt x="51435" y="197167"/>
                  </a:cubicBezTo>
                  <a:cubicBezTo>
                    <a:pt x="51435" y="197167"/>
                    <a:pt x="57150" y="190500"/>
                    <a:pt x="64770" y="182880"/>
                  </a:cubicBezTo>
                  <a:cubicBezTo>
                    <a:pt x="69532" y="178117"/>
                    <a:pt x="75247" y="175260"/>
                    <a:pt x="81915" y="174307"/>
                  </a:cubicBezTo>
                  <a:cubicBezTo>
                    <a:pt x="82867" y="174307"/>
                    <a:pt x="86677" y="174307"/>
                    <a:pt x="86677" y="174307"/>
                  </a:cubicBezTo>
                  <a:cubicBezTo>
                    <a:pt x="88582" y="174307"/>
                    <a:pt x="91440" y="174307"/>
                    <a:pt x="93345" y="175260"/>
                  </a:cubicBezTo>
                  <a:cubicBezTo>
                    <a:pt x="100965" y="176213"/>
                    <a:pt x="107632" y="178117"/>
                    <a:pt x="113347" y="180975"/>
                  </a:cubicBezTo>
                  <a:lnTo>
                    <a:pt x="172402" y="205740"/>
                  </a:lnTo>
                  <a:cubicBezTo>
                    <a:pt x="172402" y="205740"/>
                    <a:pt x="186690" y="212407"/>
                    <a:pt x="199072" y="212407"/>
                  </a:cubicBezTo>
                  <a:lnTo>
                    <a:pt x="207645" y="212407"/>
                  </a:lnTo>
                  <a:cubicBezTo>
                    <a:pt x="210502" y="212407"/>
                    <a:pt x="212407" y="209550"/>
                    <a:pt x="212407" y="207645"/>
                  </a:cubicBezTo>
                  <a:lnTo>
                    <a:pt x="212407" y="185738"/>
                  </a:lnTo>
                  <a:cubicBezTo>
                    <a:pt x="212407" y="170497"/>
                    <a:pt x="203835" y="156210"/>
                    <a:pt x="188595" y="150495"/>
                  </a:cubicBezTo>
                  <a:lnTo>
                    <a:pt x="175260" y="144780"/>
                  </a:lnTo>
                  <a:cubicBezTo>
                    <a:pt x="164782" y="140970"/>
                    <a:pt x="152400" y="132397"/>
                    <a:pt x="146685" y="126682"/>
                  </a:cubicBezTo>
                  <a:cubicBezTo>
                    <a:pt x="146685" y="126682"/>
                    <a:pt x="134302" y="112395"/>
                    <a:pt x="148590" y="99060"/>
                  </a:cubicBezTo>
                  <a:lnTo>
                    <a:pt x="201930" y="45720"/>
                  </a:lnTo>
                  <a:cubicBezTo>
                    <a:pt x="208597" y="38100"/>
                    <a:pt x="212407" y="29527"/>
                    <a:pt x="212407" y="20002"/>
                  </a:cubicBezTo>
                  <a:cubicBezTo>
                    <a:pt x="212407" y="20002"/>
                    <a:pt x="212407" y="16192"/>
                    <a:pt x="211455" y="12382"/>
                  </a:cubicBezTo>
                  <a:cubicBezTo>
                    <a:pt x="210502" y="9525"/>
                    <a:pt x="208597" y="6667"/>
                    <a:pt x="207645" y="5715"/>
                  </a:cubicBezTo>
                  <a:cubicBezTo>
                    <a:pt x="203835" y="1905"/>
                    <a:pt x="200025" y="952"/>
                    <a:pt x="193357" y="0"/>
                  </a:cubicBezTo>
                  <a:lnTo>
                    <a:pt x="184785" y="0"/>
                  </a:lnTo>
                  <a:cubicBezTo>
                    <a:pt x="170497" y="0"/>
                    <a:pt x="159067" y="6667"/>
                    <a:pt x="149542" y="15240"/>
                  </a:cubicBezTo>
                  <a:cubicBezTo>
                    <a:pt x="149542" y="15240"/>
                    <a:pt x="114300" y="50482"/>
                    <a:pt x="105727" y="59055"/>
                  </a:cubicBezTo>
                  <a:lnTo>
                    <a:pt x="57150" y="107632"/>
                  </a:lnTo>
                  <a:lnTo>
                    <a:pt x="57150" y="31432"/>
                  </a:lnTo>
                  <a:cubicBezTo>
                    <a:pt x="57150" y="14288"/>
                    <a:pt x="42863" y="0"/>
                    <a:pt x="25717" y="0"/>
                  </a:cubicBezTo>
                  <a:lnTo>
                    <a:pt x="13335" y="0"/>
                  </a:lnTo>
                  <a:cubicBezTo>
                    <a:pt x="9525" y="0"/>
                    <a:pt x="4763" y="0"/>
                    <a:pt x="1905" y="952"/>
                  </a:cubicBezTo>
                  <a:cubicBezTo>
                    <a:pt x="0" y="1905"/>
                    <a:pt x="0" y="3810"/>
                    <a:pt x="0" y="6667"/>
                  </a:cubicBezTo>
                  <a:lnTo>
                    <a:pt x="0" y="208597"/>
                  </a:lnTo>
                  <a:cubicBezTo>
                    <a:pt x="0" y="211455"/>
                    <a:pt x="1905" y="213360"/>
                    <a:pt x="4763" y="213360"/>
                  </a:cubicBezTo>
                  <a:lnTo>
                    <a:pt x="16192" y="2133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2B58CB1-F6A7-4EAA-9959-1CF154441928}"/>
                </a:ext>
              </a:extLst>
            </p:cNvPr>
            <p:cNvSpPr/>
            <p:nvPr/>
          </p:nvSpPr>
          <p:spPr>
            <a:xfrm>
              <a:off x="6104572" y="3315652"/>
              <a:ext cx="233362" cy="214312"/>
            </a:xfrm>
            <a:custGeom>
              <a:avLst/>
              <a:gdLst>
                <a:gd name="connsiteX0" fmla="*/ 228600 w 233362"/>
                <a:gd name="connsiteY0" fmla="*/ 188595 h 214312"/>
                <a:gd name="connsiteX1" fmla="*/ 195263 w 233362"/>
                <a:gd name="connsiteY1" fmla="*/ 167640 h 214312"/>
                <a:gd name="connsiteX2" fmla="*/ 171450 w 233362"/>
                <a:gd name="connsiteY2" fmla="*/ 148590 h 214312"/>
                <a:gd name="connsiteX3" fmla="*/ 200977 w 233362"/>
                <a:gd name="connsiteY3" fmla="*/ 126683 h 214312"/>
                <a:gd name="connsiteX4" fmla="*/ 212407 w 233362"/>
                <a:gd name="connsiteY4" fmla="*/ 93345 h 214312"/>
                <a:gd name="connsiteX5" fmla="*/ 200977 w 233362"/>
                <a:gd name="connsiteY5" fmla="*/ 57150 h 214312"/>
                <a:gd name="connsiteX6" fmla="*/ 172402 w 233362"/>
                <a:gd name="connsiteY6" fmla="*/ 27623 h 214312"/>
                <a:gd name="connsiteX7" fmla="*/ 133350 w 233362"/>
                <a:gd name="connsiteY7" fmla="*/ 7620 h 214312"/>
                <a:gd name="connsiteX8" fmla="*/ 90488 w 233362"/>
                <a:gd name="connsiteY8" fmla="*/ 0 h 214312"/>
                <a:gd name="connsiteX9" fmla="*/ 4763 w 233362"/>
                <a:gd name="connsiteY9" fmla="*/ 0 h 214312"/>
                <a:gd name="connsiteX10" fmla="*/ 0 w 233362"/>
                <a:gd name="connsiteY10" fmla="*/ 4763 h 214312"/>
                <a:gd name="connsiteX11" fmla="*/ 0 w 233362"/>
                <a:gd name="connsiteY11" fmla="*/ 148590 h 214312"/>
                <a:gd name="connsiteX12" fmla="*/ 0 w 233362"/>
                <a:gd name="connsiteY12" fmla="*/ 180975 h 214312"/>
                <a:gd name="connsiteX13" fmla="*/ 0 w 233362"/>
                <a:gd name="connsiteY13" fmla="*/ 192405 h 214312"/>
                <a:gd name="connsiteX14" fmla="*/ 0 w 233362"/>
                <a:gd name="connsiteY14" fmla="*/ 206693 h 214312"/>
                <a:gd name="connsiteX15" fmla="*/ 1905 w 233362"/>
                <a:gd name="connsiteY15" fmla="*/ 212408 h 214312"/>
                <a:gd name="connsiteX16" fmla="*/ 14288 w 233362"/>
                <a:gd name="connsiteY16" fmla="*/ 214313 h 214312"/>
                <a:gd name="connsiteX17" fmla="*/ 29527 w 233362"/>
                <a:gd name="connsiteY17" fmla="*/ 212408 h 214312"/>
                <a:gd name="connsiteX18" fmla="*/ 47625 w 233362"/>
                <a:gd name="connsiteY18" fmla="*/ 199073 h 214312"/>
                <a:gd name="connsiteX19" fmla="*/ 58102 w 233362"/>
                <a:gd name="connsiteY19" fmla="*/ 162877 h 214312"/>
                <a:gd name="connsiteX20" fmla="*/ 58102 w 233362"/>
                <a:gd name="connsiteY20" fmla="*/ 75248 h 214312"/>
                <a:gd name="connsiteX21" fmla="*/ 59055 w 233362"/>
                <a:gd name="connsiteY21" fmla="*/ 69533 h 214312"/>
                <a:gd name="connsiteX22" fmla="*/ 60960 w 233362"/>
                <a:gd name="connsiteY22" fmla="*/ 65723 h 214312"/>
                <a:gd name="connsiteX23" fmla="*/ 114300 w 233362"/>
                <a:gd name="connsiteY23" fmla="*/ 55245 h 214312"/>
                <a:gd name="connsiteX24" fmla="*/ 152400 w 233362"/>
                <a:gd name="connsiteY24" fmla="*/ 95250 h 214312"/>
                <a:gd name="connsiteX25" fmla="*/ 122873 w 233362"/>
                <a:gd name="connsiteY25" fmla="*/ 112395 h 214312"/>
                <a:gd name="connsiteX26" fmla="*/ 101917 w 233362"/>
                <a:gd name="connsiteY26" fmla="*/ 108585 h 214312"/>
                <a:gd name="connsiteX27" fmla="*/ 93345 w 233362"/>
                <a:gd name="connsiteY27" fmla="*/ 105727 h 214312"/>
                <a:gd name="connsiteX28" fmla="*/ 85725 w 233362"/>
                <a:gd name="connsiteY28" fmla="*/ 103823 h 214312"/>
                <a:gd name="connsiteX29" fmla="*/ 81915 w 233362"/>
                <a:gd name="connsiteY29" fmla="*/ 109538 h 214312"/>
                <a:gd name="connsiteX30" fmla="*/ 81915 w 233362"/>
                <a:gd name="connsiteY30" fmla="*/ 132398 h 214312"/>
                <a:gd name="connsiteX31" fmla="*/ 89535 w 233362"/>
                <a:gd name="connsiteY31" fmla="*/ 151448 h 214312"/>
                <a:gd name="connsiteX32" fmla="*/ 160020 w 233362"/>
                <a:gd name="connsiteY32" fmla="*/ 206693 h 214312"/>
                <a:gd name="connsiteX33" fmla="*/ 181927 w 233362"/>
                <a:gd name="connsiteY33" fmla="*/ 214313 h 214312"/>
                <a:gd name="connsiteX34" fmla="*/ 228600 w 233362"/>
                <a:gd name="connsiteY34" fmla="*/ 214313 h 214312"/>
                <a:gd name="connsiteX35" fmla="*/ 233363 w 233362"/>
                <a:gd name="connsiteY35" fmla="*/ 208598 h 214312"/>
                <a:gd name="connsiteX36" fmla="*/ 233363 w 233362"/>
                <a:gd name="connsiteY36" fmla="*/ 193358 h 214312"/>
                <a:gd name="connsiteX37" fmla="*/ 228600 w 233362"/>
                <a:gd name="connsiteY37" fmla="*/ 18859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3362" h="214312">
                  <a:moveTo>
                    <a:pt x="228600" y="188595"/>
                  </a:moveTo>
                  <a:cubicBezTo>
                    <a:pt x="228600" y="188595"/>
                    <a:pt x="217170" y="185738"/>
                    <a:pt x="195263" y="167640"/>
                  </a:cubicBezTo>
                  <a:cubicBezTo>
                    <a:pt x="183832" y="158115"/>
                    <a:pt x="175260" y="151448"/>
                    <a:pt x="171450" y="148590"/>
                  </a:cubicBezTo>
                  <a:cubicBezTo>
                    <a:pt x="175260" y="145733"/>
                    <a:pt x="188595" y="140970"/>
                    <a:pt x="200977" y="126683"/>
                  </a:cubicBezTo>
                  <a:cubicBezTo>
                    <a:pt x="208598" y="118110"/>
                    <a:pt x="212407" y="106680"/>
                    <a:pt x="212407" y="93345"/>
                  </a:cubicBezTo>
                  <a:cubicBezTo>
                    <a:pt x="212407" y="80963"/>
                    <a:pt x="208598" y="68580"/>
                    <a:pt x="200977" y="57150"/>
                  </a:cubicBezTo>
                  <a:cubicBezTo>
                    <a:pt x="193357" y="45720"/>
                    <a:pt x="183832" y="36195"/>
                    <a:pt x="172402" y="27623"/>
                  </a:cubicBezTo>
                  <a:cubicBezTo>
                    <a:pt x="160973" y="19050"/>
                    <a:pt x="147638" y="12383"/>
                    <a:pt x="133350" y="7620"/>
                  </a:cubicBezTo>
                  <a:cubicBezTo>
                    <a:pt x="119063" y="2858"/>
                    <a:pt x="104775" y="0"/>
                    <a:pt x="90488" y="0"/>
                  </a:cubicBezTo>
                  <a:cubicBezTo>
                    <a:pt x="90488" y="0"/>
                    <a:pt x="4763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lnTo>
                    <a:pt x="0" y="148590"/>
                  </a:lnTo>
                  <a:lnTo>
                    <a:pt x="0" y="180975"/>
                  </a:lnTo>
                  <a:lnTo>
                    <a:pt x="0" y="192405"/>
                  </a:lnTo>
                  <a:lnTo>
                    <a:pt x="0" y="206693"/>
                  </a:lnTo>
                  <a:cubicBezTo>
                    <a:pt x="0" y="208598"/>
                    <a:pt x="0" y="210502"/>
                    <a:pt x="1905" y="212408"/>
                  </a:cubicBezTo>
                  <a:cubicBezTo>
                    <a:pt x="4763" y="213360"/>
                    <a:pt x="10477" y="214313"/>
                    <a:pt x="14288" y="214313"/>
                  </a:cubicBezTo>
                  <a:cubicBezTo>
                    <a:pt x="19050" y="214313"/>
                    <a:pt x="24765" y="213360"/>
                    <a:pt x="29527" y="212408"/>
                  </a:cubicBezTo>
                  <a:cubicBezTo>
                    <a:pt x="37148" y="209550"/>
                    <a:pt x="42863" y="204788"/>
                    <a:pt x="47625" y="199073"/>
                  </a:cubicBezTo>
                  <a:cubicBezTo>
                    <a:pt x="56198" y="188595"/>
                    <a:pt x="58102" y="176213"/>
                    <a:pt x="58102" y="162877"/>
                  </a:cubicBezTo>
                  <a:lnTo>
                    <a:pt x="58102" y="75248"/>
                  </a:lnTo>
                  <a:cubicBezTo>
                    <a:pt x="58102" y="74295"/>
                    <a:pt x="58102" y="71438"/>
                    <a:pt x="59055" y="69533"/>
                  </a:cubicBezTo>
                  <a:cubicBezTo>
                    <a:pt x="60007" y="67627"/>
                    <a:pt x="60960" y="65723"/>
                    <a:pt x="60960" y="65723"/>
                  </a:cubicBezTo>
                  <a:cubicBezTo>
                    <a:pt x="67627" y="53340"/>
                    <a:pt x="89535" y="48577"/>
                    <a:pt x="114300" y="55245"/>
                  </a:cubicBezTo>
                  <a:cubicBezTo>
                    <a:pt x="146685" y="63818"/>
                    <a:pt x="156210" y="85725"/>
                    <a:pt x="152400" y="95250"/>
                  </a:cubicBezTo>
                  <a:cubicBezTo>
                    <a:pt x="148590" y="105727"/>
                    <a:pt x="137160" y="112395"/>
                    <a:pt x="122873" y="112395"/>
                  </a:cubicBezTo>
                  <a:cubicBezTo>
                    <a:pt x="116205" y="112395"/>
                    <a:pt x="108585" y="111443"/>
                    <a:pt x="101917" y="108585"/>
                  </a:cubicBezTo>
                  <a:cubicBezTo>
                    <a:pt x="101917" y="108585"/>
                    <a:pt x="97155" y="107633"/>
                    <a:pt x="93345" y="105727"/>
                  </a:cubicBezTo>
                  <a:cubicBezTo>
                    <a:pt x="91440" y="104775"/>
                    <a:pt x="88582" y="103823"/>
                    <a:pt x="85725" y="103823"/>
                  </a:cubicBezTo>
                  <a:cubicBezTo>
                    <a:pt x="82867" y="103823"/>
                    <a:pt x="81915" y="105727"/>
                    <a:pt x="81915" y="109538"/>
                  </a:cubicBezTo>
                  <a:lnTo>
                    <a:pt x="81915" y="132398"/>
                  </a:lnTo>
                  <a:cubicBezTo>
                    <a:pt x="81915" y="140018"/>
                    <a:pt x="84773" y="147638"/>
                    <a:pt x="89535" y="151448"/>
                  </a:cubicBezTo>
                  <a:cubicBezTo>
                    <a:pt x="89535" y="151448"/>
                    <a:pt x="160020" y="206693"/>
                    <a:pt x="160020" y="206693"/>
                  </a:cubicBezTo>
                  <a:cubicBezTo>
                    <a:pt x="166688" y="211455"/>
                    <a:pt x="174307" y="214313"/>
                    <a:pt x="181927" y="214313"/>
                  </a:cubicBezTo>
                  <a:lnTo>
                    <a:pt x="228600" y="214313"/>
                  </a:lnTo>
                  <a:cubicBezTo>
                    <a:pt x="231457" y="214313"/>
                    <a:pt x="233363" y="212408"/>
                    <a:pt x="233363" y="208598"/>
                  </a:cubicBezTo>
                  <a:lnTo>
                    <a:pt x="233363" y="193358"/>
                  </a:lnTo>
                  <a:cubicBezTo>
                    <a:pt x="231457" y="191452"/>
                    <a:pt x="230505" y="188595"/>
                    <a:pt x="228600" y="18859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4A2172D-B5CA-44B5-8424-6F3873933518}"/>
                </a:ext>
              </a:extLst>
            </p:cNvPr>
            <p:cNvSpPr/>
            <p:nvPr/>
          </p:nvSpPr>
          <p:spPr>
            <a:xfrm>
              <a:off x="5873114" y="3315652"/>
              <a:ext cx="213360" cy="212407"/>
            </a:xfrm>
            <a:custGeom>
              <a:avLst/>
              <a:gdLst>
                <a:gd name="connsiteX0" fmla="*/ 180023 w 213360"/>
                <a:gd name="connsiteY0" fmla="*/ 159068 h 212407"/>
                <a:gd name="connsiteX1" fmla="*/ 118110 w 213360"/>
                <a:gd name="connsiteY1" fmla="*/ 159068 h 212407"/>
                <a:gd name="connsiteX2" fmla="*/ 93345 w 213360"/>
                <a:gd name="connsiteY2" fmla="*/ 153352 h 212407"/>
                <a:gd name="connsiteX3" fmla="*/ 73343 w 213360"/>
                <a:gd name="connsiteY3" fmla="*/ 138113 h 212407"/>
                <a:gd name="connsiteX4" fmla="*/ 60008 w 213360"/>
                <a:gd name="connsiteY4" fmla="*/ 116205 h 212407"/>
                <a:gd name="connsiteX5" fmla="*/ 55245 w 213360"/>
                <a:gd name="connsiteY5" fmla="*/ 91440 h 212407"/>
                <a:gd name="connsiteX6" fmla="*/ 64770 w 213360"/>
                <a:gd name="connsiteY6" fmla="*/ 65723 h 212407"/>
                <a:gd name="connsiteX7" fmla="*/ 71438 w 213360"/>
                <a:gd name="connsiteY7" fmla="*/ 60960 h 212407"/>
                <a:gd name="connsiteX8" fmla="*/ 80010 w 213360"/>
                <a:gd name="connsiteY8" fmla="*/ 58102 h 212407"/>
                <a:gd name="connsiteX9" fmla="*/ 92393 w 213360"/>
                <a:gd name="connsiteY9" fmla="*/ 57150 h 212407"/>
                <a:gd name="connsiteX10" fmla="*/ 104775 w 213360"/>
                <a:gd name="connsiteY10" fmla="*/ 58102 h 212407"/>
                <a:gd name="connsiteX11" fmla="*/ 124777 w 213360"/>
                <a:gd name="connsiteY11" fmla="*/ 66675 h 212407"/>
                <a:gd name="connsiteX12" fmla="*/ 151448 w 213360"/>
                <a:gd name="connsiteY12" fmla="*/ 90488 h 212407"/>
                <a:gd name="connsiteX13" fmla="*/ 87630 w 213360"/>
                <a:gd name="connsiteY13" fmla="*/ 90488 h 212407"/>
                <a:gd name="connsiteX14" fmla="*/ 81915 w 213360"/>
                <a:gd name="connsiteY14" fmla="*/ 95250 h 212407"/>
                <a:gd name="connsiteX15" fmla="*/ 85725 w 213360"/>
                <a:gd name="connsiteY15" fmla="*/ 111443 h 212407"/>
                <a:gd name="connsiteX16" fmla="*/ 125730 w 213360"/>
                <a:gd name="connsiteY16" fmla="*/ 135255 h 212407"/>
                <a:gd name="connsiteX17" fmla="*/ 185738 w 213360"/>
                <a:gd name="connsiteY17" fmla="*/ 135255 h 212407"/>
                <a:gd name="connsiteX18" fmla="*/ 207645 w 213360"/>
                <a:gd name="connsiteY18" fmla="*/ 126683 h 212407"/>
                <a:gd name="connsiteX19" fmla="*/ 212408 w 213360"/>
                <a:gd name="connsiteY19" fmla="*/ 108585 h 212407"/>
                <a:gd name="connsiteX20" fmla="*/ 202883 w 213360"/>
                <a:gd name="connsiteY20" fmla="*/ 71438 h 212407"/>
                <a:gd name="connsiteX21" fmla="*/ 176213 w 213360"/>
                <a:gd name="connsiteY21" fmla="*/ 36195 h 212407"/>
                <a:gd name="connsiteX22" fmla="*/ 138113 w 213360"/>
                <a:gd name="connsiteY22" fmla="*/ 10477 h 212407"/>
                <a:gd name="connsiteX23" fmla="*/ 92393 w 213360"/>
                <a:gd name="connsiteY23" fmla="*/ 0 h 212407"/>
                <a:gd name="connsiteX24" fmla="*/ 4763 w 213360"/>
                <a:gd name="connsiteY24" fmla="*/ 0 h 212407"/>
                <a:gd name="connsiteX25" fmla="*/ 0 w 213360"/>
                <a:gd name="connsiteY25" fmla="*/ 4763 h 212407"/>
                <a:gd name="connsiteX26" fmla="*/ 0 w 213360"/>
                <a:gd name="connsiteY26" fmla="*/ 92393 h 212407"/>
                <a:gd name="connsiteX27" fmla="*/ 9525 w 213360"/>
                <a:gd name="connsiteY27" fmla="*/ 139065 h 212407"/>
                <a:gd name="connsiteX28" fmla="*/ 35243 w 213360"/>
                <a:gd name="connsiteY28" fmla="*/ 177165 h 212407"/>
                <a:gd name="connsiteX29" fmla="*/ 73343 w 213360"/>
                <a:gd name="connsiteY29" fmla="*/ 202883 h 212407"/>
                <a:gd name="connsiteX30" fmla="*/ 120015 w 213360"/>
                <a:gd name="connsiteY30" fmla="*/ 212408 h 212407"/>
                <a:gd name="connsiteX31" fmla="*/ 208598 w 213360"/>
                <a:gd name="connsiteY31" fmla="*/ 212408 h 212407"/>
                <a:gd name="connsiteX32" fmla="*/ 213360 w 213360"/>
                <a:gd name="connsiteY32" fmla="*/ 207645 h 212407"/>
                <a:gd name="connsiteX33" fmla="*/ 213360 w 213360"/>
                <a:gd name="connsiteY33" fmla="*/ 189548 h 212407"/>
                <a:gd name="connsiteX34" fmla="*/ 204788 w 213360"/>
                <a:gd name="connsiteY34" fmla="*/ 165735 h 212407"/>
                <a:gd name="connsiteX35" fmla="*/ 180023 w 213360"/>
                <a:gd name="connsiteY35" fmla="*/ 159068 h 21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13360" h="212407">
                  <a:moveTo>
                    <a:pt x="180023" y="159068"/>
                  </a:moveTo>
                  <a:lnTo>
                    <a:pt x="118110" y="159068"/>
                  </a:lnTo>
                  <a:cubicBezTo>
                    <a:pt x="109538" y="159068"/>
                    <a:pt x="100965" y="157163"/>
                    <a:pt x="93345" y="153352"/>
                  </a:cubicBezTo>
                  <a:cubicBezTo>
                    <a:pt x="86677" y="150495"/>
                    <a:pt x="76200" y="141923"/>
                    <a:pt x="73343" y="138113"/>
                  </a:cubicBezTo>
                  <a:cubicBezTo>
                    <a:pt x="67627" y="131445"/>
                    <a:pt x="62865" y="124777"/>
                    <a:pt x="60008" y="116205"/>
                  </a:cubicBezTo>
                  <a:cubicBezTo>
                    <a:pt x="57150" y="107633"/>
                    <a:pt x="55245" y="100013"/>
                    <a:pt x="55245" y="91440"/>
                  </a:cubicBezTo>
                  <a:cubicBezTo>
                    <a:pt x="55245" y="80010"/>
                    <a:pt x="58102" y="71438"/>
                    <a:pt x="64770" y="65723"/>
                  </a:cubicBezTo>
                  <a:cubicBezTo>
                    <a:pt x="65723" y="64770"/>
                    <a:pt x="68580" y="62865"/>
                    <a:pt x="71438" y="60960"/>
                  </a:cubicBezTo>
                  <a:cubicBezTo>
                    <a:pt x="74295" y="59055"/>
                    <a:pt x="78105" y="58102"/>
                    <a:pt x="80010" y="58102"/>
                  </a:cubicBezTo>
                  <a:cubicBezTo>
                    <a:pt x="83820" y="57150"/>
                    <a:pt x="87630" y="57150"/>
                    <a:pt x="92393" y="57150"/>
                  </a:cubicBezTo>
                  <a:cubicBezTo>
                    <a:pt x="97155" y="57150"/>
                    <a:pt x="100965" y="58102"/>
                    <a:pt x="104775" y="58102"/>
                  </a:cubicBezTo>
                  <a:cubicBezTo>
                    <a:pt x="111443" y="59055"/>
                    <a:pt x="118110" y="61913"/>
                    <a:pt x="124777" y="66675"/>
                  </a:cubicBezTo>
                  <a:cubicBezTo>
                    <a:pt x="134302" y="72390"/>
                    <a:pt x="144780" y="81915"/>
                    <a:pt x="151448" y="90488"/>
                  </a:cubicBezTo>
                  <a:lnTo>
                    <a:pt x="87630" y="90488"/>
                  </a:lnTo>
                  <a:cubicBezTo>
                    <a:pt x="83820" y="90488"/>
                    <a:pt x="81915" y="92393"/>
                    <a:pt x="81915" y="95250"/>
                  </a:cubicBezTo>
                  <a:cubicBezTo>
                    <a:pt x="81915" y="101918"/>
                    <a:pt x="82868" y="105727"/>
                    <a:pt x="85725" y="111443"/>
                  </a:cubicBezTo>
                  <a:cubicBezTo>
                    <a:pt x="88583" y="117158"/>
                    <a:pt x="100965" y="135255"/>
                    <a:pt x="125730" y="135255"/>
                  </a:cubicBezTo>
                  <a:lnTo>
                    <a:pt x="185738" y="135255"/>
                  </a:lnTo>
                  <a:cubicBezTo>
                    <a:pt x="196215" y="135255"/>
                    <a:pt x="203835" y="132398"/>
                    <a:pt x="207645" y="126683"/>
                  </a:cubicBezTo>
                  <a:cubicBezTo>
                    <a:pt x="211455" y="120968"/>
                    <a:pt x="212408" y="116205"/>
                    <a:pt x="212408" y="108585"/>
                  </a:cubicBezTo>
                  <a:cubicBezTo>
                    <a:pt x="212408" y="96202"/>
                    <a:pt x="209550" y="84773"/>
                    <a:pt x="202883" y="71438"/>
                  </a:cubicBezTo>
                  <a:cubicBezTo>
                    <a:pt x="196215" y="58102"/>
                    <a:pt x="187643" y="46673"/>
                    <a:pt x="176213" y="36195"/>
                  </a:cubicBezTo>
                  <a:cubicBezTo>
                    <a:pt x="164783" y="25718"/>
                    <a:pt x="152400" y="17145"/>
                    <a:pt x="138113" y="10477"/>
                  </a:cubicBezTo>
                  <a:cubicBezTo>
                    <a:pt x="123825" y="3810"/>
                    <a:pt x="108585" y="0"/>
                    <a:pt x="92393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4763"/>
                  </a:cubicBezTo>
                  <a:lnTo>
                    <a:pt x="0" y="92393"/>
                  </a:lnTo>
                  <a:cubicBezTo>
                    <a:pt x="0" y="108585"/>
                    <a:pt x="2858" y="123825"/>
                    <a:pt x="9525" y="139065"/>
                  </a:cubicBezTo>
                  <a:cubicBezTo>
                    <a:pt x="16193" y="153352"/>
                    <a:pt x="24765" y="166688"/>
                    <a:pt x="35243" y="177165"/>
                  </a:cubicBezTo>
                  <a:cubicBezTo>
                    <a:pt x="45720" y="188595"/>
                    <a:pt x="59055" y="197168"/>
                    <a:pt x="73343" y="202883"/>
                  </a:cubicBezTo>
                  <a:cubicBezTo>
                    <a:pt x="87630" y="209550"/>
                    <a:pt x="102870" y="212408"/>
                    <a:pt x="120015" y="212408"/>
                  </a:cubicBezTo>
                  <a:lnTo>
                    <a:pt x="208598" y="212408"/>
                  </a:lnTo>
                  <a:cubicBezTo>
                    <a:pt x="211455" y="212408"/>
                    <a:pt x="213360" y="210502"/>
                    <a:pt x="213360" y="207645"/>
                  </a:cubicBezTo>
                  <a:lnTo>
                    <a:pt x="213360" y="189548"/>
                  </a:lnTo>
                  <a:cubicBezTo>
                    <a:pt x="213360" y="179070"/>
                    <a:pt x="210502" y="171450"/>
                    <a:pt x="204788" y="165735"/>
                  </a:cubicBezTo>
                  <a:cubicBezTo>
                    <a:pt x="198120" y="161925"/>
                    <a:pt x="190500" y="159068"/>
                    <a:pt x="180023" y="15906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D1900A6F-25E2-467E-8CA0-88491E91ED1D}"/>
                </a:ext>
              </a:extLst>
            </p:cNvPr>
            <p:cNvSpPr/>
            <p:nvPr/>
          </p:nvSpPr>
          <p:spPr>
            <a:xfrm>
              <a:off x="5409247" y="3315652"/>
              <a:ext cx="446722" cy="214312"/>
            </a:xfrm>
            <a:custGeom>
              <a:avLst/>
              <a:gdLst>
                <a:gd name="connsiteX0" fmla="*/ 444818 w 446722"/>
                <a:gd name="connsiteY0" fmla="*/ 32385 h 214312"/>
                <a:gd name="connsiteX1" fmla="*/ 413385 w 446722"/>
                <a:gd name="connsiteY1" fmla="*/ 952 h 214312"/>
                <a:gd name="connsiteX2" fmla="*/ 380048 w 446722"/>
                <a:gd name="connsiteY2" fmla="*/ 952 h 214312"/>
                <a:gd name="connsiteX3" fmla="*/ 376238 w 446722"/>
                <a:gd name="connsiteY3" fmla="*/ 2858 h 214312"/>
                <a:gd name="connsiteX4" fmla="*/ 309563 w 446722"/>
                <a:gd name="connsiteY4" fmla="*/ 64770 h 214312"/>
                <a:gd name="connsiteX5" fmla="*/ 222885 w 446722"/>
                <a:gd name="connsiteY5" fmla="*/ 98108 h 214312"/>
                <a:gd name="connsiteX6" fmla="*/ 133350 w 446722"/>
                <a:gd name="connsiteY6" fmla="*/ 61913 h 214312"/>
                <a:gd name="connsiteX7" fmla="*/ 83820 w 446722"/>
                <a:gd name="connsiteY7" fmla="*/ 15240 h 214312"/>
                <a:gd name="connsiteX8" fmla="*/ 46672 w 446722"/>
                <a:gd name="connsiteY8" fmla="*/ 0 h 214312"/>
                <a:gd name="connsiteX9" fmla="*/ 6668 w 446722"/>
                <a:gd name="connsiteY9" fmla="*/ 0 h 214312"/>
                <a:gd name="connsiteX10" fmla="*/ 0 w 446722"/>
                <a:gd name="connsiteY10" fmla="*/ 6668 h 214312"/>
                <a:gd name="connsiteX11" fmla="*/ 0 w 446722"/>
                <a:gd name="connsiteY11" fmla="*/ 181927 h 214312"/>
                <a:gd name="connsiteX12" fmla="*/ 31433 w 446722"/>
                <a:gd name="connsiteY12" fmla="*/ 213360 h 214312"/>
                <a:gd name="connsiteX13" fmla="*/ 43815 w 446722"/>
                <a:gd name="connsiteY13" fmla="*/ 213360 h 214312"/>
                <a:gd name="connsiteX14" fmla="*/ 52388 w 446722"/>
                <a:gd name="connsiteY14" fmla="*/ 213360 h 214312"/>
                <a:gd name="connsiteX15" fmla="*/ 59055 w 446722"/>
                <a:gd name="connsiteY15" fmla="*/ 206693 h 214312"/>
                <a:gd name="connsiteX16" fmla="*/ 59055 w 446722"/>
                <a:gd name="connsiteY16" fmla="*/ 144780 h 214312"/>
                <a:gd name="connsiteX17" fmla="*/ 88583 w 446722"/>
                <a:gd name="connsiteY17" fmla="*/ 115252 h 214312"/>
                <a:gd name="connsiteX18" fmla="*/ 159067 w 446722"/>
                <a:gd name="connsiteY18" fmla="*/ 158115 h 214312"/>
                <a:gd name="connsiteX19" fmla="*/ 223838 w 446722"/>
                <a:gd name="connsiteY19" fmla="*/ 199073 h 214312"/>
                <a:gd name="connsiteX20" fmla="*/ 288608 w 446722"/>
                <a:gd name="connsiteY20" fmla="*/ 158115 h 214312"/>
                <a:gd name="connsiteX21" fmla="*/ 359093 w 446722"/>
                <a:gd name="connsiteY21" fmla="*/ 115252 h 214312"/>
                <a:gd name="connsiteX22" fmla="*/ 388620 w 446722"/>
                <a:gd name="connsiteY22" fmla="*/ 144780 h 214312"/>
                <a:gd name="connsiteX23" fmla="*/ 388620 w 446722"/>
                <a:gd name="connsiteY23" fmla="*/ 182880 h 214312"/>
                <a:gd name="connsiteX24" fmla="*/ 420053 w 446722"/>
                <a:gd name="connsiteY24" fmla="*/ 214313 h 214312"/>
                <a:gd name="connsiteX25" fmla="*/ 433388 w 446722"/>
                <a:gd name="connsiteY25" fmla="*/ 214313 h 214312"/>
                <a:gd name="connsiteX26" fmla="*/ 440055 w 446722"/>
                <a:gd name="connsiteY26" fmla="*/ 214313 h 214312"/>
                <a:gd name="connsiteX27" fmla="*/ 440055 w 446722"/>
                <a:gd name="connsiteY27" fmla="*/ 214313 h 214312"/>
                <a:gd name="connsiteX28" fmla="*/ 446723 w 446722"/>
                <a:gd name="connsiteY28" fmla="*/ 207645 h 214312"/>
                <a:gd name="connsiteX29" fmla="*/ 444818 w 446722"/>
                <a:gd name="connsiteY29" fmla="*/ 3238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46722" h="214312">
                  <a:moveTo>
                    <a:pt x="444818" y="32385"/>
                  </a:moveTo>
                  <a:cubicBezTo>
                    <a:pt x="444818" y="15240"/>
                    <a:pt x="430530" y="952"/>
                    <a:pt x="413385" y="952"/>
                  </a:cubicBezTo>
                  <a:lnTo>
                    <a:pt x="380048" y="952"/>
                  </a:lnTo>
                  <a:cubicBezTo>
                    <a:pt x="378143" y="952"/>
                    <a:pt x="377190" y="1905"/>
                    <a:pt x="376238" y="2858"/>
                  </a:cubicBezTo>
                  <a:lnTo>
                    <a:pt x="309563" y="64770"/>
                  </a:lnTo>
                  <a:cubicBezTo>
                    <a:pt x="286703" y="85725"/>
                    <a:pt x="256223" y="98108"/>
                    <a:pt x="222885" y="98108"/>
                  </a:cubicBezTo>
                  <a:cubicBezTo>
                    <a:pt x="187642" y="98108"/>
                    <a:pt x="156210" y="84773"/>
                    <a:pt x="133350" y="61913"/>
                  </a:cubicBezTo>
                  <a:cubicBezTo>
                    <a:pt x="133350" y="61913"/>
                    <a:pt x="84773" y="16193"/>
                    <a:pt x="83820" y="15240"/>
                  </a:cubicBezTo>
                  <a:cubicBezTo>
                    <a:pt x="74295" y="6668"/>
                    <a:pt x="61913" y="952"/>
                    <a:pt x="46672" y="0"/>
                  </a:cubicBezTo>
                  <a:lnTo>
                    <a:pt x="6668" y="0"/>
                  </a:lnTo>
                  <a:cubicBezTo>
                    <a:pt x="2858" y="0"/>
                    <a:pt x="0" y="2858"/>
                    <a:pt x="0" y="6668"/>
                  </a:cubicBezTo>
                  <a:lnTo>
                    <a:pt x="0" y="181927"/>
                  </a:lnTo>
                  <a:cubicBezTo>
                    <a:pt x="0" y="199073"/>
                    <a:pt x="14288" y="213360"/>
                    <a:pt x="31433" y="213360"/>
                  </a:cubicBezTo>
                  <a:lnTo>
                    <a:pt x="43815" y="213360"/>
                  </a:lnTo>
                  <a:lnTo>
                    <a:pt x="52388" y="213360"/>
                  </a:lnTo>
                  <a:cubicBezTo>
                    <a:pt x="56197" y="213360"/>
                    <a:pt x="59055" y="210502"/>
                    <a:pt x="59055" y="206693"/>
                  </a:cubicBezTo>
                  <a:lnTo>
                    <a:pt x="59055" y="144780"/>
                  </a:lnTo>
                  <a:cubicBezTo>
                    <a:pt x="59055" y="128588"/>
                    <a:pt x="72390" y="115252"/>
                    <a:pt x="88583" y="115252"/>
                  </a:cubicBezTo>
                  <a:cubicBezTo>
                    <a:pt x="118110" y="115252"/>
                    <a:pt x="140017" y="140970"/>
                    <a:pt x="159067" y="158115"/>
                  </a:cubicBezTo>
                  <a:cubicBezTo>
                    <a:pt x="182880" y="179070"/>
                    <a:pt x="200978" y="199073"/>
                    <a:pt x="223838" y="199073"/>
                  </a:cubicBezTo>
                  <a:cubicBezTo>
                    <a:pt x="246698" y="199073"/>
                    <a:pt x="264795" y="179070"/>
                    <a:pt x="288608" y="158115"/>
                  </a:cubicBezTo>
                  <a:cubicBezTo>
                    <a:pt x="307658" y="140970"/>
                    <a:pt x="329565" y="115252"/>
                    <a:pt x="359093" y="115252"/>
                  </a:cubicBezTo>
                  <a:cubicBezTo>
                    <a:pt x="375285" y="115252"/>
                    <a:pt x="388620" y="128588"/>
                    <a:pt x="388620" y="144780"/>
                  </a:cubicBezTo>
                  <a:lnTo>
                    <a:pt x="388620" y="182880"/>
                  </a:lnTo>
                  <a:cubicBezTo>
                    <a:pt x="388620" y="200025"/>
                    <a:pt x="402907" y="214313"/>
                    <a:pt x="420053" y="214313"/>
                  </a:cubicBezTo>
                  <a:lnTo>
                    <a:pt x="433388" y="214313"/>
                  </a:lnTo>
                  <a:cubicBezTo>
                    <a:pt x="437198" y="214313"/>
                    <a:pt x="440055" y="214313"/>
                    <a:pt x="440055" y="214313"/>
                  </a:cubicBezTo>
                  <a:lnTo>
                    <a:pt x="440055" y="214313"/>
                  </a:lnTo>
                  <a:cubicBezTo>
                    <a:pt x="443865" y="214313"/>
                    <a:pt x="446723" y="211455"/>
                    <a:pt x="446723" y="207645"/>
                  </a:cubicBezTo>
                  <a:cubicBezTo>
                    <a:pt x="444818" y="207645"/>
                    <a:pt x="444818" y="34290"/>
                    <a:pt x="444818" y="3238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85E9D78A-7D5B-47F0-BCD6-2B9BDE22C856}"/>
                </a:ext>
              </a:extLst>
            </p:cNvPr>
            <p:cNvSpPr/>
            <p:nvPr/>
          </p:nvSpPr>
          <p:spPr>
            <a:xfrm>
              <a:off x="6336029" y="3315652"/>
              <a:ext cx="213360" cy="216217"/>
            </a:xfrm>
            <a:custGeom>
              <a:avLst/>
              <a:gdLst>
                <a:gd name="connsiteX0" fmla="*/ 208598 w 213360"/>
                <a:gd name="connsiteY0" fmla="*/ 124777 h 216217"/>
                <a:gd name="connsiteX1" fmla="*/ 176213 w 213360"/>
                <a:gd name="connsiteY1" fmla="*/ 124777 h 216217"/>
                <a:gd name="connsiteX2" fmla="*/ 153353 w 213360"/>
                <a:gd name="connsiteY2" fmla="*/ 140018 h 216217"/>
                <a:gd name="connsiteX3" fmla="*/ 142875 w 213360"/>
                <a:gd name="connsiteY3" fmla="*/ 156210 h 216217"/>
                <a:gd name="connsiteX4" fmla="*/ 122873 w 213360"/>
                <a:gd name="connsiteY4" fmla="*/ 161925 h 216217"/>
                <a:gd name="connsiteX5" fmla="*/ 100013 w 213360"/>
                <a:gd name="connsiteY5" fmla="*/ 155258 h 216217"/>
                <a:gd name="connsiteX6" fmla="*/ 79058 w 213360"/>
                <a:gd name="connsiteY6" fmla="*/ 139065 h 216217"/>
                <a:gd name="connsiteX7" fmla="*/ 63817 w 213360"/>
                <a:gd name="connsiteY7" fmla="*/ 116205 h 216217"/>
                <a:gd name="connsiteX8" fmla="*/ 58103 w 213360"/>
                <a:gd name="connsiteY8" fmla="*/ 91440 h 216217"/>
                <a:gd name="connsiteX9" fmla="*/ 67628 w 213360"/>
                <a:gd name="connsiteY9" fmla="*/ 65723 h 216217"/>
                <a:gd name="connsiteX10" fmla="*/ 91440 w 213360"/>
                <a:gd name="connsiteY10" fmla="*/ 56198 h 216217"/>
                <a:gd name="connsiteX11" fmla="*/ 123825 w 213360"/>
                <a:gd name="connsiteY11" fmla="*/ 68580 h 216217"/>
                <a:gd name="connsiteX12" fmla="*/ 138113 w 213360"/>
                <a:gd name="connsiteY12" fmla="*/ 73343 h 216217"/>
                <a:gd name="connsiteX13" fmla="*/ 153353 w 213360"/>
                <a:gd name="connsiteY13" fmla="*/ 64770 h 216217"/>
                <a:gd name="connsiteX14" fmla="*/ 175260 w 213360"/>
                <a:gd name="connsiteY14" fmla="*/ 42863 h 216217"/>
                <a:gd name="connsiteX15" fmla="*/ 177165 w 213360"/>
                <a:gd name="connsiteY15" fmla="*/ 39052 h 216217"/>
                <a:gd name="connsiteX16" fmla="*/ 174308 w 213360"/>
                <a:gd name="connsiteY16" fmla="*/ 35243 h 216217"/>
                <a:gd name="connsiteX17" fmla="*/ 135255 w 213360"/>
                <a:gd name="connsiteY17" fmla="*/ 9525 h 216217"/>
                <a:gd name="connsiteX18" fmla="*/ 91440 w 213360"/>
                <a:gd name="connsiteY18" fmla="*/ 0 h 216217"/>
                <a:gd name="connsiteX19" fmla="*/ 4763 w 213360"/>
                <a:gd name="connsiteY19" fmla="*/ 0 h 216217"/>
                <a:gd name="connsiteX20" fmla="*/ 0 w 213360"/>
                <a:gd name="connsiteY20" fmla="*/ 5715 h 216217"/>
                <a:gd name="connsiteX21" fmla="*/ 0 w 213360"/>
                <a:gd name="connsiteY21" fmla="*/ 91440 h 216217"/>
                <a:gd name="connsiteX22" fmla="*/ 10478 w 213360"/>
                <a:gd name="connsiteY22" fmla="*/ 139065 h 216217"/>
                <a:gd name="connsiteX23" fmla="*/ 38100 w 213360"/>
                <a:gd name="connsiteY23" fmla="*/ 178118 h 216217"/>
                <a:gd name="connsiteX24" fmla="*/ 77153 w 213360"/>
                <a:gd name="connsiteY24" fmla="*/ 205740 h 216217"/>
                <a:gd name="connsiteX25" fmla="*/ 122873 w 213360"/>
                <a:gd name="connsiteY25" fmla="*/ 216218 h 216217"/>
                <a:gd name="connsiteX26" fmla="*/ 158115 w 213360"/>
                <a:gd name="connsiteY26" fmla="*/ 209550 h 216217"/>
                <a:gd name="connsiteX27" fmla="*/ 185738 w 213360"/>
                <a:gd name="connsiteY27" fmla="*/ 191452 h 216217"/>
                <a:gd name="connsiteX28" fmla="*/ 204788 w 213360"/>
                <a:gd name="connsiteY28" fmla="*/ 163830 h 216217"/>
                <a:gd name="connsiteX29" fmla="*/ 213360 w 213360"/>
                <a:gd name="connsiteY29" fmla="*/ 129540 h 216217"/>
                <a:gd name="connsiteX30" fmla="*/ 208598 w 213360"/>
                <a:gd name="connsiteY30" fmla="*/ 124777 h 21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3360" h="216217">
                  <a:moveTo>
                    <a:pt x="208598" y="124777"/>
                  </a:moveTo>
                  <a:lnTo>
                    <a:pt x="176213" y="124777"/>
                  </a:lnTo>
                  <a:cubicBezTo>
                    <a:pt x="164783" y="124777"/>
                    <a:pt x="156210" y="129540"/>
                    <a:pt x="153353" y="140018"/>
                  </a:cubicBezTo>
                  <a:cubicBezTo>
                    <a:pt x="151448" y="146685"/>
                    <a:pt x="147638" y="152400"/>
                    <a:pt x="142875" y="156210"/>
                  </a:cubicBezTo>
                  <a:cubicBezTo>
                    <a:pt x="138113" y="160020"/>
                    <a:pt x="131445" y="161925"/>
                    <a:pt x="122873" y="161925"/>
                  </a:cubicBezTo>
                  <a:cubicBezTo>
                    <a:pt x="115253" y="161925"/>
                    <a:pt x="107633" y="160020"/>
                    <a:pt x="100013" y="155258"/>
                  </a:cubicBezTo>
                  <a:cubicBezTo>
                    <a:pt x="92392" y="151448"/>
                    <a:pt x="85725" y="145733"/>
                    <a:pt x="79058" y="139065"/>
                  </a:cubicBezTo>
                  <a:cubicBezTo>
                    <a:pt x="73342" y="132398"/>
                    <a:pt x="67628" y="124777"/>
                    <a:pt x="63817" y="116205"/>
                  </a:cubicBezTo>
                  <a:cubicBezTo>
                    <a:pt x="60008" y="107633"/>
                    <a:pt x="58103" y="99060"/>
                    <a:pt x="58103" y="91440"/>
                  </a:cubicBezTo>
                  <a:cubicBezTo>
                    <a:pt x="58103" y="80963"/>
                    <a:pt x="60960" y="72390"/>
                    <a:pt x="67628" y="65723"/>
                  </a:cubicBezTo>
                  <a:cubicBezTo>
                    <a:pt x="74295" y="59055"/>
                    <a:pt x="81915" y="56198"/>
                    <a:pt x="91440" y="56198"/>
                  </a:cubicBezTo>
                  <a:cubicBezTo>
                    <a:pt x="102870" y="56198"/>
                    <a:pt x="113348" y="60008"/>
                    <a:pt x="123825" y="68580"/>
                  </a:cubicBezTo>
                  <a:cubicBezTo>
                    <a:pt x="128588" y="71438"/>
                    <a:pt x="133350" y="73343"/>
                    <a:pt x="138113" y="73343"/>
                  </a:cubicBezTo>
                  <a:cubicBezTo>
                    <a:pt x="142875" y="73343"/>
                    <a:pt x="148590" y="70485"/>
                    <a:pt x="153353" y="64770"/>
                  </a:cubicBezTo>
                  <a:lnTo>
                    <a:pt x="175260" y="42863"/>
                  </a:lnTo>
                  <a:cubicBezTo>
                    <a:pt x="176213" y="41910"/>
                    <a:pt x="177165" y="40005"/>
                    <a:pt x="177165" y="39052"/>
                  </a:cubicBezTo>
                  <a:cubicBezTo>
                    <a:pt x="177165" y="38100"/>
                    <a:pt x="176213" y="37148"/>
                    <a:pt x="174308" y="35243"/>
                  </a:cubicBezTo>
                  <a:cubicBezTo>
                    <a:pt x="162878" y="24765"/>
                    <a:pt x="149542" y="16193"/>
                    <a:pt x="135255" y="9525"/>
                  </a:cubicBezTo>
                  <a:cubicBezTo>
                    <a:pt x="120967" y="3810"/>
                    <a:pt x="106680" y="0"/>
                    <a:pt x="91440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5715"/>
                  </a:cubicBezTo>
                  <a:lnTo>
                    <a:pt x="0" y="91440"/>
                  </a:lnTo>
                  <a:cubicBezTo>
                    <a:pt x="0" y="107633"/>
                    <a:pt x="3810" y="123825"/>
                    <a:pt x="10478" y="139065"/>
                  </a:cubicBezTo>
                  <a:cubicBezTo>
                    <a:pt x="17145" y="154305"/>
                    <a:pt x="26670" y="167640"/>
                    <a:pt x="38100" y="178118"/>
                  </a:cubicBezTo>
                  <a:cubicBezTo>
                    <a:pt x="49530" y="189548"/>
                    <a:pt x="62865" y="198120"/>
                    <a:pt x="77153" y="205740"/>
                  </a:cubicBezTo>
                  <a:cubicBezTo>
                    <a:pt x="91440" y="212408"/>
                    <a:pt x="106680" y="216218"/>
                    <a:pt x="122873" y="216218"/>
                  </a:cubicBezTo>
                  <a:cubicBezTo>
                    <a:pt x="135255" y="216218"/>
                    <a:pt x="147638" y="214313"/>
                    <a:pt x="158115" y="209550"/>
                  </a:cubicBezTo>
                  <a:cubicBezTo>
                    <a:pt x="168592" y="205740"/>
                    <a:pt x="178117" y="199073"/>
                    <a:pt x="185738" y="191452"/>
                  </a:cubicBezTo>
                  <a:cubicBezTo>
                    <a:pt x="193358" y="183833"/>
                    <a:pt x="200025" y="174308"/>
                    <a:pt x="204788" y="163830"/>
                  </a:cubicBezTo>
                  <a:cubicBezTo>
                    <a:pt x="209550" y="153352"/>
                    <a:pt x="212408" y="141923"/>
                    <a:pt x="213360" y="129540"/>
                  </a:cubicBezTo>
                  <a:cubicBezTo>
                    <a:pt x="213360" y="126683"/>
                    <a:pt x="212408" y="124777"/>
                    <a:pt x="208598" y="12477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id="{D2C061EF-8492-46AD-B925-36DFE8433EE3}"/>
              </a:ext>
            </a:extLst>
          </p:cNvPr>
          <p:cNvSpPr>
            <a:spLocks/>
          </p:cNvSpPr>
          <p:nvPr userDrawn="1"/>
        </p:nvSpPr>
        <p:spPr bwMode="auto">
          <a:xfrm rot="8577572">
            <a:off x="11479273" y="546141"/>
            <a:ext cx="1151816" cy="967694"/>
          </a:xfrm>
          <a:custGeom>
            <a:avLst/>
            <a:gdLst>
              <a:gd name="connsiteX0" fmla="*/ 0 w 1151816"/>
              <a:gd name="connsiteY0" fmla="*/ 967694 h 967694"/>
              <a:gd name="connsiteX1" fmla="*/ 730282 w 1151816"/>
              <a:gd name="connsiteY1" fmla="*/ 0 h 967694"/>
              <a:gd name="connsiteX2" fmla="*/ 763234 w 1151816"/>
              <a:gd name="connsiteY2" fmla="*/ 30926 h 967694"/>
              <a:gd name="connsiteX3" fmla="*/ 1099335 w 1151816"/>
              <a:gd name="connsiteY3" fmla="*/ 415702 h 967694"/>
              <a:gd name="connsiteX4" fmla="*/ 922766 w 1151816"/>
              <a:gd name="connsiteY4" fmla="*/ 859894 h 967694"/>
              <a:gd name="connsiteX5" fmla="*/ 64712 w 1151816"/>
              <a:gd name="connsiteY5" fmla="*/ 967064 h 96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816" h="967694">
                <a:moveTo>
                  <a:pt x="0" y="967694"/>
                </a:moveTo>
                <a:lnTo>
                  <a:pt x="730282" y="0"/>
                </a:lnTo>
                <a:lnTo>
                  <a:pt x="763234" y="30926"/>
                </a:lnTo>
                <a:cubicBezTo>
                  <a:pt x="895919" y="160395"/>
                  <a:pt x="1020860" y="302059"/>
                  <a:pt x="1099335" y="415702"/>
                </a:cubicBezTo>
                <a:cubicBezTo>
                  <a:pt x="1218080" y="586944"/>
                  <a:pt x="1125149" y="817343"/>
                  <a:pt x="922766" y="859894"/>
                </a:cubicBezTo>
                <a:cubicBezTo>
                  <a:pt x="587568" y="929817"/>
                  <a:pt x="265811" y="961601"/>
                  <a:pt x="64712" y="967064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100000">
                <a:srgbClr val="398ACB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9" name="Полилиния: фигура 28">
            <a:extLst>
              <a:ext uri="{FF2B5EF4-FFF2-40B4-BE49-F238E27FC236}">
                <a16:creationId xmlns:a16="http://schemas.microsoft.com/office/drawing/2014/main" id="{28240FCA-FBAE-48EF-9096-93BF98D7DCF4}"/>
              </a:ext>
            </a:extLst>
          </p:cNvPr>
          <p:cNvSpPr>
            <a:spLocks/>
          </p:cNvSpPr>
          <p:nvPr userDrawn="1"/>
        </p:nvSpPr>
        <p:spPr bwMode="auto">
          <a:xfrm rot="12148300">
            <a:off x="10957805" y="-230629"/>
            <a:ext cx="1175267" cy="740171"/>
          </a:xfrm>
          <a:custGeom>
            <a:avLst/>
            <a:gdLst>
              <a:gd name="connsiteX0" fmla="*/ 1175267 w 1175267"/>
              <a:gd name="connsiteY0" fmla="*/ 277935 h 740171"/>
              <a:gd name="connsiteX1" fmla="*/ 57768 w 1175267"/>
              <a:gd name="connsiteY1" fmla="*/ 740171 h 740171"/>
              <a:gd name="connsiteX2" fmla="*/ 13310 w 1175267"/>
              <a:gd name="connsiteY2" fmla="*/ 692603 h 740171"/>
              <a:gd name="connsiteX3" fmla="*/ 3614 w 1175267"/>
              <a:gd name="connsiteY3" fmla="*/ 608356 h 740171"/>
              <a:gd name="connsiteX4" fmla="*/ 300993 w 1175267"/>
              <a:gd name="connsiteY4" fmla="*/ 101578 h 740171"/>
              <a:gd name="connsiteX5" fmla="*/ 730541 w 1175267"/>
              <a:gd name="connsiteY5" fmla="*/ 39135 h 740171"/>
              <a:gd name="connsiteX6" fmla="*/ 1113107 w 1175267"/>
              <a:gd name="connsiteY6" fmla="*/ 236489 h 74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5267" h="740171">
                <a:moveTo>
                  <a:pt x="1175267" y="277935"/>
                </a:moveTo>
                <a:lnTo>
                  <a:pt x="57768" y="740171"/>
                </a:lnTo>
                <a:lnTo>
                  <a:pt x="13310" y="692603"/>
                </a:lnTo>
                <a:cubicBezTo>
                  <a:pt x="194" y="666444"/>
                  <a:pt x="-3614" y="637934"/>
                  <a:pt x="3614" y="608356"/>
                </a:cubicBezTo>
                <a:cubicBezTo>
                  <a:pt x="51112" y="421025"/>
                  <a:pt x="193606" y="216605"/>
                  <a:pt x="300993" y="101578"/>
                </a:cubicBezTo>
                <a:cubicBezTo>
                  <a:pt x="404250" y="-8848"/>
                  <a:pt x="548809" y="-28567"/>
                  <a:pt x="730541" y="39135"/>
                </a:cubicBezTo>
                <a:cubicBezTo>
                  <a:pt x="839994" y="80216"/>
                  <a:pt x="980422" y="154491"/>
                  <a:pt x="1113107" y="236489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70000">
                <a:srgbClr val="73B5D7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12879-4A0B-421F-A730-4384137D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02" y="6334919"/>
            <a:ext cx="807741" cy="365125"/>
          </a:xfrm>
        </p:spPr>
        <p:txBody>
          <a:bodyPr/>
          <a:lstStyle>
            <a:lvl1pPr algn="l">
              <a:defRPr/>
            </a:lvl1pPr>
          </a:lstStyle>
          <a:p>
            <a:fld id="{E05DA353-F16A-46E9-BF3A-5C7883ED105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449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олилиния: фигура 22">
            <a:extLst>
              <a:ext uri="{FF2B5EF4-FFF2-40B4-BE49-F238E27FC236}">
                <a16:creationId xmlns:a16="http://schemas.microsoft.com/office/drawing/2014/main" id="{CB4F5692-ACBE-4155-A563-B123939F81BC}"/>
              </a:ext>
            </a:extLst>
          </p:cNvPr>
          <p:cNvSpPr/>
          <p:nvPr userDrawn="1"/>
        </p:nvSpPr>
        <p:spPr>
          <a:xfrm flipH="1" flipV="1">
            <a:off x="10166464" y="-2"/>
            <a:ext cx="2062186" cy="960184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69540D-4B84-4D48-B17E-A752B4EEA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971" y="621000"/>
            <a:ext cx="10909300" cy="783083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A6F06F-C669-43A6-800C-BFBE16B84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9388" indent="-179388">
              <a:lnSpc>
                <a:spcPct val="110000"/>
              </a:lnSpc>
              <a:defRPr/>
            </a:lvl1pPr>
            <a:lvl2pPr marL="625475" indent="-168275">
              <a:lnSpc>
                <a:spcPct val="110000"/>
              </a:lnSpc>
              <a:defRPr/>
            </a:lvl2pPr>
            <a:lvl3pPr marL="1077913" indent="-163513">
              <a:lnSpc>
                <a:spcPct val="110000"/>
              </a:lnSpc>
              <a:defRPr/>
            </a:lvl3pPr>
            <a:lvl4pPr marL="1524000" indent="-152400">
              <a:lnSpc>
                <a:spcPct val="110000"/>
              </a:lnSpc>
              <a:defRPr/>
            </a:lvl4pPr>
            <a:lvl5pPr marL="1976438" indent="-147638">
              <a:lnSpc>
                <a:spcPct val="110000"/>
              </a:lnSpc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31B0DE8-632B-49C0-BA65-E35CCB03ED26}"/>
              </a:ext>
            </a:extLst>
          </p:cNvPr>
          <p:cNvGrpSpPr/>
          <p:nvPr userDrawn="1"/>
        </p:nvGrpSpPr>
        <p:grpSpPr>
          <a:xfrm>
            <a:off x="10753760" y="6379029"/>
            <a:ext cx="1155242" cy="182109"/>
            <a:chOff x="5409247" y="3315652"/>
            <a:chExt cx="1371600" cy="216217"/>
          </a:xfrm>
          <a:solidFill>
            <a:srgbClr val="398ACB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48AD9ABC-F5A0-44CB-815C-B2BF20C91B69}"/>
                </a:ext>
              </a:extLst>
            </p:cNvPr>
            <p:cNvSpPr/>
            <p:nvPr/>
          </p:nvSpPr>
          <p:spPr>
            <a:xfrm>
              <a:off x="6568440" y="3317557"/>
              <a:ext cx="212407" cy="213359"/>
            </a:xfrm>
            <a:custGeom>
              <a:avLst/>
              <a:gdLst>
                <a:gd name="connsiteX0" fmla="*/ 16192 w 212407"/>
                <a:gd name="connsiteY0" fmla="*/ 212407 h 213359"/>
                <a:gd name="connsiteX1" fmla="*/ 51435 w 212407"/>
                <a:gd name="connsiteY1" fmla="*/ 197167 h 213359"/>
                <a:gd name="connsiteX2" fmla="*/ 64770 w 212407"/>
                <a:gd name="connsiteY2" fmla="*/ 182880 h 213359"/>
                <a:gd name="connsiteX3" fmla="*/ 81915 w 212407"/>
                <a:gd name="connsiteY3" fmla="*/ 174307 h 213359"/>
                <a:gd name="connsiteX4" fmla="*/ 86677 w 212407"/>
                <a:gd name="connsiteY4" fmla="*/ 174307 h 213359"/>
                <a:gd name="connsiteX5" fmla="*/ 93345 w 212407"/>
                <a:gd name="connsiteY5" fmla="*/ 175260 h 213359"/>
                <a:gd name="connsiteX6" fmla="*/ 113347 w 212407"/>
                <a:gd name="connsiteY6" fmla="*/ 180975 h 213359"/>
                <a:gd name="connsiteX7" fmla="*/ 172402 w 212407"/>
                <a:gd name="connsiteY7" fmla="*/ 205740 h 213359"/>
                <a:gd name="connsiteX8" fmla="*/ 199072 w 212407"/>
                <a:gd name="connsiteY8" fmla="*/ 212407 h 213359"/>
                <a:gd name="connsiteX9" fmla="*/ 207645 w 212407"/>
                <a:gd name="connsiteY9" fmla="*/ 212407 h 213359"/>
                <a:gd name="connsiteX10" fmla="*/ 212407 w 212407"/>
                <a:gd name="connsiteY10" fmla="*/ 207645 h 213359"/>
                <a:gd name="connsiteX11" fmla="*/ 212407 w 212407"/>
                <a:gd name="connsiteY11" fmla="*/ 185738 h 213359"/>
                <a:gd name="connsiteX12" fmla="*/ 188595 w 212407"/>
                <a:gd name="connsiteY12" fmla="*/ 150495 h 213359"/>
                <a:gd name="connsiteX13" fmla="*/ 175260 w 212407"/>
                <a:gd name="connsiteY13" fmla="*/ 144780 h 213359"/>
                <a:gd name="connsiteX14" fmla="*/ 146685 w 212407"/>
                <a:gd name="connsiteY14" fmla="*/ 126682 h 213359"/>
                <a:gd name="connsiteX15" fmla="*/ 148590 w 212407"/>
                <a:gd name="connsiteY15" fmla="*/ 99060 h 213359"/>
                <a:gd name="connsiteX16" fmla="*/ 201930 w 212407"/>
                <a:gd name="connsiteY16" fmla="*/ 45720 h 213359"/>
                <a:gd name="connsiteX17" fmla="*/ 212407 w 212407"/>
                <a:gd name="connsiteY17" fmla="*/ 20002 h 213359"/>
                <a:gd name="connsiteX18" fmla="*/ 211455 w 212407"/>
                <a:gd name="connsiteY18" fmla="*/ 12382 h 213359"/>
                <a:gd name="connsiteX19" fmla="*/ 207645 w 212407"/>
                <a:gd name="connsiteY19" fmla="*/ 5715 h 213359"/>
                <a:gd name="connsiteX20" fmla="*/ 193357 w 212407"/>
                <a:gd name="connsiteY20" fmla="*/ 0 h 213359"/>
                <a:gd name="connsiteX21" fmla="*/ 184785 w 212407"/>
                <a:gd name="connsiteY21" fmla="*/ 0 h 213359"/>
                <a:gd name="connsiteX22" fmla="*/ 149542 w 212407"/>
                <a:gd name="connsiteY22" fmla="*/ 15240 h 213359"/>
                <a:gd name="connsiteX23" fmla="*/ 105727 w 212407"/>
                <a:gd name="connsiteY23" fmla="*/ 59055 h 213359"/>
                <a:gd name="connsiteX24" fmla="*/ 57150 w 212407"/>
                <a:gd name="connsiteY24" fmla="*/ 107632 h 213359"/>
                <a:gd name="connsiteX25" fmla="*/ 57150 w 212407"/>
                <a:gd name="connsiteY25" fmla="*/ 31432 h 213359"/>
                <a:gd name="connsiteX26" fmla="*/ 25717 w 212407"/>
                <a:gd name="connsiteY26" fmla="*/ 0 h 213359"/>
                <a:gd name="connsiteX27" fmla="*/ 13335 w 212407"/>
                <a:gd name="connsiteY27" fmla="*/ 0 h 213359"/>
                <a:gd name="connsiteX28" fmla="*/ 1905 w 212407"/>
                <a:gd name="connsiteY28" fmla="*/ 952 h 213359"/>
                <a:gd name="connsiteX29" fmla="*/ 0 w 212407"/>
                <a:gd name="connsiteY29" fmla="*/ 6667 h 213359"/>
                <a:gd name="connsiteX30" fmla="*/ 0 w 212407"/>
                <a:gd name="connsiteY30" fmla="*/ 208597 h 213359"/>
                <a:gd name="connsiteX31" fmla="*/ 4763 w 212407"/>
                <a:gd name="connsiteY31" fmla="*/ 213360 h 213359"/>
                <a:gd name="connsiteX32" fmla="*/ 16192 w 212407"/>
                <a:gd name="connsiteY32" fmla="*/ 213360 h 21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12407" h="213359">
                  <a:moveTo>
                    <a:pt x="16192" y="212407"/>
                  </a:moveTo>
                  <a:cubicBezTo>
                    <a:pt x="30480" y="212407"/>
                    <a:pt x="41910" y="205740"/>
                    <a:pt x="51435" y="197167"/>
                  </a:cubicBezTo>
                  <a:cubicBezTo>
                    <a:pt x="51435" y="197167"/>
                    <a:pt x="57150" y="190500"/>
                    <a:pt x="64770" y="182880"/>
                  </a:cubicBezTo>
                  <a:cubicBezTo>
                    <a:pt x="69532" y="178117"/>
                    <a:pt x="75247" y="175260"/>
                    <a:pt x="81915" y="174307"/>
                  </a:cubicBezTo>
                  <a:cubicBezTo>
                    <a:pt x="82867" y="174307"/>
                    <a:pt x="86677" y="174307"/>
                    <a:pt x="86677" y="174307"/>
                  </a:cubicBezTo>
                  <a:cubicBezTo>
                    <a:pt x="88582" y="174307"/>
                    <a:pt x="91440" y="174307"/>
                    <a:pt x="93345" y="175260"/>
                  </a:cubicBezTo>
                  <a:cubicBezTo>
                    <a:pt x="100965" y="176213"/>
                    <a:pt x="107632" y="178117"/>
                    <a:pt x="113347" y="180975"/>
                  </a:cubicBezTo>
                  <a:lnTo>
                    <a:pt x="172402" y="205740"/>
                  </a:lnTo>
                  <a:cubicBezTo>
                    <a:pt x="172402" y="205740"/>
                    <a:pt x="186690" y="212407"/>
                    <a:pt x="199072" y="212407"/>
                  </a:cubicBezTo>
                  <a:lnTo>
                    <a:pt x="207645" y="212407"/>
                  </a:lnTo>
                  <a:cubicBezTo>
                    <a:pt x="210502" y="212407"/>
                    <a:pt x="212407" y="209550"/>
                    <a:pt x="212407" y="207645"/>
                  </a:cubicBezTo>
                  <a:lnTo>
                    <a:pt x="212407" y="185738"/>
                  </a:lnTo>
                  <a:cubicBezTo>
                    <a:pt x="212407" y="170497"/>
                    <a:pt x="203835" y="156210"/>
                    <a:pt x="188595" y="150495"/>
                  </a:cubicBezTo>
                  <a:lnTo>
                    <a:pt x="175260" y="144780"/>
                  </a:lnTo>
                  <a:cubicBezTo>
                    <a:pt x="164782" y="140970"/>
                    <a:pt x="152400" y="132397"/>
                    <a:pt x="146685" y="126682"/>
                  </a:cubicBezTo>
                  <a:cubicBezTo>
                    <a:pt x="146685" y="126682"/>
                    <a:pt x="134302" y="112395"/>
                    <a:pt x="148590" y="99060"/>
                  </a:cubicBezTo>
                  <a:lnTo>
                    <a:pt x="201930" y="45720"/>
                  </a:lnTo>
                  <a:cubicBezTo>
                    <a:pt x="208597" y="38100"/>
                    <a:pt x="212407" y="29527"/>
                    <a:pt x="212407" y="20002"/>
                  </a:cubicBezTo>
                  <a:cubicBezTo>
                    <a:pt x="212407" y="20002"/>
                    <a:pt x="212407" y="16192"/>
                    <a:pt x="211455" y="12382"/>
                  </a:cubicBezTo>
                  <a:cubicBezTo>
                    <a:pt x="210502" y="9525"/>
                    <a:pt x="208597" y="6667"/>
                    <a:pt x="207645" y="5715"/>
                  </a:cubicBezTo>
                  <a:cubicBezTo>
                    <a:pt x="203835" y="1905"/>
                    <a:pt x="200025" y="952"/>
                    <a:pt x="193357" y="0"/>
                  </a:cubicBezTo>
                  <a:lnTo>
                    <a:pt x="184785" y="0"/>
                  </a:lnTo>
                  <a:cubicBezTo>
                    <a:pt x="170497" y="0"/>
                    <a:pt x="159067" y="6667"/>
                    <a:pt x="149542" y="15240"/>
                  </a:cubicBezTo>
                  <a:cubicBezTo>
                    <a:pt x="149542" y="15240"/>
                    <a:pt x="114300" y="50482"/>
                    <a:pt x="105727" y="59055"/>
                  </a:cubicBezTo>
                  <a:lnTo>
                    <a:pt x="57150" y="107632"/>
                  </a:lnTo>
                  <a:lnTo>
                    <a:pt x="57150" y="31432"/>
                  </a:lnTo>
                  <a:cubicBezTo>
                    <a:pt x="57150" y="14288"/>
                    <a:pt x="42863" y="0"/>
                    <a:pt x="25717" y="0"/>
                  </a:cubicBezTo>
                  <a:lnTo>
                    <a:pt x="13335" y="0"/>
                  </a:lnTo>
                  <a:cubicBezTo>
                    <a:pt x="9525" y="0"/>
                    <a:pt x="4763" y="0"/>
                    <a:pt x="1905" y="952"/>
                  </a:cubicBezTo>
                  <a:cubicBezTo>
                    <a:pt x="0" y="1905"/>
                    <a:pt x="0" y="3810"/>
                    <a:pt x="0" y="6667"/>
                  </a:cubicBezTo>
                  <a:lnTo>
                    <a:pt x="0" y="208597"/>
                  </a:lnTo>
                  <a:cubicBezTo>
                    <a:pt x="0" y="211455"/>
                    <a:pt x="1905" y="213360"/>
                    <a:pt x="4763" y="213360"/>
                  </a:cubicBezTo>
                  <a:lnTo>
                    <a:pt x="16192" y="2133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2B58CB1-F6A7-4EAA-9959-1CF154441928}"/>
                </a:ext>
              </a:extLst>
            </p:cNvPr>
            <p:cNvSpPr/>
            <p:nvPr/>
          </p:nvSpPr>
          <p:spPr>
            <a:xfrm>
              <a:off x="6104572" y="3315652"/>
              <a:ext cx="233362" cy="214312"/>
            </a:xfrm>
            <a:custGeom>
              <a:avLst/>
              <a:gdLst>
                <a:gd name="connsiteX0" fmla="*/ 228600 w 233362"/>
                <a:gd name="connsiteY0" fmla="*/ 188595 h 214312"/>
                <a:gd name="connsiteX1" fmla="*/ 195263 w 233362"/>
                <a:gd name="connsiteY1" fmla="*/ 167640 h 214312"/>
                <a:gd name="connsiteX2" fmla="*/ 171450 w 233362"/>
                <a:gd name="connsiteY2" fmla="*/ 148590 h 214312"/>
                <a:gd name="connsiteX3" fmla="*/ 200977 w 233362"/>
                <a:gd name="connsiteY3" fmla="*/ 126683 h 214312"/>
                <a:gd name="connsiteX4" fmla="*/ 212407 w 233362"/>
                <a:gd name="connsiteY4" fmla="*/ 93345 h 214312"/>
                <a:gd name="connsiteX5" fmla="*/ 200977 w 233362"/>
                <a:gd name="connsiteY5" fmla="*/ 57150 h 214312"/>
                <a:gd name="connsiteX6" fmla="*/ 172402 w 233362"/>
                <a:gd name="connsiteY6" fmla="*/ 27623 h 214312"/>
                <a:gd name="connsiteX7" fmla="*/ 133350 w 233362"/>
                <a:gd name="connsiteY7" fmla="*/ 7620 h 214312"/>
                <a:gd name="connsiteX8" fmla="*/ 90488 w 233362"/>
                <a:gd name="connsiteY8" fmla="*/ 0 h 214312"/>
                <a:gd name="connsiteX9" fmla="*/ 4763 w 233362"/>
                <a:gd name="connsiteY9" fmla="*/ 0 h 214312"/>
                <a:gd name="connsiteX10" fmla="*/ 0 w 233362"/>
                <a:gd name="connsiteY10" fmla="*/ 4763 h 214312"/>
                <a:gd name="connsiteX11" fmla="*/ 0 w 233362"/>
                <a:gd name="connsiteY11" fmla="*/ 148590 h 214312"/>
                <a:gd name="connsiteX12" fmla="*/ 0 w 233362"/>
                <a:gd name="connsiteY12" fmla="*/ 180975 h 214312"/>
                <a:gd name="connsiteX13" fmla="*/ 0 w 233362"/>
                <a:gd name="connsiteY13" fmla="*/ 192405 h 214312"/>
                <a:gd name="connsiteX14" fmla="*/ 0 w 233362"/>
                <a:gd name="connsiteY14" fmla="*/ 206693 h 214312"/>
                <a:gd name="connsiteX15" fmla="*/ 1905 w 233362"/>
                <a:gd name="connsiteY15" fmla="*/ 212408 h 214312"/>
                <a:gd name="connsiteX16" fmla="*/ 14288 w 233362"/>
                <a:gd name="connsiteY16" fmla="*/ 214313 h 214312"/>
                <a:gd name="connsiteX17" fmla="*/ 29527 w 233362"/>
                <a:gd name="connsiteY17" fmla="*/ 212408 h 214312"/>
                <a:gd name="connsiteX18" fmla="*/ 47625 w 233362"/>
                <a:gd name="connsiteY18" fmla="*/ 199073 h 214312"/>
                <a:gd name="connsiteX19" fmla="*/ 58102 w 233362"/>
                <a:gd name="connsiteY19" fmla="*/ 162877 h 214312"/>
                <a:gd name="connsiteX20" fmla="*/ 58102 w 233362"/>
                <a:gd name="connsiteY20" fmla="*/ 75248 h 214312"/>
                <a:gd name="connsiteX21" fmla="*/ 59055 w 233362"/>
                <a:gd name="connsiteY21" fmla="*/ 69533 h 214312"/>
                <a:gd name="connsiteX22" fmla="*/ 60960 w 233362"/>
                <a:gd name="connsiteY22" fmla="*/ 65723 h 214312"/>
                <a:gd name="connsiteX23" fmla="*/ 114300 w 233362"/>
                <a:gd name="connsiteY23" fmla="*/ 55245 h 214312"/>
                <a:gd name="connsiteX24" fmla="*/ 152400 w 233362"/>
                <a:gd name="connsiteY24" fmla="*/ 95250 h 214312"/>
                <a:gd name="connsiteX25" fmla="*/ 122873 w 233362"/>
                <a:gd name="connsiteY25" fmla="*/ 112395 h 214312"/>
                <a:gd name="connsiteX26" fmla="*/ 101917 w 233362"/>
                <a:gd name="connsiteY26" fmla="*/ 108585 h 214312"/>
                <a:gd name="connsiteX27" fmla="*/ 93345 w 233362"/>
                <a:gd name="connsiteY27" fmla="*/ 105727 h 214312"/>
                <a:gd name="connsiteX28" fmla="*/ 85725 w 233362"/>
                <a:gd name="connsiteY28" fmla="*/ 103823 h 214312"/>
                <a:gd name="connsiteX29" fmla="*/ 81915 w 233362"/>
                <a:gd name="connsiteY29" fmla="*/ 109538 h 214312"/>
                <a:gd name="connsiteX30" fmla="*/ 81915 w 233362"/>
                <a:gd name="connsiteY30" fmla="*/ 132398 h 214312"/>
                <a:gd name="connsiteX31" fmla="*/ 89535 w 233362"/>
                <a:gd name="connsiteY31" fmla="*/ 151448 h 214312"/>
                <a:gd name="connsiteX32" fmla="*/ 160020 w 233362"/>
                <a:gd name="connsiteY32" fmla="*/ 206693 h 214312"/>
                <a:gd name="connsiteX33" fmla="*/ 181927 w 233362"/>
                <a:gd name="connsiteY33" fmla="*/ 214313 h 214312"/>
                <a:gd name="connsiteX34" fmla="*/ 228600 w 233362"/>
                <a:gd name="connsiteY34" fmla="*/ 214313 h 214312"/>
                <a:gd name="connsiteX35" fmla="*/ 233363 w 233362"/>
                <a:gd name="connsiteY35" fmla="*/ 208598 h 214312"/>
                <a:gd name="connsiteX36" fmla="*/ 233363 w 233362"/>
                <a:gd name="connsiteY36" fmla="*/ 193358 h 214312"/>
                <a:gd name="connsiteX37" fmla="*/ 228600 w 233362"/>
                <a:gd name="connsiteY37" fmla="*/ 18859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3362" h="214312">
                  <a:moveTo>
                    <a:pt x="228600" y="188595"/>
                  </a:moveTo>
                  <a:cubicBezTo>
                    <a:pt x="228600" y="188595"/>
                    <a:pt x="217170" y="185738"/>
                    <a:pt x="195263" y="167640"/>
                  </a:cubicBezTo>
                  <a:cubicBezTo>
                    <a:pt x="183832" y="158115"/>
                    <a:pt x="175260" y="151448"/>
                    <a:pt x="171450" y="148590"/>
                  </a:cubicBezTo>
                  <a:cubicBezTo>
                    <a:pt x="175260" y="145733"/>
                    <a:pt x="188595" y="140970"/>
                    <a:pt x="200977" y="126683"/>
                  </a:cubicBezTo>
                  <a:cubicBezTo>
                    <a:pt x="208598" y="118110"/>
                    <a:pt x="212407" y="106680"/>
                    <a:pt x="212407" y="93345"/>
                  </a:cubicBezTo>
                  <a:cubicBezTo>
                    <a:pt x="212407" y="80963"/>
                    <a:pt x="208598" y="68580"/>
                    <a:pt x="200977" y="57150"/>
                  </a:cubicBezTo>
                  <a:cubicBezTo>
                    <a:pt x="193357" y="45720"/>
                    <a:pt x="183832" y="36195"/>
                    <a:pt x="172402" y="27623"/>
                  </a:cubicBezTo>
                  <a:cubicBezTo>
                    <a:pt x="160973" y="19050"/>
                    <a:pt x="147638" y="12383"/>
                    <a:pt x="133350" y="7620"/>
                  </a:cubicBezTo>
                  <a:cubicBezTo>
                    <a:pt x="119063" y="2858"/>
                    <a:pt x="104775" y="0"/>
                    <a:pt x="90488" y="0"/>
                  </a:cubicBezTo>
                  <a:cubicBezTo>
                    <a:pt x="90488" y="0"/>
                    <a:pt x="4763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lnTo>
                    <a:pt x="0" y="148590"/>
                  </a:lnTo>
                  <a:lnTo>
                    <a:pt x="0" y="180975"/>
                  </a:lnTo>
                  <a:lnTo>
                    <a:pt x="0" y="192405"/>
                  </a:lnTo>
                  <a:lnTo>
                    <a:pt x="0" y="206693"/>
                  </a:lnTo>
                  <a:cubicBezTo>
                    <a:pt x="0" y="208598"/>
                    <a:pt x="0" y="210502"/>
                    <a:pt x="1905" y="212408"/>
                  </a:cubicBezTo>
                  <a:cubicBezTo>
                    <a:pt x="4763" y="213360"/>
                    <a:pt x="10477" y="214313"/>
                    <a:pt x="14288" y="214313"/>
                  </a:cubicBezTo>
                  <a:cubicBezTo>
                    <a:pt x="19050" y="214313"/>
                    <a:pt x="24765" y="213360"/>
                    <a:pt x="29527" y="212408"/>
                  </a:cubicBezTo>
                  <a:cubicBezTo>
                    <a:pt x="37148" y="209550"/>
                    <a:pt x="42863" y="204788"/>
                    <a:pt x="47625" y="199073"/>
                  </a:cubicBezTo>
                  <a:cubicBezTo>
                    <a:pt x="56198" y="188595"/>
                    <a:pt x="58102" y="176213"/>
                    <a:pt x="58102" y="162877"/>
                  </a:cubicBezTo>
                  <a:lnTo>
                    <a:pt x="58102" y="75248"/>
                  </a:lnTo>
                  <a:cubicBezTo>
                    <a:pt x="58102" y="74295"/>
                    <a:pt x="58102" y="71438"/>
                    <a:pt x="59055" y="69533"/>
                  </a:cubicBezTo>
                  <a:cubicBezTo>
                    <a:pt x="60007" y="67627"/>
                    <a:pt x="60960" y="65723"/>
                    <a:pt x="60960" y="65723"/>
                  </a:cubicBezTo>
                  <a:cubicBezTo>
                    <a:pt x="67627" y="53340"/>
                    <a:pt x="89535" y="48577"/>
                    <a:pt x="114300" y="55245"/>
                  </a:cubicBezTo>
                  <a:cubicBezTo>
                    <a:pt x="146685" y="63818"/>
                    <a:pt x="156210" y="85725"/>
                    <a:pt x="152400" y="95250"/>
                  </a:cubicBezTo>
                  <a:cubicBezTo>
                    <a:pt x="148590" y="105727"/>
                    <a:pt x="137160" y="112395"/>
                    <a:pt x="122873" y="112395"/>
                  </a:cubicBezTo>
                  <a:cubicBezTo>
                    <a:pt x="116205" y="112395"/>
                    <a:pt x="108585" y="111443"/>
                    <a:pt x="101917" y="108585"/>
                  </a:cubicBezTo>
                  <a:cubicBezTo>
                    <a:pt x="101917" y="108585"/>
                    <a:pt x="97155" y="107633"/>
                    <a:pt x="93345" y="105727"/>
                  </a:cubicBezTo>
                  <a:cubicBezTo>
                    <a:pt x="91440" y="104775"/>
                    <a:pt x="88582" y="103823"/>
                    <a:pt x="85725" y="103823"/>
                  </a:cubicBezTo>
                  <a:cubicBezTo>
                    <a:pt x="82867" y="103823"/>
                    <a:pt x="81915" y="105727"/>
                    <a:pt x="81915" y="109538"/>
                  </a:cubicBezTo>
                  <a:lnTo>
                    <a:pt x="81915" y="132398"/>
                  </a:lnTo>
                  <a:cubicBezTo>
                    <a:pt x="81915" y="140018"/>
                    <a:pt x="84773" y="147638"/>
                    <a:pt x="89535" y="151448"/>
                  </a:cubicBezTo>
                  <a:cubicBezTo>
                    <a:pt x="89535" y="151448"/>
                    <a:pt x="160020" y="206693"/>
                    <a:pt x="160020" y="206693"/>
                  </a:cubicBezTo>
                  <a:cubicBezTo>
                    <a:pt x="166688" y="211455"/>
                    <a:pt x="174307" y="214313"/>
                    <a:pt x="181927" y="214313"/>
                  </a:cubicBezTo>
                  <a:lnTo>
                    <a:pt x="228600" y="214313"/>
                  </a:lnTo>
                  <a:cubicBezTo>
                    <a:pt x="231457" y="214313"/>
                    <a:pt x="233363" y="212408"/>
                    <a:pt x="233363" y="208598"/>
                  </a:cubicBezTo>
                  <a:lnTo>
                    <a:pt x="233363" y="193358"/>
                  </a:lnTo>
                  <a:cubicBezTo>
                    <a:pt x="231457" y="191452"/>
                    <a:pt x="230505" y="188595"/>
                    <a:pt x="228600" y="18859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4A2172D-B5CA-44B5-8424-6F3873933518}"/>
                </a:ext>
              </a:extLst>
            </p:cNvPr>
            <p:cNvSpPr/>
            <p:nvPr/>
          </p:nvSpPr>
          <p:spPr>
            <a:xfrm>
              <a:off x="5873114" y="3315652"/>
              <a:ext cx="213360" cy="212407"/>
            </a:xfrm>
            <a:custGeom>
              <a:avLst/>
              <a:gdLst>
                <a:gd name="connsiteX0" fmla="*/ 180023 w 213360"/>
                <a:gd name="connsiteY0" fmla="*/ 159068 h 212407"/>
                <a:gd name="connsiteX1" fmla="*/ 118110 w 213360"/>
                <a:gd name="connsiteY1" fmla="*/ 159068 h 212407"/>
                <a:gd name="connsiteX2" fmla="*/ 93345 w 213360"/>
                <a:gd name="connsiteY2" fmla="*/ 153352 h 212407"/>
                <a:gd name="connsiteX3" fmla="*/ 73343 w 213360"/>
                <a:gd name="connsiteY3" fmla="*/ 138113 h 212407"/>
                <a:gd name="connsiteX4" fmla="*/ 60008 w 213360"/>
                <a:gd name="connsiteY4" fmla="*/ 116205 h 212407"/>
                <a:gd name="connsiteX5" fmla="*/ 55245 w 213360"/>
                <a:gd name="connsiteY5" fmla="*/ 91440 h 212407"/>
                <a:gd name="connsiteX6" fmla="*/ 64770 w 213360"/>
                <a:gd name="connsiteY6" fmla="*/ 65723 h 212407"/>
                <a:gd name="connsiteX7" fmla="*/ 71438 w 213360"/>
                <a:gd name="connsiteY7" fmla="*/ 60960 h 212407"/>
                <a:gd name="connsiteX8" fmla="*/ 80010 w 213360"/>
                <a:gd name="connsiteY8" fmla="*/ 58102 h 212407"/>
                <a:gd name="connsiteX9" fmla="*/ 92393 w 213360"/>
                <a:gd name="connsiteY9" fmla="*/ 57150 h 212407"/>
                <a:gd name="connsiteX10" fmla="*/ 104775 w 213360"/>
                <a:gd name="connsiteY10" fmla="*/ 58102 h 212407"/>
                <a:gd name="connsiteX11" fmla="*/ 124777 w 213360"/>
                <a:gd name="connsiteY11" fmla="*/ 66675 h 212407"/>
                <a:gd name="connsiteX12" fmla="*/ 151448 w 213360"/>
                <a:gd name="connsiteY12" fmla="*/ 90488 h 212407"/>
                <a:gd name="connsiteX13" fmla="*/ 87630 w 213360"/>
                <a:gd name="connsiteY13" fmla="*/ 90488 h 212407"/>
                <a:gd name="connsiteX14" fmla="*/ 81915 w 213360"/>
                <a:gd name="connsiteY14" fmla="*/ 95250 h 212407"/>
                <a:gd name="connsiteX15" fmla="*/ 85725 w 213360"/>
                <a:gd name="connsiteY15" fmla="*/ 111443 h 212407"/>
                <a:gd name="connsiteX16" fmla="*/ 125730 w 213360"/>
                <a:gd name="connsiteY16" fmla="*/ 135255 h 212407"/>
                <a:gd name="connsiteX17" fmla="*/ 185738 w 213360"/>
                <a:gd name="connsiteY17" fmla="*/ 135255 h 212407"/>
                <a:gd name="connsiteX18" fmla="*/ 207645 w 213360"/>
                <a:gd name="connsiteY18" fmla="*/ 126683 h 212407"/>
                <a:gd name="connsiteX19" fmla="*/ 212408 w 213360"/>
                <a:gd name="connsiteY19" fmla="*/ 108585 h 212407"/>
                <a:gd name="connsiteX20" fmla="*/ 202883 w 213360"/>
                <a:gd name="connsiteY20" fmla="*/ 71438 h 212407"/>
                <a:gd name="connsiteX21" fmla="*/ 176213 w 213360"/>
                <a:gd name="connsiteY21" fmla="*/ 36195 h 212407"/>
                <a:gd name="connsiteX22" fmla="*/ 138113 w 213360"/>
                <a:gd name="connsiteY22" fmla="*/ 10477 h 212407"/>
                <a:gd name="connsiteX23" fmla="*/ 92393 w 213360"/>
                <a:gd name="connsiteY23" fmla="*/ 0 h 212407"/>
                <a:gd name="connsiteX24" fmla="*/ 4763 w 213360"/>
                <a:gd name="connsiteY24" fmla="*/ 0 h 212407"/>
                <a:gd name="connsiteX25" fmla="*/ 0 w 213360"/>
                <a:gd name="connsiteY25" fmla="*/ 4763 h 212407"/>
                <a:gd name="connsiteX26" fmla="*/ 0 w 213360"/>
                <a:gd name="connsiteY26" fmla="*/ 92393 h 212407"/>
                <a:gd name="connsiteX27" fmla="*/ 9525 w 213360"/>
                <a:gd name="connsiteY27" fmla="*/ 139065 h 212407"/>
                <a:gd name="connsiteX28" fmla="*/ 35243 w 213360"/>
                <a:gd name="connsiteY28" fmla="*/ 177165 h 212407"/>
                <a:gd name="connsiteX29" fmla="*/ 73343 w 213360"/>
                <a:gd name="connsiteY29" fmla="*/ 202883 h 212407"/>
                <a:gd name="connsiteX30" fmla="*/ 120015 w 213360"/>
                <a:gd name="connsiteY30" fmla="*/ 212408 h 212407"/>
                <a:gd name="connsiteX31" fmla="*/ 208598 w 213360"/>
                <a:gd name="connsiteY31" fmla="*/ 212408 h 212407"/>
                <a:gd name="connsiteX32" fmla="*/ 213360 w 213360"/>
                <a:gd name="connsiteY32" fmla="*/ 207645 h 212407"/>
                <a:gd name="connsiteX33" fmla="*/ 213360 w 213360"/>
                <a:gd name="connsiteY33" fmla="*/ 189548 h 212407"/>
                <a:gd name="connsiteX34" fmla="*/ 204788 w 213360"/>
                <a:gd name="connsiteY34" fmla="*/ 165735 h 212407"/>
                <a:gd name="connsiteX35" fmla="*/ 180023 w 213360"/>
                <a:gd name="connsiteY35" fmla="*/ 159068 h 21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13360" h="212407">
                  <a:moveTo>
                    <a:pt x="180023" y="159068"/>
                  </a:moveTo>
                  <a:lnTo>
                    <a:pt x="118110" y="159068"/>
                  </a:lnTo>
                  <a:cubicBezTo>
                    <a:pt x="109538" y="159068"/>
                    <a:pt x="100965" y="157163"/>
                    <a:pt x="93345" y="153352"/>
                  </a:cubicBezTo>
                  <a:cubicBezTo>
                    <a:pt x="86677" y="150495"/>
                    <a:pt x="76200" y="141923"/>
                    <a:pt x="73343" y="138113"/>
                  </a:cubicBezTo>
                  <a:cubicBezTo>
                    <a:pt x="67627" y="131445"/>
                    <a:pt x="62865" y="124777"/>
                    <a:pt x="60008" y="116205"/>
                  </a:cubicBezTo>
                  <a:cubicBezTo>
                    <a:pt x="57150" y="107633"/>
                    <a:pt x="55245" y="100013"/>
                    <a:pt x="55245" y="91440"/>
                  </a:cubicBezTo>
                  <a:cubicBezTo>
                    <a:pt x="55245" y="80010"/>
                    <a:pt x="58102" y="71438"/>
                    <a:pt x="64770" y="65723"/>
                  </a:cubicBezTo>
                  <a:cubicBezTo>
                    <a:pt x="65723" y="64770"/>
                    <a:pt x="68580" y="62865"/>
                    <a:pt x="71438" y="60960"/>
                  </a:cubicBezTo>
                  <a:cubicBezTo>
                    <a:pt x="74295" y="59055"/>
                    <a:pt x="78105" y="58102"/>
                    <a:pt x="80010" y="58102"/>
                  </a:cubicBezTo>
                  <a:cubicBezTo>
                    <a:pt x="83820" y="57150"/>
                    <a:pt x="87630" y="57150"/>
                    <a:pt x="92393" y="57150"/>
                  </a:cubicBezTo>
                  <a:cubicBezTo>
                    <a:pt x="97155" y="57150"/>
                    <a:pt x="100965" y="58102"/>
                    <a:pt x="104775" y="58102"/>
                  </a:cubicBezTo>
                  <a:cubicBezTo>
                    <a:pt x="111443" y="59055"/>
                    <a:pt x="118110" y="61913"/>
                    <a:pt x="124777" y="66675"/>
                  </a:cubicBezTo>
                  <a:cubicBezTo>
                    <a:pt x="134302" y="72390"/>
                    <a:pt x="144780" y="81915"/>
                    <a:pt x="151448" y="90488"/>
                  </a:cubicBezTo>
                  <a:lnTo>
                    <a:pt x="87630" y="90488"/>
                  </a:lnTo>
                  <a:cubicBezTo>
                    <a:pt x="83820" y="90488"/>
                    <a:pt x="81915" y="92393"/>
                    <a:pt x="81915" y="95250"/>
                  </a:cubicBezTo>
                  <a:cubicBezTo>
                    <a:pt x="81915" y="101918"/>
                    <a:pt x="82868" y="105727"/>
                    <a:pt x="85725" y="111443"/>
                  </a:cubicBezTo>
                  <a:cubicBezTo>
                    <a:pt x="88583" y="117158"/>
                    <a:pt x="100965" y="135255"/>
                    <a:pt x="125730" y="135255"/>
                  </a:cubicBezTo>
                  <a:lnTo>
                    <a:pt x="185738" y="135255"/>
                  </a:lnTo>
                  <a:cubicBezTo>
                    <a:pt x="196215" y="135255"/>
                    <a:pt x="203835" y="132398"/>
                    <a:pt x="207645" y="126683"/>
                  </a:cubicBezTo>
                  <a:cubicBezTo>
                    <a:pt x="211455" y="120968"/>
                    <a:pt x="212408" y="116205"/>
                    <a:pt x="212408" y="108585"/>
                  </a:cubicBezTo>
                  <a:cubicBezTo>
                    <a:pt x="212408" y="96202"/>
                    <a:pt x="209550" y="84773"/>
                    <a:pt x="202883" y="71438"/>
                  </a:cubicBezTo>
                  <a:cubicBezTo>
                    <a:pt x="196215" y="58102"/>
                    <a:pt x="187643" y="46673"/>
                    <a:pt x="176213" y="36195"/>
                  </a:cubicBezTo>
                  <a:cubicBezTo>
                    <a:pt x="164783" y="25718"/>
                    <a:pt x="152400" y="17145"/>
                    <a:pt x="138113" y="10477"/>
                  </a:cubicBezTo>
                  <a:cubicBezTo>
                    <a:pt x="123825" y="3810"/>
                    <a:pt x="108585" y="0"/>
                    <a:pt x="92393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4763"/>
                  </a:cubicBezTo>
                  <a:lnTo>
                    <a:pt x="0" y="92393"/>
                  </a:lnTo>
                  <a:cubicBezTo>
                    <a:pt x="0" y="108585"/>
                    <a:pt x="2858" y="123825"/>
                    <a:pt x="9525" y="139065"/>
                  </a:cubicBezTo>
                  <a:cubicBezTo>
                    <a:pt x="16193" y="153352"/>
                    <a:pt x="24765" y="166688"/>
                    <a:pt x="35243" y="177165"/>
                  </a:cubicBezTo>
                  <a:cubicBezTo>
                    <a:pt x="45720" y="188595"/>
                    <a:pt x="59055" y="197168"/>
                    <a:pt x="73343" y="202883"/>
                  </a:cubicBezTo>
                  <a:cubicBezTo>
                    <a:pt x="87630" y="209550"/>
                    <a:pt x="102870" y="212408"/>
                    <a:pt x="120015" y="212408"/>
                  </a:cubicBezTo>
                  <a:lnTo>
                    <a:pt x="208598" y="212408"/>
                  </a:lnTo>
                  <a:cubicBezTo>
                    <a:pt x="211455" y="212408"/>
                    <a:pt x="213360" y="210502"/>
                    <a:pt x="213360" y="207645"/>
                  </a:cubicBezTo>
                  <a:lnTo>
                    <a:pt x="213360" y="189548"/>
                  </a:lnTo>
                  <a:cubicBezTo>
                    <a:pt x="213360" y="179070"/>
                    <a:pt x="210502" y="171450"/>
                    <a:pt x="204788" y="165735"/>
                  </a:cubicBezTo>
                  <a:cubicBezTo>
                    <a:pt x="198120" y="161925"/>
                    <a:pt x="190500" y="159068"/>
                    <a:pt x="180023" y="15906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D1900A6F-25E2-467E-8CA0-88491E91ED1D}"/>
                </a:ext>
              </a:extLst>
            </p:cNvPr>
            <p:cNvSpPr/>
            <p:nvPr/>
          </p:nvSpPr>
          <p:spPr>
            <a:xfrm>
              <a:off x="5409247" y="3315652"/>
              <a:ext cx="446722" cy="214312"/>
            </a:xfrm>
            <a:custGeom>
              <a:avLst/>
              <a:gdLst>
                <a:gd name="connsiteX0" fmla="*/ 444818 w 446722"/>
                <a:gd name="connsiteY0" fmla="*/ 32385 h 214312"/>
                <a:gd name="connsiteX1" fmla="*/ 413385 w 446722"/>
                <a:gd name="connsiteY1" fmla="*/ 952 h 214312"/>
                <a:gd name="connsiteX2" fmla="*/ 380048 w 446722"/>
                <a:gd name="connsiteY2" fmla="*/ 952 h 214312"/>
                <a:gd name="connsiteX3" fmla="*/ 376238 w 446722"/>
                <a:gd name="connsiteY3" fmla="*/ 2858 h 214312"/>
                <a:gd name="connsiteX4" fmla="*/ 309563 w 446722"/>
                <a:gd name="connsiteY4" fmla="*/ 64770 h 214312"/>
                <a:gd name="connsiteX5" fmla="*/ 222885 w 446722"/>
                <a:gd name="connsiteY5" fmla="*/ 98108 h 214312"/>
                <a:gd name="connsiteX6" fmla="*/ 133350 w 446722"/>
                <a:gd name="connsiteY6" fmla="*/ 61913 h 214312"/>
                <a:gd name="connsiteX7" fmla="*/ 83820 w 446722"/>
                <a:gd name="connsiteY7" fmla="*/ 15240 h 214312"/>
                <a:gd name="connsiteX8" fmla="*/ 46672 w 446722"/>
                <a:gd name="connsiteY8" fmla="*/ 0 h 214312"/>
                <a:gd name="connsiteX9" fmla="*/ 6668 w 446722"/>
                <a:gd name="connsiteY9" fmla="*/ 0 h 214312"/>
                <a:gd name="connsiteX10" fmla="*/ 0 w 446722"/>
                <a:gd name="connsiteY10" fmla="*/ 6668 h 214312"/>
                <a:gd name="connsiteX11" fmla="*/ 0 w 446722"/>
                <a:gd name="connsiteY11" fmla="*/ 181927 h 214312"/>
                <a:gd name="connsiteX12" fmla="*/ 31433 w 446722"/>
                <a:gd name="connsiteY12" fmla="*/ 213360 h 214312"/>
                <a:gd name="connsiteX13" fmla="*/ 43815 w 446722"/>
                <a:gd name="connsiteY13" fmla="*/ 213360 h 214312"/>
                <a:gd name="connsiteX14" fmla="*/ 52388 w 446722"/>
                <a:gd name="connsiteY14" fmla="*/ 213360 h 214312"/>
                <a:gd name="connsiteX15" fmla="*/ 59055 w 446722"/>
                <a:gd name="connsiteY15" fmla="*/ 206693 h 214312"/>
                <a:gd name="connsiteX16" fmla="*/ 59055 w 446722"/>
                <a:gd name="connsiteY16" fmla="*/ 144780 h 214312"/>
                <a:gd name="connsiteX17" fmla="*/ 88583 w 446722"/>
                <a:gd name="connsiteY17" fmla="*/ 115252 h 214312"/>
                <a:gd name="connsiteX18" fmla="*/ 159067 w 446722"/>
                <a:gd name="connsiteY18" fmla="*/ 158115 h 214312"/>
                <a:gd name="connsiteX19" fmla="*/ 223838 w 446722"/>
                <a:gd name="connsiteY19" fmla="*/ 199073 h 214312"/>
                <a:gd name="connsiteX20" fmla="*/ 288608 w 446722"/>
                <a:gd name="connsiteY20" fmla="*/ 158115 h 214312"/>
                <a:gd name="connsiteX21" fmla="*/ 359093 w 446722"/>
                <a:gd name="connsiteY21" fmla="*/ 115252 h 214312"/>
                <a:gd name="connsiteX22" fmla="*/ 388620 w 446722"/>
                <a:gd name="connsiteY22" fmla="*/ 144780 h 214312"/>
                <a:gd name="connsiteX23" fmla="*/ 388620 w 446722"/>
                <a:gd name="connsiteY23" fmla="*/ 182880 h 214312"/>
                <a:gd name="connsiteX24" fmla="*/ 420053 w 446722"/>
                <a:gd name="connsiteY24" fmla="*/ 214313 h 214312"/>
                <a:gd name="connsiteX25" fmla="*/ 433388 w 446722"/>
                <a:gd name="connsiteY25" fmla="*/ 214313 h 214312"/>
                <a:gd name="connsiteX26" fmla="*/ 440055 w 446722"/>
                <a:gd name="connsiteY26" fmla="*/ 214313 h 214312"/>
                <a:gd name="connsiteX27" fmla="*/ 440055 w 446722"/>
                <a:gd name="connsiteY27" fmla="*/ 214313 h 214312"/>
                <a:gd name="connsiteX28" fmla="*/ 446723 w 446722"/>
                <a:gd name="connsiteY28" fmla="*/ 207645 h 214312"/>
                <a:gd name="connsiteX29" fmla="*/ 444818 w 446722"/>
                <a:gd name="connsiteY29" fmla="*/ 3238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46722" h="214312">
                  <a:moveTo>
                    <a:pt x="444818" y="32385"/>
                  </a:moveTo>
                  <a:cubicBezTo>
                    <a:pt x="444818" y="15240"/>
                    <a:pt x="430530" y="952"/>
                    <a:pt x="413385" y="952"/>
                  </a:cubicBezTo>
                  <a:lnTo>
                    <a:pt x="380048" y="952"/>
                  </a:lnTo>
                  <a:cubicBezTo>
                    <a:pt x="378143" y="952"/>
                    <a:pt x="377190" y="1905"/>
                    <a:pt x="376238" y="2858"/>
                  </a:cubicBezTo>
                  <a:lnTo>
                    <a:pt x="309563" y="64770"/>
                  </a:lnTo>
                  <a:cubicBezTo>
                    <a:pt x="286703" y="85725"/>
                    <a:pt x="256223" y="98108"/>
                    <a:pt x="222885" y="98108"/>
                  </a:cubicBezTo>
                  <a:cubicBezTo>
                    <a:pt x="187642" y="98108"/>
                    <a:pt x="156210" y="84773"/>
                    <a:pt x="133350" y="61913"/>
                  </a:cubicBezTo>
                  <a:cubicBezTo>
                    <a:pt x="133350" y="61913"/>
                    <a:pt x="84773" y="16193"/>
                    <a:pt x="83820" y="15240"/>
                  </a:cubicBezTo>
                  <a:cubicBezTo>
                    <a:pt x="74295" y="6668"/>
                    <a:pt x="61913" y="952"/>
                    <a:pt x="46672" y="0"/>
                  </a:cubicBezTo>
                  <a:lnTo>
                    <a:pt x="6668" y="0"/>
                  </a:lnTo>
                  <a:cubicBezTo>
                    <a:pt x="2858" y="0"/>
                    <a:pt x="0" y="2858"/>
                    <a:pt x="0" y="6668"/>
                  </a:cubicBezTo>
                  <a:lnTo>
                    <a:pt x="0" y="181927"/>
                  </a:lnTo>
                  <a:cubicBezTo>
                    <a:pt x="0" y="199073"/>
                    <a:pt x="14288" y="213360"/>
                    <a:pt x="31433" y="213360"/>
                  </a:cubicBezTo>
                  <a:lnTo>
                    <a:pt x="43815" y="213360"/>
                  </a:lnTo>
                  <a:lnTo>
                    <a:pt x="52388" y="213360"/>
                  </a:lnTo>
                  <a:cubicBezTo>
                    <a:pt x="56197" y="213360"/>
                    <a:pt x="59055" y="210502"/>
                    <a:pt x="59055" y="206693"/>
                  </a:cubicBezTo>
                  <a:lnTo>
                    <a:pt x="59055" y="144780"/>
                  </a:lnTo>
                  <a:cubicBezTo>
                    <a:pt x="59055" y="128588"/>
                    <a:pt x="72390" y="115252"/>
                    <a:pt x="88583" y="115252"/>
                  </a:cubicBezTo>
                  <a:cubicBezTo>
                    <a:pt x="118110" y="115252"/>
                    <a:pt x="140017" y="140970"/>
                    <a:pt x="159067" y="158115"/>
                  </a:cubicBezTo>
                  <a:cubicBezTo>
                    <a:pt x="182880" y="179070"/>
                    <a:pt x="200978" y="199073"/>
                    <a:pt x="223838" y="199073"/>
                  </a:cubicBezTo>
                  <a:cubicBezTo>
                    <a:pt x="246698" y="199073"/>
                    <a:pt x="264795" y="179070"/>
                    <a:pt x="288608" y="158115"/>
                  </a:cubicBezTo>
                  <a:cubicBezTo>
                    <a:pt x="307658" y="140970"/>
                    <a:pt x="329565" y="115252"/>
                    <a:pt x="359093" y="115252"/>
                  </a:cubicBezTo>
                  <a:cubicBezTo>
                    <a:pt x="375285" y="115252"/>
                    <a:pt x="388620" y="128588"/>
                    <a:pt x="388620" y="144780"/>
                  </a:cubicBezTo>
                  <a:lnTo>
                    <a:pt x="388620" y="182880"/>
                  </a:lnTo>
                  <a:cubicBezTo>
                    <a:pt x="388620" y="200025"/>
                    <a:pt x="402907" y="214313"/>
                    <a:pt x="420053" y="214313"/>
                  </a:cubicBezTo>
                  <a:lnTo>
                    <a:pt x="433388" y="214313"/>
                  </a:lnTo>
                  <a:cubicBezTo>
                    <a:pt x="437198" y="214313"/>
                    <a:pt x="440055" y="214313"/>
                    <a:pt x="440055" y="214313"/>
                  </a:cubicBezTo>
                  <a:lnTo>
                    <a:pt x="440055" y="214313"/>
                  </a:lnTo>
                  <a:cubicBezTo>
                    <a:pt x="443865" y="214313"/>
                    <a:pt x="446723" y="211455"/>
                    <a:pt x="446723" y="207645"/>
                  </a:cubicBezTo>
                  <a:cubicBezTo>
                    <a:pt x="444818" y="207645"/>
                    <a:pt x="444818" y="34290"/>
                    <a:pt x="444818" y="3238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85E9D78A-7D5B-47F0-BCD6-2B9BDE22C856}"/>
                </a:ext>
              </a:extLst>
            </p:cNvPr>
            <p:cNvSpPr/>
            <p:nvPr/>
          </p:nvSpPr>
          <p:spPr>
            <a:xfrm>
              <a:off x="6336029" y="3315652"/>
              <a:ext cx="213360" cy="216217"/>
            </a:xfrm>
            <a:custGeom>
              <a:avLst/>
              <a:gdLst>
                <a:gd name="connsiteX0" fmla="*/ 208598 w 213360"/>
                <a:gd name="connsiteY0" fmla="*/ 124777 h 216217"/>
                <a:gd name="connsiteX1" fmla="*/ 176213 w 213360"/>
                <a:gd name="connsiteY1" fmla="*/ 124777 h 216217"/>
                <a:gd name="connsiteX2" fmla="*/ 153353 w 213360"/>
                <a:gd name="connsiteY2" fmla="*/ 140018 h 216217"/>
                <a:gd name="connsiteX3" fmla="*/ 142875 w 213360"/>
                <a:gd name="connsiteY3" fmla="*/ 156210 h 216217"/>
                <a:gd name="connsiteX4" fmla="*/ 122873 w 213360"/>
                <a:gd name="connsiteY4" fmla="*/ 161925 h 216217"/>
                <a:gd name="connsiteX5" fmla="*/ 100013 w 213360"/>
                <a:gd name="connsiteY5" fmla="*/ 155258 h 216217"/>
                <a:gd name="connsiteX6" fmla="*/ 79058 w 213360"/>
                <a:gd name="connsiteY6" fmla="*/ 139065 h 216217"/>
                <a:gd name="connsiteX7" fmla="*/ 63817 w 213360"/>
                <a:gd name="connsiteY7" fmla="*/ 116205 h 216217"/>
                <a:gd name="connsiteX8" fmla="*/ 58103 w 213360"/>
                <a:gd name="connsiteY8" fmla="*/ 91440 h 216217"/>
                <a:gd name="connsiteX9" fmla="*/ 67628 w 213360"/>
                <a:gd name="connsiteY9" fmla="*/ 65723 h 216217"/>
                <a:gd name="connsiteX10" fmla="*/ 91440 w 213360"/>
                <a:gd name="connsiteY10" fmla="*/ 56198 h 216217"/>
                <a:gd name="connsiteX11" fmla="*/ 123825 w 213360"/>
                <a:gd name="connsiteY11" fmla="*/ 68580 h 216217"/>
                <a:gd name="connsiteX12" fmla="*/ 138113 w 213360"/>
                <a:gd name="connsiteY12" fmla="*/ 73343 h 216217"/>
                <a:gd name="connsiteX13" fmla="*/ 153353 w 213360"/>
                <a:gd name="connsiteY13" fmla="*/ 64770 h 216217"/>
                <a:gd name="connsiteX14" fmla="*/ 175260 w 213360"/>
                <a:gd name="connsiteY14" fmla="*/ 42863 h 216217"/>
                <a:gd name="connsiteX15" fmla="*/ 177165 w 213360"/>
                <a:gd name="connsiteY15" fmla="*/ 39052 h 216217"/>
                <a:gd name="connsiteX16" fmla="*/ 174308 w 213360"/>
                <a:gd name="connsiteY16" fmla="*/ 35243 h 216217"/>
                <a:gd name="connsiteX17" fmla="*/ 135255 w 213360"/>
                <a:gd name="connsiteY17" fmla="*/ 9525 h 216217"/>
                <a:gd name="connsiteX18" fmla="*/ 91440 w 213360"/>
                <a:gd name="connsiteY18" fmla="*/ 0 h 216217"/>
                <a:gd name="connsiteX19" fmla="*/ 4763 w 213360"/>
                <a:gd name="connsiteY19" fmla="*/ 0 h 216217"/>
                <a:gd name="connsiteX20" fmla="*/ 0 w 213360"/>
                <a:gd name="connsiteY20" fmla="*/ 5715 h 216217"/>
                <a:gd name="connsiteX21" fmla="*/ 0 w 213360"/>
                <a:gd name="connsiteY21" fmla="*/ 91440 h 216217"/>
                <a:gd name="connsiteX22" fmla="*/ 10478 w 213360"/>
                <a:gd name="connsiteY22" fmla="*/ 139065 h 216217"/>
                <a:gd name="connsiteX23" fmla="*/ 38100 w 213360"/>
                <a:gd name="connsiteY23" fmla="*/ 178118 h 216217"/>
                <a:gd name="connsiteX24" fmla="*/ 77153 w 213360"/>
                <a:gd name="connsiteY24" fmla="*/ 205740 h 216217"/>
                <a:gd name="connsiteX25" fmla="*/ 122873 w 213360"/>
                <a:gd name="connsiteY25" fmla="*/ 216218 h 216217"/>
                <a:gd name="connsiteX26" fmla="*/ 158115 w 213360"/>
                <a:gd name="connsiteY26" fmla="*/ 209550 h 216217"/>
                <a:gd name="connsiteX27" fmla="*/ 185738 w 213360"/>
                <a:gd name="connsiteY27" fmla="*/ 191452 h 216217"/>
                <a:gd name="connsiteX28" fmla="*/ 204788 w 213360"/>
                <a:gd name="connsiteY28" fmla="*/ 163830 h 216217"/>
                <a:gd name="connsiteX29" fmla="*/ 213360 w 213360"/>
                <a:gd name="connsiteY29" fmla="*/ 129540 h 216217"/>
                <a:gd name="connsiteX30" fmla="*/ 208598 w 213360"/>
                <a:gd name="connsiteY30" fmla="*/ 124777 h 21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3360" h="216217">
                  <a:moveTo>
                    <a:pt x="208598" y="124777"/>
                  </a:moveTo>
                  <a:lnTo>
                    <a:pt x="176213" y="124777"/>
                  </a:lnTo>
                  <a:cubicBezTo>
                    <a:pt x="164783" y="124777"/>
                    <a:pt x="156210" y="129540"/>
                    <a:pt x="153353" y="140018"/>
                  </a:cubicBezTo>
                  <a:cubicBezTo>
                    <a:pt x="151448" y="146685"/>
                    <a:pt x="147638" y="152400"/>
                    <a:pt x="142875" y="156210"/>
                  </a:cubicBezTo>
                  <a:cubicBezTo>
                    <a:pt x="138113" y="160020"/>
                    <a:pt x="131445" y="161925"/>
                    <a:pt x="122873" y="161925"/>
                  </a:cubicBezTo>
                  <a:cubicBezTo>
                    <a:pt x="115253" y="161925"/>
                    <a:pt x="107633" y="160020"/>
                    <a:pt x="100013" y="155258"/>
                  </a:cubicBezTo>
                  <a:cubicBezTo>
                    <a:pt x="92392" y="151448"/>
                    <a:pt x="85725" y="145733"/>
                    <a:pt x="79058" y="139065"/>
                  </a:cubicBezTo>
                  <a:cubicBezTo>
                    <a:pt x="73342" y="132398"/>
                    <a:pt x="67628" y="124777"/>
                    <a:pt x="63817" y="116205"/>
                  </a:cubicBezTo>
                  <a:cubicBezTo>
                    <a:pt x="60008" y="107633"/>
                    <a:pt x="58103" y="99060"/>
                    <a:pt x="58103" y="91440"/>
                  </a:cubicBezTo>
                  <a:cubicBezTo>
                    <a:pt x="58103" y="80963"/>
                    <a:pt x="60960" y="72390"/>
                    <a:pt x="67628" y="65723"/>
                  </a:cubicBezTo>
                  <a:cubicBezTo>
                    <a:pt x="74295" y="59055"/>
                    <a:pt x="81915" y="56198"/>
                    <a:pt x="91440" y="56198"/>
                  </a:cubicBezTo>
                  <a:cubicBezTo>
                    <a:pt x="102870" y="56198"/>
                    <a:pt x="113348" y="60008"/>
                    <a:pt x="123825" y="68580"/>
                  </a:cubicBezTo>
                  <a:cubicBezTo>
                    <a:pt x="128588" y="71438"/>
                    <a:pt x="133350" y="73343"/>
                    <a:pt x="138113" y="73343"/>
                  </a:cubicBezTo>
                  <a:cubicBezTo>
                    <a:pt x="142875" y="73343"/>
                    <a:pt x="148590" y="70485"/>
                    <a:pt x="153353" y="64770"/>
                  </a:cubicBezTo>
                  <a:lnTo>
                    <a:pt x="175260" y="42863"/>
                  </a:lnTo>
                  <a:cubicBezTo>
                    <a:pt x="176213" y="41910"/>
                    <a:pt x="177165" y="40005"/>
                    <a:pt x="177165" y="39052"/>
                  </a:cubicBezTo>
                  <a:cubicBezTo>
                    <a:pt x="177165" y="38100"/>
                    <a:pt x="176213" y="37148"/>
                    <a:pt x="174308" y="35243"/>
                  </a:cubicBezTo>
                  <a:cubicBezTo>
                    <a:pt x="162878" y="24765"/>
                    <a:pt x="149542" y="16193"/>
                    <a:pt x="135255" y="9525"/>
                  </a:cubicBezTo>
                  <a:cubicBezTo>
                    <a:pt x="120967" y="3810"/>
                    <a:pt x="106680" y="0"/>
                    <a:pt x="91440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5715"/>
                  </a:cubicBezTo>
                  <a:lnTo>
                    <a:pt x="0" y="91440"/>
                  </a:lnTo>
                  <a:cubicBezTo>
                    <a:pt x="0" y="107633"/>
                    <a:pt x="3810" y="123825"/>
                    <a:pt x="10478" y="139065"/>
                  </a:cubicBezTo>
                  <a:cubicBezTo>
                    <a:pt x="17145" y="154305"/>
                    <a:pt x="26670" y="167640"/>
                    <a:pt x="38100" y="178118"/>
                  </a:cubicBezTo>
                  <a:cubicBezTo>
                    <a:pt x="49530" y="189548"/>
                    <a:pt x="62865" y="198120"/>
                    <a:pt x="77153" y="205740"/>
                  </a:cubicBezTo>
                  <a:cubicBezTo>
                    <a:pt x="91440" y="212408"/>
                    <a:pt x="106680" y="216218"/>
                    <a:pt x="122873" y="216218"/>
                  </a:cubicBezTo>
                  <a:cubicBezTo>
                    <a:pt x="135255" y="216218"/>
                    <a:pt x="147638" y="214313"/>
                    <a:pt x="158115" y="209550"/>
                  </a:cubicBezTo>
                  <a:cubicBezTo>
                    <a:pt x="168592" y="205740"/>
                    <a:pt x="178117" y="199073"/>
                    <a:pt x="185738" y="191452"/>
                  </a:cubicBezTo>
                  <a:cubicBezTo>
                    <a:pt x="193358" y="183833"/>
                    <a:pt x="200025" y="174308"/>
                    <a:pt x="204788" y="163830"/>
                  </a:cubicBezTo>
                  <a:cubicBezTo>
                    <a:pt x="209550" y="153352"/>
                    <a:pt x="212408" y="141923"/>
                    <a:pt x="213360" y="129540"/>
                  </a:cubicBezTo>
                  <a:cubicBezTo>
                    <a:pt x="213360" y="126683"/>
                    <a:pt x="212408" y="124777"/>
                    <a:pt x="208598" y="12477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id="{D2C061EF-8492-46AD-B925-36DFE8433EE3}"/>
              </a:ext>
            </a:extLst>
          </p:cNvPr>
          <p:cNvSpPr>
            <a:spLocks/>
          </p:cNvSpPr>
          <p:nvPr userDrawn="1"/>
        </p:nvSpPr>
        <p:spPr bwMode="auto">
          <a:xfrm rot="8577572">
            <a:off x="11479273" y="546141"/>
            <a:ext cx="1151816" cy="967694"/>
          </a:xfrm>
          <a:custGeom>
            <a:avLst/>
            <a:gdLst>
              <a:gd name="connsiteX0" fmla="*/ 0 w 1151816"/>
              <a:gd name="connsiteY0" fmla="*/ 967694 h 967694"/>
              <a:gd name="connsiteX1" fmla="*/ 730282 w 1151816"/>
              <a:gd name="connsiteY1" fmla="*/ 0 h 967694"/>
              <a:gd name="connsiteX2" fmla="*/ 763234 w 1151816"/>
              <a:gd name="connsiteY2" fmla="*/ 30926 h 967694"/>
              <a:gd name="connsiteX3" fmla="*/ 1099335 w 1151816"/>
              <a:gd name="connsiteY3" fmla="*/ 415702 h 967694"/>
              <a:gd name="connsiteX4" fmla="*/ 922766 w 1151816"/>
              <a:gd name="connsiteY4" fmla="*/ 859894 h 967694"/>
              <a:gd name="connsiteX5" fmla="*/ 64712 w 1151816"/>
              <a:gd name="connsiteY5" fmla="*/ 967064 h 96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816" h="967694">
                <a:moveTo>
                  <a:pt x="0" y="967694"/>
                </a:moveTo>
                <a:lnTo>
                  <a:pt x="730282" y="0"/>
                </a:lnTo>
                <a:lnTo>
                  <a:pt x="763234" y="30926"/>
                </a:lnTo>
                <a:cubicBezTo>
                  <a:pt x="895919" y="160395"/>
                  <a:pt x="1020860" y="302059"/>
                  <a:pt x="1099335" y="415702"/>
                </a:cubicBezTo>
                <a:cubicBezTo>
                  <a:pt x="1218080" y="586944"/>
                  <a:pt x="1125149" y="817343"/>
                  <a:pt x="922766" y="859894"/>
                </a:cubicBezTo>
                <a:cubicBezTo>
                  <a:pt x="587568" y="929817"/>
                  <a:pt x="265811" y="961601"/>
                  <a:pt x="64712" y="967064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100000">
                <a:srgbClr val="398ACB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9" name="Полилиния: фигура 28">
            <a:extLst>
              <a:ext uri="{FF2B5EF4-FFF2-40B4-BE49-F238E27FC236}">
                <a16:creationId xmlns:a16="http://schemas.microsoft.com/office/drawing/2014/main" id="{28240FCA-FBAE-48EF-9096-93BF98D7DCF4}"/>
              </a:ext>
            </a:extLst>
          </p:cNvPr>
          <p:cNvSpPr>
            <a:spLocks/>
          </p:cNvSpPr>
          <p:nvPr userDrawn="1"/>
        </p:nvSpPr>
        <p:spPr bwMode="auto">
          <a:xfrm rot="12148300">
            <a:off x="10957805" y="-230629"/>
            <a:ext cx="1175267" cy="740171"/>
          </a:xfrm>
          <a:custGeom>
            <a:avLst/>
            <a:gdLst>
              <a:gd name="connsiteX0" fmla="*/ 1175267 w 1175267"/>
              <a:gd name="connsiteY0" fmla="*/ 277935 h 740171"/>
              <a:gd name="connsiteX1" fmla="*/ 57768 w 1175267"/>
              <a:gd name="connsiteY1" fmla="*/ 740171 h 740171"/>
              <a:gd name="connsiteX2" fmla="*/ 13310 w 1175267"/>
              <a:gd name="connsiteY2" fmla="*/ 692603 h 740171"/>
              <a:gd name="connsiteX3" fmla="*/ 3614 w 1175267"/>
              <a:gd name="connsiteY3" fmla="*/ 608356 h 740171"/>
              <a:gd name="connsiteX4" fmla="*/ 300993 w 1175267"/>
              <a:gd name="connsiteY4" fmla="*/ 101578 h 740171"/>
              <a:gd name="connsiteX5" fmla="*/ 730541 w 1175267"/>
              <a:gd name="connsiteY5" fmla="*/ 39135 h 740171"/>
              <a:gd name="connsiteX6" fmla="*/ 1113107 w 1175267"/>
              <a:gd name="connsiteY6" fmla="*/ 236489 h 74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5267" h="740171">
                <a:moveTo>
                  <a:pt x="1175267" y="277935"/>
                </a:moveTo>
                <a:lnTo>
                  <a:pt x="57768" y="740171"/>
                </a:lnTo>
                <a:lnTo>
                  <a:pt x="13310" y="692603"/>
                </a:lnTo>
                <a:cubicBezTo>
                  <a:pt x="194" y="666444"/>
                  <a:pt x="-3614" y="637934"/>
                  <a:pt x="3614" y="608356"/>
                </a:cubicBezTo>
                <a:cubicBezTo>
                  <a:pt x="51112" y="421025"/>
                  <a:pt x="193606" y="216605"/>
                  <a:pt x="300993" y="101578"/>
                </a:cubicBezTo>
                <a:cubicBezTo>
                  <a:pt x="404250" y="-8848"/>
                  <a:pt x="548809" y="-28567"/>
                  <a:pt x="730541" y="39135"/>
                </a:cubicBezTo>
                <a:cubicBezTo>
                  <a:pt x="839994" y="80216"/>
                  <a:pt x="980422" y="154491"/>
                  <a:pt x="1113107" y="236489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70000">
                <a:srgbClr val="73B5D7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12879-4A0B-421F-A730-4384137D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02" y="6334919"/>
            <a:ext cx="807741" cy="365125"/>
          </a:xfrm>
        </p:spPr>
        <p:txBody>
          <a:bodyPr/>
          <a:lstStyle>
            <a:lvl1pPr algn="l">
              <a:defRPr/>
            </a:lvl1pPr>
          </a:lstStyle>
          <a:p>
            <a:fld id="{E05DA353-F16A-46E9-BF3A-5C7883ED105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444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21530C11-7445-2790-2907-850DFBA918EF}"/>
              </a:ext>
            </a:extLst>
          </p:cNvPr>
          <p:cNvSpPr/>
          <p:nvPr userDrawn="1"/>
        </p:nvSpPr>
        <p:spPr>
          <a:xfrm>
            <a:off x="-1730" y="5818909"/>
            <a:ext cx="3734145" cy="1039091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5" name="Полилиния: фигура 4">
            <a:extLst>
              <a:ext uri="{FF2B5EF4-FFF2-40B4-BE49-F238E27FC236}">
                <a16:creationId xmlns:a16="http://schemas.microsoft.com/office/drawing/2014/main" id="{6B645F25-3158-EF92-B965-F02F8DB0DD6F}"/>
              </a:ext>
            </a:extLst>
          </p:cNvPr>
          <p:cNvSpPr/>
          <p:nvPr userDrawn="1"/>
        </p:nvSpPr>
        <p:spPr>
          <a:xfrm rot="19883963">
            <a:off x="-494636" y="5095599"/>
            <a:ext cx="1333758" cy="1671500"/>
          </a:xfrm>
          <a:custGeom>
            <a:avLst/>
            <a:gdLst>
              <a:gd name="connsiteX0" fmla="*/ 1653557 w 2179316"/>
              <a:gd name="connsiteY0" fmla="*/ 88090 h 2731176"/>
              <a:gd name="connsiteX1" fmla="*/ 2179316 w 2179316"/>
              <a:gd name="connsiteY1" fmla="*/ 995019 h 2731176"/>
              <a:gd name="connsiteX2" fmla="*/ 152408 w 2179316"/>
              <a:gd name="connsiteY2" fmla="*/ 2702427 h 2731176"/>
              <a:gd name="connsiteX3" fmla="*/ 0 w 2179316"/>
              <a:gd name="connsiteY3" fmla="*/ 2731176 h 2731176"/>
              <a:gd name="connsiteX4" fmla="*/ 1489124 w 2179316"/>
              <a:gd name="connsiteY4" fmla="*/ 0 h 2731176"/>
              <a:gd name="connsiteX5" fmla="*/ 1496595 w 2179316"/>
              <a:gd name="connsiteY5" fmla="*/ 3112 h 2731176"/>
              <a:gd name="connsiteX6" fmla="*/ 1653557 w 2179316"/>
              <a:gd name="connsiteY6" fmla="*/ 88090 h 273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79316" h="2731176">
                <a:moveTo>
                  <a:pt x="1653557" y="88090"/>
                </a:moveTo>
                <a:cubicBezTo>
                  <a:pt x="1996946" y="299732"/>
                  <a:pt x="2179316" y="604539"/>
                  <a:pt x="2179316" y="995019"/>
                </a:cubicBezTo>
                <a:cubicBezTo>
                  <a:pt x="2179316" y="1775976"/>
                  <a:pt x="1287285" y="2454044"/>
                  <a:pt x="152408" y="2702427"/>
                </a:cubicBezTo>
                <a:lnTo>
                  <a:pt x="0" y="2731176"/>
                </a:lnTo>
                <a:lnTo>
                  <a:pt x="1489124" y="0"/>
                </a:lnTo>
                <a:lnTo>
                  <a:pt x="1496595" y="3112"/>
                </a:lnTo>
                <a:cubicBezTo>
                  <a:pt x="1552160" y="29522"/>
                  <a:pt x="1604502" y="57855"/>
                  <a:pt x="1653557" y="88090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69540D-4B84-4D48-B17E-A752B4EEA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971" y="621000"/>
            <a:ext cx="10909300" cy="783083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A6F06F-C669-43A6-800C-BFBE16B84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9388" indent="-179388">
              <a:lnSpc>
                <a:spcPct val="110000"/>
              </a:lnSpc>
              <a:defRPr/>
            </a:lvl1pPr>
            <a:lvl2pPr marL="625475" indent="-168275">
              <a:lnSpc>
                <a:spcPct val="110000"/>
              </a:lnSpc>
              <a:defRPr/>
            </a:lvl2pPr>
            <a:lvl3pPr marL="1077913" indent="-163513">
              <a:lnSpc>
                <a:spcPct val="110000"/>
              </a:lnSpc>
              <a:defRPr/>
            </a:lvl3pPr>
            <a:lvl4pPr marL="1524000" indent="-152400">
              <a:lnSpc>
                <a:spcPct val="110000"/>
              </a:lnSpc>
              <a:defRPr/>
            </a:lvl4pPr>
            <a:lvl5pPr marL="1976438" indent="-147638">
              <a:lnSpc>
                <a:spcPct val="110000"/>
              </a:lnSpc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31B0DE8-632B-49C0-BA65-E35CCB03ED26}"/>
              </a:ext>
            </a:extLst>
          </p:cNvPr>
          <p:cNvGrpSpPr/>
          <p:nvPr userDrawn="1"/>
        </p:nvGrpSpPr>
        <p:grpSpPr>
          <a:xfrm>
            <a:off x="10753760" y="6379029"/>
            <a:ext cx="1155242" cy="182109"/>
            <a:chOff x="5409247" y="3315652"/>
            <a:chExt cx="1371600" cy="216217"/>
          </a:xfrm>
          <a:solidFill>
            <a:srgbClr val="398ACB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48AD9ABC-F5A0-44CB-815C-B2BF20C91B69}"/>
                </a:ext>
              </a:extLst>
            </p:cNvPr>
            <p:cNvSpPr/>
            <p:nvPr/>
          </p:nvSpPr>
          <p:spPr>
            <a:xfrm>
              <a:off x="6568440" y="3317557"/>
              <a:ext cx="212407" cy="213359"/>
            </a:xfrm>
            <a:custGeom>
              <a:avLst/>
              <a:gdLst>
                <a:gd name="connsiteX0" fmla="*/ 16192 w 212407"/>
                <a:gd name="connsiteY0" fmla="*/ 212407 h 213359"/>
                <a:gd name="connsiteX1" fmla="*/ 51435 w 212407"/>
                <a:gd name="connsiteY1" fmla="*/ 197167 h 213359"/>
                <a:gd name="connsiteX2" fmla="*/ 64770 w 212407"/>
                <a:gd name="connsiteY2" fmla="*/ 182880 h 213359"/>
                <a:gd name="connsiteX3" fmla="*/ 81915 w 212407"/>
                <a:gd name="connsiteY3" fmla="*/ 174307 h 213359"/>
                <a:gd name="connsiteX4" fmla="*/ 86677 w 212407"/>
                <a:gd name="connsiteY4" fmla="*/ 174307 h 213359"/>
                <a:gd name="connsiteX5" fmla="*/ 93345 w 212407"/>
                <a:gd name="connsiteY5" fmla="*/ 175260 h 213359"/>
                <a:gd name="connsiteX6" fmla="*/ 113347 w 212407"/>
                <a:gd name="connsiteY6" fmla="*/ 180975 h 213359"/>
                <a:gd name="connsiteX7" fmla="*/ 172402 w 212407"/>
                <a:gd name="connsiteY7" fmla="*/ 205740 h 213359"/>
                <a:gd name="connsiteX8" fmla="*/ 199072 w 212407"/>
                <a:gd name="connsiteY8" fmla="*/ 212407 h 213359"/>
                <a:gd name="connsiteX9" fmla="*/ 207645 w 212407"/>
                <a:gd name="connsiteY9" fmla="*/ 212407 h 213359"/>
                <a:gd name="connsiteX10" fmla="*/ 212407 w 212407"/>
                <a:gd name="connsiteY10" fmla="*/ 207645 h 213359"/>
                <a:gd name="connsiteX11" fmla="*/ 212407 w 212407"/>
                <a:gd name="connsiteY11" fmla="*/ 185738 h 213359"/>
                <a:gd name="connsiteX12" fmla="*/ 188595 w 212407"/>
                <a:gd name="connsiteY12" fmla="*/ 150495 h 213359"/>
                <a:gd name="connsiteX13" fmla="*/ 175260 w 212407"/>
                <a:gd name="connsiteY13" fmla="*/ 144780 h 213359"/>
                <a:gd name="connsiteX14" fmla="*/ 146685 w 212407"/>
                <a:gd name="connsiteY14" fmla="*/ 126682 h 213359"/>
                <a:gd name="connsiteX15" fmla="*/ 148590 w 212407"/>
                <a:gd name="connsiteY15" fmla="*/ 99060 h 213359"/>
                <a:gd name="connsiteX16" fmla="*/ 201930 w 212407"/>
                <a:gd name="connsiteY16" fmla="*/ 45720 h 213359"/>
                <a:gd name="connsiteX17" fmla="*/ 212407 w 212407"/>
                <a:gd name="connsiteY17" fmla="*/ 20002 h 213359"/>
                <a:gd name="connsiteX18" fmla="*/ 211455 w 212407"/>
                <a:gd name="connsiteY18" fmla="*/ 12382 h 213359"/>
                <a:gd name="connsiteX19" fmla="*/ 207645 w 212407"/>
                <a:gd name="connsiteY19" fmla="*/ 5715 h 213359"/>
                <a:gd name="connsiteX20" fmla="*/ 193357 w 212407"/>
                <a:gd name="connsiteY20" fmla="*/ 0 h 213359"/>
                <a:gd name="connsiteX21" fmla="*/ 184785 w 212407"/>
                <a:gd name="connsiteY21" fmla="*/ 0 h 213359"/>
                <a:gd name="connsiteX22" fmla="*/ 149542 w 212407"/>
                <a:gd name="connsiteY22" fmla="*/ 15240 h 213359"/>
                <a:gd name="connsiteX23" fmla="*/ 105727 w 212407"/>
                <a:gd name="connsiteY23" fmla="*/ 59055 h 213359"/>
                <a:gd name="connsiteX24" fmla="*/ 57150 w 212407"/>
                <a:gd name="connsiteY24" fmla="*/ 107632 h 213359"/>
                <a:gd name="connsiteX25" fmla="*/ 57150 w 212407"/>
                <a:gd name="connsiteY25" fmla="*/ 31432 h 213359"/>
                <a:gd name="connsiteX26" fmla="*/ 25717 w 212407"/>
                <a:gd name="connsiteY26" fmla="*/ 0 h 213359"/>
                <a:gd name="connsiteX27" fmla="*/ 13335 w 212407"/>
                <a:gd name="connsiteY27" fmla="*/ 0 h 213359"/>
                <a:gd name="connsiteX28" fmla="*/ 1905 w 212407"/>
                <a:gd name="connsiteY28" fmla="*/ 952 h 213359"/>
                <a:gd name="connsiteX29" fmla="*/ 0 w 212407"/>
                <a:gd name="connsiteY29" fmla="*/ 6667 h 213359"/>
                <a:gd name="connsiteX30" fmla="*/ 0 w 212407"/>
                <a:gd name="connsiteY30" fmla="*/ 208597 h 213359"/>
                <a:gd name="connsiteX31" fmla="*/ 4763 w 212407"/>
                <a:gd name="connsiteY31" fmla="*/ 213360 h 213359"/>
                <a:gd name="connsiteX32" fmla="*/ 16192 w 212407"/>
                <a:gd name="connsiteY32" fmla="*/ 213360 h 21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12407" h="213359">
                  <a:moveTo>
                    <a:pt x="16192" y="212407"/>
                  </a:moveTo>
                  <a:cubicBezTo>
                    <a:pt x="30480" y="212407"/>
                    <a:pt x="41910" y="205740"/>
                    <a:pt x="51435" y="197167"/>
                  </a:cubicBezTo>
                  <a:cubicBezTo>
                    <a:pt x="51435" y="197167"/>
                    <a:pt x="57150" y="190500"/>
                    <a:pt x="64770" y="182880"/>
                  </a:cubicBezTo>
                  <a:cubicBezTo>
                    <a:pt x="69532" y="178117"/>
                    <a:pt x="75247" y="175260"/>
                    <a:pt x="81915" y="174307"/>
                  </a:cubicBezTo>
                  <a:cubicBezTo>
                    <a:pt x="82867" y="174307"/>
                    <a:pt x="86677" y="174307"/>
                    <a:pt x="86677" y="174307"/>
                  </a:cubicBezTo>
                  <a:cubicBezTo>
                    <a:pt x="88582" y="174307"/>
                    <a:pt x="91440" y="174307"/>
                    <a:pt x="93345" y="175260"/>
                  </a:cubicBezTo>
                  <a:cubicBezTo>
                    <a:pt x="100965" y="176213"/>
                    <a:pt x="107632" y="178117"/>
                    <a:pt x="113347" y="180975"/>
                  </a:cubicBezTo>
                  <a:lnTo>
                    <a:pt x="172402" y="205740"/>
                  </a:lnTo>
                  <a:cubicBezTo>
                    <a:pt x="172402" y="205740"/>
                    <a:pt x="186690" y="212407"/>
                    <a:pt x="199072" y="212407"/>
                  </a:cubicBezTo>
                  <a:lnTo>
                    <a:pt x="207645" y="212407"/>
                  </a:lnTo>
                  <a:cubicBezTo>
                    <a:pt x="210502" y="212407"/>
                    <a:pt x="212407" y="209550"/>
                    <a:pt x="212407" y="207645"/>
                  </a:cubicBezTo>
                  <a:lnTo>
                    <a:pt x="212407" y="185738"/>
                  </a:lnTo>
                  <a:cubicBezTo>
                    <a:pt x="212407" y="170497"/>
                    <a:pt x="203835" y="156210"/>
                    <a:pt x="188595" y="150495"/>
                  </a:cubicBezTo>
                  <a:lnTo>
                    <a:pt x="175260" y="144780"/>
                  </a:lnTo>
                  <a:cubicBezTo>
                    <a:pt x="164782" y="140970"/>
                    <a:pt x="152400" y="132397"/>
                    <a:pt x="146685" y="126682"/>
                  </a:cubicBezTo>
                  <a:cubicBezTo>
                    <a:pt x="146685" y="126682"/>
                    <a:pt x="134302" y="112395"/>
                    <a:pt x="148590" y="99060"/>
                  </a:cubicBezTo>
                  <a:lnTo>
                    <a:pt x="201930" y="45720"/>
                  </a:lnTo>
                  <a:cubicBezTo>
                    <a:pt x="208597" y="38100"/>
                    <a:pt x="212407" y="29527"/>
                    <a:pt x="212407" y="20002"/>
                  </a:cubicBezTo>
                  <a:cubicBezTo>
                    <a:pt x="212407" y="20002"/>
                    <a:pt x="212407" y="16192"/>
                    <a:pt x="211455" y="12382"/>
                  </a:cubicBezTo>
                  <a:cubicBezTo>
                    <a:pt x="210502" y="9525"/>
                    <a:pt x="208597" y="6667"/>
                    <a:pt x="207645" y="5715"/>
                  </a:cubicBezTo>
                  <a:cubicBezTo>
                    <a:pt x="203835" y="1905"/>
                    <a:pt x="200025" y="952"/>
                    <a:pt x="193357" y="0"/>
                  </a:cubicBezTo>
                  <a:lnTo>
                    <a:pt x="184785" y="0"/>
                  </a:lnTo>
                  <a:cubicBezTo>
                    <a:pt x="170497" y="0"/>
                    <a:pt x="159067" y="6667"/>
                    <a:pt x="149542" y="15240"/>
                  </a:cubicBezTo>
                  <a:cubicBezTo>
                    <a:pt x="149542" y="15240"/>
                    <a:pt x="114300" y="50482"/>
                    <a:pt x="105727" y="59055"/>
                  </a:cubicBezTo>
                  <a:lnTo>
                    <a:pt x="57150" y="107632"/>
                  </a:lnTo>
                  <a:lnTo>
                    <a:pt x="57150" y="31432"/>
                  </a:lnTo>
                  <a:cubicBezTo>
                    <a:pt x="57150" y="14288"/>
                    <a:pt x="42863" y="0"/>
                    <a:pt x="25717" y="0"/>
                  </a:cubicBezTo>
                  <a:lnTo>
                    <a:pt x="13335" y="0"/>
                  </a:lnTo>
                  <a:cubicBezTo>
                    <a:pt x="9525" y="0"/>
                    <a:pt x="4763" y="0"/>
                    <a:pt x="1905" y="952"/>
                  </a:cubicBezTo>
                  <a:cubicBezTo>
                    <a:pt x="0" y="1905"/>
                    <a:pt x="0" y="3810"/>
                    <a:pt x="0" y="6667"/>
                  </a:cubicBezTo>
                  <a:lnTo>
                    <a:pt x="0" y="208597"/>
                  </a:lnTo>
                  <a:cubicBezTo>
                    <a:pt x="0" y="211455"/>
                    <a:pt x="1905" y="213360"/>
                    <a:pt x="4763" y="213360"/>
                  </a:cubicBezTo>
                  <a:lnTo>
                    <a:pt x="16192" y="2133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2B58CB1-F6A7-4EAA-9959-1CF154441928}"/>
                </a:ext>
              </a:extLst>
            </p:cNvPr>
            <p:cNvSpPr/>
            <p:nvPr/>
          </p:nvSpPr>
          <p:spPr>
            <a:xfrm>
              <a:off x="6104572" y="3315652"/>
              <a:ext cx="233362" cy="214312"/>
            </a:xfrm>
            <a:custGeom>
              <a:avLst/>
              <a:gdLst>
                <a:gd name="connsiteX0" fmla="*/ 228600 w 233362"/>
                <a:gd name="connsiteY0" fmla="*/ 188595 h 214312"/>
                <a:gd name="connsiteX1" fmla="*/ 195263 w 233362"/>
                <a:gd name="connsiteY1" fmla="*/ 167640 h 214312"/>
                <a:gd name="connsiteX2" fmla="*/ 171450 w 233362"/>
                <a:gd name="connsiteY2" fmla="*/ 148590 h 214312"/>
                <a:gd name="connsiteX3" fmla="*/ 200977 w 233362"/>
                <a:gd name="connsiteY3" fmla="*/ 126683 h 214312"/>
                <a:gd name="connsiteX4" fmla="*/ 212407 w 233362"/>
                <a:gd name="connsiteY4" fmla="*/ 93345 h 214312"/>
                <a:gd name="connsiteX5" fmla="*/ 200977 w 233362"/>
                <a:gd name="connsiteY5" fmla="*/ 57150 h 214312"/>
                <a:gd name="connsiteX6" fmla="*/ 172402 w 233362"/>
                <a:gd name="connsiteY6" fmla="*/ 27623 h 214312"/>
                <a:gd name="connsiteX7" fmla="*/ 133350 w 233362"/>
                <a:gd name="connsiteY7" fmla="*/ 7620 h 214312"/>
                <a:gd name="connsiteX8" fmla="*/ 90488 w 233362"/>
                <a:gd name="connsiteY8" fmla="*/ 0 h 214312"/>
                <a:gd name="connsiteX9" fmla="*/ 4763 w 233362"/>
                <a:gd name="connsiteY9" fmla="*/ 0 h 214312"/>
                <a:gd name="connsiteX10" fmla="*/ 0 w 233362"/>
                <a:gd name="connsiteY10" fmla="*/ 4763 h 214312"/>
                <a:gd name="connsiteX11" fmla="*/ 0 w 233362"/>
                <a:gd name="connsiteY11" fmla="*/ 148590 h 214312"/>
                <a:gd name="connsiteX12" fmla="*/ 0 w 233362"/>
                <a:gd name="connsiteY12" fmla="*/ 180975 h 214312"/>
                <a:gd name="connsiteX13" fmla="*/ 0 w 233362"/>
                <a:gd name="connsiteY13" fmla="*/ 192405 h 214312"/>
                <a:gd name="connsiteX14" fmla="*/ 0 w 233362"/>
                <a:gd name="connsiteY14" fmla="*/ 206693 h 214312"/>
                <a:gd name="connsiteX15" fmla="*/ 1905 w 233362"/>
                <a:gd name="connsiteY15" fmla="*/ 212408 h 214312"/>
                <a:gd name="connsiteX16" fmla="*/ 14288 w 233362"/>
                <a:gd name="connsiteY16" fmla="*/ 214313 h 214312"/>
                <a:gd name="connsiteX17" fmla="*/ 29527 w 233362"/>
                <a:gd name="connsiteY17" fmla="*/ 212408 h 214312"/>
                <a:gd name="connsiteX18" fmla="*/ 47625 w 233362"/>
                <a:gd name="connsiteY18" fmla="*/ 199073 h 214312"/>
                <a:gd name="connsiteX19" fmla="*/ 58102 w 233362"/>
                <a:gd name="connsiteY19" fmla="*/ 162877 h 214312"/>
                <a:gd name="connsiteX20" fmla="*/ 58102 w 233362"/>
                <a:gd name="connsiteY20" fmla="*/ 75248 h 214312"/>
                <a:gd name="connsiteX21" fmla="*/ 59055 w 233362"/>
                <a:gd name="connsiteY21" fmla="*/ 69533 h 214312"/>
                <a:gd name="connsiteX22" fmla="*/ 60960 w 233362"/>
                <a:gd name="connsiteY22" fmla="*/ 65723 h 214312"/>
                <a:gd name="connsiteX23" fmla="*/ 114300 w 233362"/>
                <a:gd name="connsiteY23" fmla="*/ 55245 h 214312"/>
                <a:gd name="connsiteX24" fmla="*/ 152400 w 233362"/>
                <a:gd name="connsiteY24" fmla="*/ 95250 h 214312"/>
                <a:gd name="connsiteX25" fmla="*/ 122873 w 233362"/>
                <a:gd name="connsiteY25" fmla="*/ 112395 h 214312"/>
                <a:gd name="connsiteX26" fmla="*/ 101917 w 233362"/>
                <a:gd name="connsiteY26" fmla="*/ 108585 h 214312"/>
                <a:gd name="connsiteX27" fmla="*/ 93345 w 233362"/>
                <a:gd name="connsiteY27" fmla="*/ 105727 h 214312"/>
                <a:gd name="connsiteX28" fmla="*/ 85725 w 233362"/>
                <a:gd name="connsiteY28" fmla="*/ 103823 h 214312"/>
                <a:gd name="connsiteX29" fmla="*/ 81915 w 233362"/>
                <a:gd name="connsiteY29" fmla="*/ 109538 h 214312"/>
                <a:gd name="connsiteX30" fmla="*/ 81915 w 233362"/>
                <a:gd name="connsiteY30" fmla="*/ 132398 h 214312"/>
                <a:gd name="connsiteX31" fmla="*/ 89535 w 233362"/>
                <a:gd name="connsiteY31" fmla="*/ 151448 h 214312"/>
                <a:gd name="connsiteX32" fmla="*/ 160020 w 233362"/>
                <a:gd name="connsiteY32" fmla="*/ 206693 h 214312"/>
                <a:gd name="connsiteX33" fmla="*/ 181927 w 233362"/>
                <a:gd name="connsiteY33" fmla="*/ 214313 h 214312"/>
                <a:gd name="connsiteX34" fmla="*/ 228600 w 233362"/>
                <a:gd name="connsiteY34" fmla="*/ 214313 h 214312"/>
                <a:gd name="connsiteX35" fmla="*/ 233363 w 233362"/>
                <a:gd name="connsiteY35" fmla="*/ 208598 h 214312"/>
                <a:gd name="connsiteX36" fmla="*/ 233363 w 233362"/>
                <a:gd name="connsiteY36" fmla="*/ 193358 h 214312"/>
                <a:gd name="connsiteX37" fmla="*/ 228600 w 233362"/>
                <a:gd name="connsiteY37" fmla="*/ 18859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3362" h="214312">
                  <a:moveTo>
                    <a:pt x="228600" y="188595"/>
                  </a:moveTo>
                  <a:cubicBezTo>
                    <a:pt x="228600" y="188595"/>
                    <a:pt x="217170" y="185738"/>
                    <a:pt x="195263" y="167640"/>
                  </a:cubicBezTo>
                  <a:cubicBezTo>
                    <a:pt x="183832" y="158115"/>
                    <a:pt x="175260" y="151448"/>
                    <a:pt x="171450" y="148590"/>
                  </a:cubicBezTo>
                  <a:cubicBezTo>
                    <a:pt x="175260" y="145733"/>
                    <a:pt x="188595" y="140970"/>
                    <a:pt x="200977" y="126683"/>
                  </a:cubicBezTo>
                  <a:cubicBezTo>
                    <a:pt x="208598" y="118110"/>
                    <a:pt x="212407" y="106680"/>
                    <a:pt x="212407" y="93345"/>
                  </a:cubicBezTo>
                  <a:cubicBezTo>
                    <a:pt x="212407" y="80963"/>
                    <a:pt x="208598" y="68580"/>
                    <a:pt x="200977" y="57150"/>
                  </a:cubicBezTo>
                  <a:cubicBezTo>
                    <a:pt x="193357" y="45720"/>
                    <a:pt x="183832" y="36195"/>
                    <a:pt x="172402" y="27623"/>
                  </a:cubicBezTo>
                  <a:cubicBezTo>
                    <a:pt x="160973" y="19050"/>
                    <a:pt x="147638" y="12383"/>
                    <a:pt x="133350" y="7620"/>
                  </a:cubicBezTo>
                  <a:cubicBezTo>
                    <a:pt x="119063" y="2858"/>
                    <a:pt x="104775" y="0"/>
                    <a:pt x="90488" y="0"/>
                  </a:cubicBezTo>
                  <a:cubicBezTo>
                    <a:pt x="90488" y="0"/>
                    <a:pt x="4763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lnTo>
                    <a:pt x="0" y="148590"/>
                  </a:lnTo>
                  <a:lnTo>
                    <a:pt x="0" y="180975"/>
                  </a:lnTo>
                  <a:lnTo>
                    <a:pt x="0" y="192405"/>
                  </a:lnTo>
                  <a:lnTo>
                    <a:pt x="0" y="206693"/>
                  </a:lnTo>
                  <a:cubicBezTo>
                    <a:pt x="0" y="208598"/>
                    <a:pt x="0" y="210502"/>
                    <a:pt x="1905" y="212408"/>
                  </a:cubicBezTo>
                  <a:cubicBezTo>
                    <a:pt x="4763" y="213360"/>
                    <a:pt x="10477" y="214313"/>
                    <a:pt x="14288" y="214313"/>
                  </a:cubicBezTo>
                  <a:cubicBezTo>
                    <a:pt x="19050" y="214313"/>
                    <a:pt x="24765" y="213360"/>
                    <a:pt x="29527" y="212408"/>
                  </a:cubicBezTo>
                  <a:cubicBezTo>
                    <a:pt x="37148" y="209550"/>
                    <a:pt x="42863" y="204788"/>
                    <a:pt x="47625" y="199073"/>
                  </a:cubicBezTo>
                  <a:cubicBezTo>
                    <a:pt x="56198" y="188595"/>
                    <a:pt x="58102" y="176213"/>
                    <a:pt x="58102" y="162877"/>
                  </a:cubicBezTo>
                  <a:lnTo>
                    <a:pt x="58102" y="75248"/>
                  </a:lnTo>
                  <a:cubicBezTo>
                    <a:pt x="58102" y="74295"/>
                    <a:pt x="58102" y="71438"/>
                    <a:pt x="59055" y="69533"/>
                  </a:cubicBezTo>
                  <a:cubicBezTo>
                    <a:pt x="60007" y="67627"/>
                    <a:pt x="60960" y="65723"/>
                    <a:pt x="60960" y="65723"/>
                  </a:cubicBezTo>
                  <a:cubicBezTo>
                    <a:pt x="67627" y="53340"/>
                    <a:pt x="89535" y="48577"/>
                    <a:pt x="114300" y="55245"/>
                  </a:cubicBezTo>
                  <a:cubicBezTo>
                    <a:pt x="146685" y="63818"/>
                    <a:pt x="156210" y="85725"/>
                    <a:pt x="152400" y="95250"/>
                  </a:cubicBezTo>
                  <a:cubicBezTo>
                    <a:pt x="148590" y="105727"/>
                    <a:pt x="137160" y="112395"/>
                    <a:pt x="122873" y="112395"/>
                  </a:cubicBezTo>
                  <a:cubicBezTo>
                    <a:pt x="116205" y="112395"/>
                    <a:pt x="108585" y="111443"/>
                    <a:pt x="101917" y="108585"/>
                  </a:cubicBezTo>
                  <a:cubicBezTo>
                    <a:pt x="101917" y="108585"/>
                    <a:pt x="97155" y="107633"/>
                    <a:pt x="93345" y="105727"/>
                  </a:cubicBezTo>
                  <a:cubicBezTo>
                    <a:pt x="91440" y="104775"/>
                    <a:pt x="88582" y="103823"/>
                    <a:pt x="85725" y="103823"/>
                  </a:cubicBezTo>
                  <a:cubicBezTo>
                    <a:pt x="82867" y="103823"/>
                    <a:pt x="81915" y="105727"/>
                    <a:pt x="81915" y="109538"/>
                  </a:cubicBezTo>
                  <a:lnTo>
                    <a:pt x="81915" y="132398"/>
                  </a:lnTo>
                  <a:cubicBezTo>
                    <a:pt x="81915" y="140018"/>
                    <a:pt x="84773" y="147638"/>
                    <a:pt x="89535" y="151448"/>
                  </a:cubicBezTo>
                  <a:cubicBezTo>
                    <a:pt x="89535" y="151448"/>
                    <a:pt x="160020" y="206693"/>
                    <a:pt x="160020" y="206693"/>
                  </a:cubicBezTo>
                  <a:cubicBezTo>
                    <a:pt x="166688" y="211455"/>
                    <a:pt x="174307" y="214313"/>
                    <a:pt x="181927" y="214313"/>
                  </a:cubicBezTo>
                  <a:lnTo>
                    <a:pt x="228600" y="214313"/>
                  </a:lnTo>
                  <a:cubicBezTo>
                    <a:pt x="231457" y="214313"/>
                    <a:pt x="233363" y="212408"/>
                    <a:pt x="233363" y="208598"/>
                  </a:cubicBezTo>
                  <a:lnTo>
                    <a:pt x="233363" y="193358"/>
                  </a:lnTo>
                  <a:cubicBezTo>
                    <a:pt x="231457" y="191452"/>
                    <a:pt x="230505" y="188595"/>
                    <a:pt x="228600" y="18859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4A2172D-B5CA-44B5-8424-6F3873933518}"/>
                </a:ext>
              </a:extLst>
            </p:cNvPr>
            <p:cNvSpPr/>
            <p:nvPr/>
          </p:nvSpPr>
          <p:spPr>
            <a:xfrm>
              <a:off x="5873114" y="3315652"/>
              <a:ext cx="213360" cy="212407"/>
            </a:xfrm>
            <a:custGeom>
              <a:avLst/>
              <a:gdLst>
                <a:gd name="connsiteX0" fmla="*/ 180023 w 213360"/>
                <a:gd name="connsiteY0" fmla="*/ 159068 h 212407"/>
                <a:gd name="connsiteX1" fmla="*/ 118110 w 213360"/>
                <a:gd name="connsiteY1" fmla="*/ 159068 h 212407"/>
                <a:gd name="connsiteX2" fmla="*/ 93345 w 213360"/>
                <a:gd name="connsiteY2" fmla="*/ 153352 h 212407"/>
                <a:gd name="connsiteX3" fmla="*/ 73343 w 213360"/>
                <a:gd name="connsiteY3" fmla="*/ 138113 h 212407"/>
                <a:gd name="connsiteX4" fmla="*/ 60008 w 213360"/>
                <a:gd name="connsiteY4" fmla="*/ 116205 h 212407"/>
                <a:gd name="connsiteX5" fmla="*/ 55245 w 213360"/>
                <a:gd name="connsiteY5" fmla="*/ 91440 h 212407"/>
                <a:gd name="connsiteX6" fmla="*/ 64770 w 213360"/>
                <a:gd name="connsiteY6" fmla="*/ 65723 h 212407"/>
                <a:gd name="connsiteX7" fmla="*/ 71438 w 213360"/>
                <a:gd name="connsiteY7" fmla="*/ 60960 h 212407"/>
                <a:gd name="connsiteX8" fmla="*/ 80010 w 213360"/>
                <a:gd name="connsiteY8" fmla="*/ 58102 h 212407"/>
                <a:gd name="connsiteX9" fmla="*/ 92393 w 213360"/>
                <a:gd name="connsiteY9" fmla="*/ 57150 h 212407"/>
                <a:gd name="connsiteX10" fmla="*/ 104775 w 213360"/>
                <a:gd name="connsiteY10" fmla="*/ 58102 h 212407"/>
                <a:gd name="connsiteX11" fmla="*/ 124777 w 213360"/>
                <a:gd name="connsiteY11" fmla="*/ 66675 h 212407"/>
                <a:gd name="connsiteX12" fmla="*/ 151448 w 213360"/>
                <a:gd name="connsiteY12" fmla="*/ 90488 h 212407"/>
                <a:gd name="connsiteX13" fmla="*/ 87630 w 213360"/>
                <a:gd name="connsiteY13" fmla="*/ 90488 h 212407"/>
                <a:gd name="connsiteX14" fmla="*/ 81915 w 213360"/>
                <a:gd name="connsiteY14" fmla="*/ 95250 h 212407"/>
                <a:gd name="connsiteX15" fmla="*/ 85725 w 213360"/>
                <a:gd name="connsiteY15" fmla="*/ 111443 h 212407"/>
                <a:gd name="connsiteX16" fmla="*/ 125730 w 213360"/>
                <a:gd name="connsiteY16" fmla="*/ 135255 h 212407"/>
                <a:gd name="connsiteX17" fmla="*/ 185738 w 213360"/>
                <a:gd name="connsiteY17" fmla="*/ 135255 h 212407"/>
                <a:gd name="connsiteX18" fmla="*/ 207645 w 213360"/>
                <a:gd name="connsiteY18" fmla="*/ 126683 h 212407"/>
                <a:gd name="connsiteX19" fmla="*/ 212408 w 213360"/>
                <a:gd name="connsiteY19" fmla="*/ 108585 h 212407"/>
                <a:gd name="connsiteX20" fmla="*/ 202883 w 213360"/>
                <a:gd name="connsiteY20" fmla="*/ 71438 h 212407"/>
                <a:gd name="connsiteX21" fmla="*/ 176213 w 213360"/>
                <a:gd name="connsiteY21" fmla="*/ 36195 h 212407"/>
                <a:gd name="connsiteX22" fmla="*/ 138113 w 213360"/>
                <a:gd name="connsiteY22" fmla="*/ 10477 h 212407"/>
                <a:gd name="connsiteX23" fmla="*/ 92393 w 213360"/>
                <a:gd name="connsiteY23" fmla="*/ 0 h 212407"/>
                <a:gd name="connsiteX24" fmla="*/ 4763 w 213360"/>
                <a:gd name="connsiteY24" fmla="*/ 0 h 212407"/>
                <a:gd name="connsiteX25" fmla="*/ 0 w 213360"/>
                <a:gd name="connsiteY25" fmla="*/ 4763 h 212407"/>
                <a:gd name="connsiteX26" fmla="*/ 0 w 213360"/>
                <a:gd name="connsiteY26" fmla="*/ 92393 h 212407"/>
                <a:gd name="connsiteX27" fmla="*/ 9525 w 213360"/>
                <a:gd name="connsiteY27" fmla="*/ 139065 h 212407"/>
                <a:gd name="connsiteX28" fmla="*/ 35243 w 213360"/>
                <a:gd name="connsiteY28" fmla="*/ 177165 h 212407"/>
                <a:gd name="connsiteX29" fmla="*/ 73343 w 213360"/>
                <a:gd name="connsiteY29" fmla="*/ 202883 h 212407"/>
                <a:gd name="connsiteX30" fmla="*/ 120015 w 213360"/>
                <a:gd name="connsiteY30" fmla="*/ 212408 h 212407"/>
                <a:gd name="connsiteX31" fmla="*/ 208598 w 213360"/>
                <a:gd name="connsiteY31" fmla="*/ 212408 h 212407"/>
                <a:gd name="connsiteX32" fmla="*/ 213360 w 213360"/>
                <a:gd name="connsiteY32" fmla="*/ 207645 h 212407"/>
                <a:gd name="connsiteX33" fmla="*/ 213360 w 213360"/>
                <a:gd name="connsiteY33" fmla="*/ 189548 h 212407"/>
                <a:gd name="connsiteX34" fmla="*/ 204788 w 213360"/>
                <a:gd name="connsiteY34" fmla="*/ 165735 h 212407"/>
                <a:gd name="connsiteX35" fmla="*/ 180023 w 213360"/>
                <a:gd name="connsiteY35" fmla="*/ 159068 h 21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13360" h="212407">
                  <a:moveTo>
                    <a:pt x="180023" y="159068"/>
                  </a:moveTo>
                  <a:lnTo>
                    <a:pt x="118110" y="159068"/>
                  </a:lnTo>
                  <a:cubicBezTo>
                    <a:pt x="109538" y="159068"/>
                    <a:pt x="100965" y="157163"/>
                    <a:pt x="93345" y="153352"/>
                  </a:cubicBezTo>
                  <a:cubicBezTo>
                    <a:pt x="86677" y="150495"/>
                    <a:pt x="76200" y="141923"/>
                    <a:pt x="73343" y="138113"/>
                  </a:cubicBezTo>
                  <a:cubicBezTo>
                    <a:pt x="67627" y="131445"/>
                    <a:pt x="62865" y="124777"/>
                    <a:pt x="60008" y="116205"/>
                  </a:cubicBezTo>
                  <a:cubicBezTo>
                    <a:pt x="57150" y="107633"/>
                    <a:pt x="55245" y="100013"/>
                    <a:pt x="55245" y="91440"/>
                  </a:cubicBezTo>
                  <a:cubicBezTo>
                    <a:pt x="55245" y="80010"/>
                    <a:pt x="58102" y="71438"/>
                    <a:pt x="64770" y="65723"/>
                  </a:cubicBezTo>
                  <a:cubicBezTo>
                    <a:pt x="65723" y="64770"/>
                    <a:pt x="68580" y="62865"/>
                    <a:pt x="71438" y="60960"/>
                  </a:cubicBezTo>
                  <a:cubicBezTo>
                    <a:pt x="74295" y="59055"/>
                    <a:pt x="78105" y="58102"/>
                    <a:pt x="80010" y="58102"/>
                  </a:cubicBezTo>
                  <a:cubicBezTo>
                    <a:pt x="83820" y="57150"/>
                    <a:pt x="87630" y="57150"/>
                    <a:pt x="92393" y="57150"/>
                  </a:cubicBezTo>
                  <a:cubicBezTo>
                    <a:pt x="97155" y="57150"/>
                    <a:pt x="100965" y="58102"/>
                    <a:pt x="104775" y="58102"/>
                  </a:cubicBezTo>
                  <a:cubicBezTo>
                    <a:pt x="111443" y="59055"/>
                    <a:pt x="118110" y="61913"/>
                    <a:pt x="124777" y="66675"/>
                  </a:cubicBezTo>
                  <a:cubicBezTo>
                    <a:pt x="134302" y="72390"/>
                    <a:pt x="144780" y="81915"/>
                    <a:pt x="151448" y="90488"/>
                  </a:cubicBezTo>
                  <a:lnTo>
                    <a:pt x="87630" y="90488"/>
                  </a:lnTo>
                  <a:cubicBezTo>
                    <a:pt x="83820" y="90488"/>
                    <a:pt x="81915" y="92393"/>
                    <a:pt x="81915" y="95250"/>
                  </a:cubicBezTo>
                  <a:cubicBezTo>
                    <a:pt x="81915" y="101918"/>
                    <a:pt x="82868" y="105727"/>
                    <a:pt x="85725" y="111443"/>
                  </a:cubicBezTo>
                  <a:cubicBezTo>
                    <a:pt x="88583" y="117158"/>
                    <a:pt x="100965" y="135255"/>
                    <a:pt x="125730" y="135255"/>
                  </a:cubicBezTo>
                  <a:lnTo>
                    <a:pt x="185738" y="135255"/>
                  </a:lnTo>
                  <a:cubicBezTo>
                    <a:pt x="196215" y="135255"/>
                    <a:pt x="203835" y="132398"/>
                    <a:pt x="207645" y="126683"/>
                  </a:cubicBezTo>
                  <a:cubicBezTo>
                    <a:pt x="211455" y="120968"/>
                    <a:pt x="212408" y="116205"/>
                    <a:pt x="212408" y="108585"/>
                  </a:cubicBezTo>
                  <a:cubicBezTo>
                    <a:pt x="212408" y="96202"/>
                    <a:pt x="209550" y="84773"/>
                    <a:pt x="202883" y="71438"/>
                  </a:cubicBezTo>
                  <a:cubicBezTo>
                    <a:pt x="196215" y="58102"/>
                    <a:pt x="187643" y="46673"/>
                    <a:pt x="176213" y="36195"/>
                  </a:cubicBezTo>
                  <a:cubicBezTo>
                    <a:pt x="164783" y="25718"/>
                    <a:pt x="152400" y="17145"/>
                    <a:pt x="138113" y="10477"/>
                  </a:cubicBezTo>
                  <a:cubicBezTo>
                    <a:pt x="123825" y="3810"/>
                    <a:pt x="108585" y="0"/>
                    <a:pt x="92393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4763"/>
                  </a:cubicBezTo>
                  <a:lnTo>
                    <a:pt x="0" y="92393"/>
                  </a:lnTo>
                  <a:cubicBezTo>
                    <a:pt x="0" y="108585"/>
                    <a:pt x="2858" y="123825"/>
                    <a:pt x="9525" y="139065"/>
                  </a:cubicBezTo>
                  <a:cubicBezTo>
                    <a:pt x="16193" y="153352"/>
                    <a:pt x="24765" y="166688"/>
                    <a:pt x="35243" y="177165"/>
                  </a:cubicBezTo>
                  <a:cubicBezTo>
                    <a:pt x="45720" y="188595"/>
                    <a:pt x="59055" y="197168"/>
                    <a:pt x="73343" y="202883"/>
                  </a:cubicBezTo>
                  <a:cubicBezTo>
                    <a:pt x="87630" y="209550"/>
                    <a:pt x="102870" y="212408"/>
                    <a:pt x="120015" y="212408"/>
                  </a:cubicBezTo>
                  <a:lnTo>
                    <a:pt x="208598" y="212408"/>
                  </a:lnTo>
                  <a:cubicBezTo>
                    <a:pt x="211455" y="212408"/>
                    <a:pt x="213360" y="210502"/>
                    <a:pt x="213360" y="207645"/>
                  </a:cubicBezTo>
                  <a:lnTo>
                    <a:pt x="213360" y="189548"/>
                  </a:lnTo>
                  <a:cubicBezTo>
                    <a:pt x="213360" y="179070"/>
                    <a:pt x="210502" y="171450"/>
                    <a:pt x="204788" y="165735"/>
                  </a:cubicBezTo>
                  <a:cubicBezTo>
                    <a:pt x="198120" y="161925"/>
                    <a:pt x="190500" y="159068"/>
                    <a:pt x="180023" y="15906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D1900A6F-25E2-467E-8CA0-88491E91ED1D}"/>
                </a:ext>
              </a:extLst>
            </p:cNvPr>
            <p:cNvSpPr/>
            <p:nvPr/>
          </p:nvSpPr>
          <p:spPr>
            <a:xfrm>
              <a:off x="5409247" y="3315652"/>
              <a:ext cx="446722" cy="214312"/>
            </a:xfrm>
            <a:custGeom>
              <a:avLst/>
              <a:gdLst>
                <a:gd name="connsiteX0" fmla="*/ 444818 w 446722"/>
                <a:gd name="connsiteY0" fmla="*/ 32385 h 214312"/>
                <a:gd name="connsiteX1" fmla="*/ 413385 w 446722"/>
                <a:gd name="connsiteY1" fmla="*/ 952 h 214312"/>
                <a:gd name="connsiteX2" fmla="*/ 380048 w 446722"/>
                <a:gd name="connsiteY2" fmla="*/ 952 h 214312"/>
                <a:gd name="connsiteX3" fmla="*/ 376238 w 446722"/>
                <a:gd name="connsiteY3" fmla="*/ 2858 h 214312"/>
                <a:gd name="connsiteX4" fmla="*/ 309563 w 446722"/>
                <a:gd name="connsiteY4" fmla="*/ 64770 h 214312"/>
                <a:gd name="connsiteX5" fmla="*/ 222885 w 446722"/>
                <a:gd name="connsiteY5" fmla="*/ 98108 h 214312"/>
                <a:gd name="connsiteX6" fmla="*/ 133350 w 446722"/>
                <a:gd name="connsiteY6" fmla="*/ 61913 h 214312"/>
                <a:gd name="connsiteX7" fmla="*/ 83820 w 446722"/>
                <a:gd name="connsiteY7" fmla="*/ 15240 h 214312"/>
                <a:gd name="connsiteX8" fmla="*/ 46672 w 446722"/>
                <a:gd name="connsiteY8" fmla="*/ 0 h 214312"/>
                <a:gd name="connsiteX9" fmla="*/ 6668 w 446722"/>
                <a:gd name="connsiteY9" fmla="*/ 0 h 214312"/>
                <a:gd name="connsiteX10" fmla="*/ 0 w 446722"/>
                <a:gd name="connsiteY10" fmla="*/ 6668 h 214312"/>
                <a:gd name="connsiteX11" fmla="*/ 0 w 446722"/>
                <a:gd name="connsiteY11" fmla="*/ 181927 h 214312"/>
                <a:gd name="connsiteX12" fmla="*/ 31433 w 446722"/>
                <a:gd name="connsiteY12" fmla="*/ 213360 h 214312"/>
                <a:gd name="connsiteX13" fmla="*/ 43815 w 446722"/>
                <a:gd name="connsiteY13" fmla="*/ 213360 h 214312"/>
                <a:gd name="connsiteX14" fmla="*/ 52388 w 446722"/>
                <a:gd name="connsiteY14" fmla="*/ 213360 h 214312"/>
                <a:gd name="connsiteX15" fmla="*/ 59055 w 446722"/>
                <a:gd name="connsiteY15" fmla="*/ 206693 h 214312"/>
                <a:gd name="connsiteX16" fmla="*/ 59055 w 446722"/>
                <a:gd name="connsiteY16" fmla="*/ 144780 h 214312"/>
                <a:gd name="connsiteX17" fmla="*/ 88583 w 446722"/>
                <a:gd name="connsiteY17" fmla="*/ 115252 h 214312"/>
                <a:gd name="connsiteX18" fmla="*/ 159067 w 446722"/>
                <a:gd name="connsiteY18" fmla="*/ 158115 h 214312"/>
                <a:gd name="connsiteX19" fmla="*/ 223838 w 446722"/>
                <a:gd name="connsiteY19" fmla="*/ 199073 h 214312"/>
                <a:gd name="connsiteX20" fmla="*/ 288608 w 446722"/>
                <a:gd name="connsiteY20" fmla="*/ 158115 h 214312"/>
                <a:gd name="connsiteX21" fmla="*/ 359093 w 446722"/>
                <a:gd name="connsiteY21" fmla="*/ 115252 h 214312"/>
                <a:gd name="connsiteX22" fmla="*/ 388620 w 446722"/>
                <a:gd name="connsiteY22" fmla="*/ 144780 h 214312"/>
                <a:gd name="connsiteX23" fmla="*/ 388620 w 446722"/>
                <a:gd name="connsiteY23" fmla="*/ 182880 h 214312"/>
                <a:gd name="connsiteX24" fmla="*/ 420053 w 446722"/>
                <a:gd name="connsiteY24" fmla="*/ 214313 h 214312"/>
                <a:gd name="connsiteX25" fmla="*/ 433388 w 446722"/>
                <a:gd name="connsiteY25" fmla="*/ 214313 h 214312"/>
                <a:gd name="connsiteX26" fmla="*/ 440055 w 446722"/>
                <a:gd name="connsiteY26" fmla="*/ 214313 h 214312"/>
                <a:gd name="connsiteX27" fmla="*/ 440055 w 446722"/>
                <a:gd name="connsiteY27" fmla="*/ 214313 h 214312"/>
                <a:gd name="connsiteX28" fmla="*/ 446723 w 446722"/>
                <a:gd name="connsiteY28" fmla="*/ 207645 h 214312"/>
                <a:gd name="connsiteX29" fmla="*/ 444818 w 446722"/>
                <a:gd name="connsiteY29" fmla="*/ 3238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46722" h="214312">
                  <a:moveTo>
                    <a:pt x="444818" y="32385"/>
                  </a:moveTo>
                  <a:cubicBezTo>
                    <a:pt x="444818" y="15240"/>
                    <a:pt x="430530" y="952"/>
                    <a:pt x="413385" y="952"/>
                  </a:cubicBezTo>
                  <a:lnTo>
                    <a:pt x="380048" y="952"/>
                  </a:lnTo>
                  <a:cubicBezTo>
                    <a:pt x="378143" y="952"/>
                    <a:pt x="377190" y="1905"/>
                    <a:pt x="376238" y="2858"/>
                  </a:cubicBezTo>
                  <a:lnTo>
                    <a:pt x="309563" y="64770"/>
                  </a:lnTo>
                  <a:cubicBezTo>
                    <a:pt x="286703" y="85725"/>
                    <a:pt x="256223" y="98108"/>
                    <a:pt x="222885" y="98108"/>
                  </a:cubicBezTo>
                  <a:cubicBezTo>
                    <a:pt x="187642" y="98108"/>
                    <a:pt x="156210" y="84773"/>
                    <a:pt x="133350" y="61913"/>
                  </a:cubicBezTo>
                  <a:cubicBezTo>
                    <a:pt x="133350" y="61913"/>
                    <a:pt x="84773" y="16193"/>
                    <a:pt x="83820" y="15240"/>
                  </a:cubicBezTo>
                  <a:cubicBezTo>
                    <a:pt x="74295" y="6668"/>
                    <a:pt x="61913" y="952"/>
                    <a:pt x="46672" y="0"/>
                  </a:cubicBezTo>
                  <a:lnTo>
                    <a:pt x="6668" y="0"/>
                  </a:lnTo>
                  <a:cubicBezTo>
                    <a:pt x="2858" y="0"/>
                    <a:pt x="0" y="2858"/>
                    <a:pt x="0" y="6668"/>
                  </a:cubicBezTo>
                  <a:lnTo>
                    <a:pt x="0" y="181927"/>
                  </a:lnTo>
                  <a:cubicBezTo>
                    <a:pt x="0" y="199073"/>
                    <a:pt x="14288" y="213360"/>
                    <a:pt x="31433" y="213360"/>
                  </a:cubicBezTo>
                  <a:lnTo>
                    <a:pt x="43815" y="213360"/>
                  </a:lnTo>
                  <a:lnTo>
                    <a:pt x="52388" y="213360"/>
                  </a:lnTo>
                  <a:cubicBezTo>
                    <a:pt x="56197" y="213360"/>
                    <a:pt x="59055" y="210502"/>
                    <a:pt x="59055" y="206693"/>
                  </a:cubicBezTo>
                  <a:lnTo>
                    <a:pt x="59055" y="144780"/>
                  </a:lnTo>
                  <a:cubicBezTo>
                    <a:pt x="59055" y="128588"/>
                    <a:pt x="72390" y="115252"/>
                    <a:pt x="88583" y="115252"/>
                  </a:cubicBezTo>
                  <a:cubicBezTo>
                    <a:pt x="118110" y="115252"/>
                    <a:pt x="140017" y="140970"/>
                    <a:pt x="159067" y="158115"/>
                  </a:cubicBezTo>
                  <a:cubicBezTo>
                    <a:pt x="182880" y="179070"/>
                    <a:pt x="200978" y="199073"/>
                    <a:pt x="223838" y="199073"/>
                  </a:cubicBezTo>
                  <a:cubicBezTo>
                    <a:pt x="246698" y="199073"/>
                    <a:pt x="264795" y="179070"/>
                    <a:pt x="288608" y="158115"/>
                  </a:cubicBezTo>
                  <a:cubicBezTo>
                    <a:pt x="307658" y="140970"/>
                    <a:pt x="329565" y="115252"/>
                    <a:pt x="359093" y="115252"/>
                  </a:cubicBezTo>
                  <a:cubicBezTo>
                    <a:pt x="375285" y="115252"/>
                    <a:pt x="388620" y="128588"/>
                    <a:pt x="388620" y="144780"/>
                  </a:cubicBezTo>
                  <a:lnTo>
                    <a:pt x="388620" y="182880"/>
                  </a:lnTo>
                  <a:cubicBezTo>
                    <a:pt x="388620" y="200025"/>
                    <a:pt x="402907" y="214313"/>
                    <a:pt x="420053" y="214313"/>
                  </a:cubicBezTo>
                  <a:lnTo>
                    <a:pt x="433388" y="214313"/>
                  </a:lnTo>
                  <a:cubicBezTo>
                    <a:pt x="437198" y="214313"/>
                    <a:pt x="440055" y="214313"/>
                    <a:pt x="440055" y="214313"/>
                  </a:cubicBezTo>
                  <a:lnTo>
                    <a:pt x="440055" y="214313"/>
                  </a:lnTo>
                  <a:cubicBezTo>
                    <a:pt x="443865" y="214313"/>
                    <a:pt x="446723" y="211455"/>
                    <a:pt x="446723" y="207645"/>
                  </a:cubicBezTo>
                  <a:cubicBezTo>
                    <a:pt x="444818" y="207645"/>
                    <a:pt x="444818" y="34290"/>
                    <a:pt x="444818" y="3238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85E9D78A-7D5B-47F0-BCD6-2B9BDE22C856}"/>
                </a:ext>
              </a:extLst>
            </p:cNvPr>
            <p:cNvSpPr/>
            <p:nvPr/>
          </p:nvSpPr>
          <p:spPr>
            <a:xfrm>
              <a:off x="6336029" y="3315652"/>
              <a:ext cx="213360" cy="216217"/>
            </a:xfrm>
            <a:custGeom>
              <a:avLst/>
              <a:gdLst>
                <a:gd name="connsiteX0" fmla="*/ 208598 w 213360"/>
                <a:gd name="connsiteY0" fmla="*/ 124777 h 216217"/>
                <a:gd name="connsiteX1" fmla="*/ 176213 w 213360"/>
                <a:gd name="connsiteY1" fmla="*/ 124777 h 216217"/>
                <a:gd name="connsiteX2" fmla="*/ 153353 w 213360"/>
                <a:gd name="connsiteY2" fmla="*/ 140018 h 216217"/>
                <a:gd name="connsiteX3" fmla="*/ 142875 w 213360"/>
                <a:gd name="connsiteY3" fmla="*/ 156210 h 216217"/>
                <a:gd name="connsiteX4" fmla="*/ 122873 w 213360"/>
                <a:gd name="connsiteY4" fmla="*/ 161925 h 216217"/>
                <a:gd name="connsiteX5" fmla="*/ 100013 w 213360"/>
                <a:gd name="connsiteY5" fmla="*/ 155258 h 216217"/>
                <a:gd name="connsiteX6" fmla="*/ 79058 w 213360"/>
                <a:gd name="connsiteY6" fmla="*/ 139065 h 216217"/>
                <a:gd name="connsiteX7" fmla="*/ 63817 w 213360"/>
                <a:gd name="connsiteY7" fmla="*/ 116205 h 216217"/>
                <a:gd name="connsiteX8" fmla="*/ 58103 w 213360"/>
                <a:gd name="connsiteY8" fmla="*/ 91440 h 216217"/>
                <a:gd name="connsiteX9" fmla="*/ 67628 w 213360"/>
                <a:gd name="connsiteY9" fmla="*/ 65723 h 216217"/>
                <a:gd name="connsiteX10" fmla="*/ 91440 w 213360"/>
                <a:gd name="connsiteY10" fmla="*/ 56198 h 216217"/>
                <a:gd name="connsiteX11" fmla="*/ 123825 w 213360"/>
                <a:gd name="connsiteY11" fmla="*/ 68580 h 216217"/>
                <a:gd name="connsiteX12" fmla="*/ 138113 w 213360"/>
                <a:gd name="connsiteY12" fmla="*/ 73343 h 216217"/>
                <a:gd name="connsiteX13" fmla="*/ 153353 w 213360"/>
                <a:gd name="connsiteY13" fmla="*/ 64770 h 216217"/>
                <a:gd name="connsiteX14" fmla="*/ 175260 w 213360"/>
                <a:gd name="connsiteY14" fmla="*/ 42863 h 216217"/>
                <a:gd name="connsiteX15" fmla="*/ 177165 w 213360"/>
                <a:gd name="connsiteY15" fmla="*/ 39052 h 216217"/>
                <a:gd name="connsiteX16" fmla="*/ 174308 w 213360"/>
                <a:gd name="connsiteY16" fmla="*/ 35243 h 216217"/>
                <a:gd name="connsiteX17" fmla="*/ 135255 w 213360"/>
                <a:gd name="connsiteY17" fmla="*/ 9525 h 216217"/>
                <a:gd name="connsiteX18" fmla="*/ 91440 w 213360"/>
                <a:gd name="connsiteY18" fmla="*/ 0 h 216217"/>
                <a:gd name="connsiteX19" fmla="*/ 4763 w 213360"/>
                <a:gd name="connsiteY19" fmla="*/ 0 h 216217"/>
                <a:gd name="connsiteX20" fmla="*/ 0 w 213360"/>
                <a:gd name="connsiteY20" fmla="*/ 5715 h 216217"/>
                <a:gd name="connsiteX21" fmla="*/ 0 w 213360"/>
                <a:gd name="connsiteY21" fmla="*/ 91440 h 216217"/>
                <a:gd name="connsiteX22" fmla="*/ 10478 w 213360"/>
                <a:gd name="connsiteY22" fmla="*/ 139065 h 216217"/>
                <a:gd name="connsiteX23" fmla="*/ 38100 w 213360"/>
                <a:gd name="connsiteY23" fmla="*/ 178118 h 216217"/>
                <a:gd name="connsiteX24" fmla="*/ 77153 w 213360"/>
                <a:gd name="connsiteY24" fmla="*/ 205740 h 216217"/>
                <a:gd name="connsiteX25" fmla="*/ 122873 w 213360"/>
                <a:gd name="connsiteY25" fmla="*/ 216218 h 216217"/>
                <a:gd name="connsiteX26" fmla="*/ 158115 w 213360"/>
                <a:gd name="connsiteY26" fmla="*/ 209550 h 216217"/>
                <a:gd name="connsiteX27" fmla="*/ 185738 w 213360"/>
                <a:gd name="connsiteY27" fmla="*/ 191452 h 216217"/>
                <a:gd name="connsiteX28" fmla="*/ 204788 w 213360"/>
                <a:gd name="connsiteY28" fmla="*/ 163830 h 216217"/>
                <a:gd name="connsiteX29" fmla="*/ 213360 w 213360"/>
                <a:gd name="connsiteY29" fmla="*/ 129540 h 216217"/>
                <a:gd name="connsiteX30" fmla="*/ 208598 w 213360"/>
                <a:gd name="connsiteY30" fmla="*/ 124777 h 21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3360" h="216217">
                  <a:moveTo>
                    <a:pt x="208598" y="124777"/>
                  </a:moveTo>
                  <a:lnTo>
                    <a:pt x="176213" y="124777"/>
                  </a:lnTo>
                  <a:cubicBezTo>
                    <a:pt x="164783" y="124777"/>
                    <a:pt x="156210" y="129540"/>
                    <a:pt x="153353" y="140018"/>
                  </a:cubicBezTo>
                  <a:cubicBezTo>
                    <a:pt x="151448" y="146685"/>
                    <a:pt x="147638" y="152400"/>
                    <a:pt x="142875" y="156210"/>
                  </a:cubicBezTo>
                  <a:cubicBezTo>
                    <a:pt x="138113" y="160020"/>
                    <a:pt x="131445" y="161925"/>
                    <a:pt x="122873" y="161925"/>
                  </a:cubicBezTo>
                  <a:cubicBezTo>
                    <a:pt x="115253" y="161925"/>
                    <a:pt x="107633" y="160020"/>
                    <a:pt x="100013" y="155258"/>
                  </a:cubicBezTo>
                  <a:cubicBezTo>
                    <a:pt x="92392" y="151448"/>
                    <a:pt x="85725" y="145733"/>
                    <a:pt x="79058" y="139065"/>
                  </a:cubicBezTo>
                  <a:cubicBezTo>
                    <a:pt x="73342" y="132398"/>
                    <a:pt x="67628" y="124777"/>
                    <a:pt x="63817" y="116205"/>
                  </a:cubicBezTo>
                  <a:cubicBezTo>
                    <a:pt x="60008" y="107633"/>
                    <a:pt x="58103" y="99060"/>
                    <a:pt x="58103" y="91440"/>
                  </a:cubicBezTo>
                  <a:cubicBezTo>
                    <a:pt x="58103" y="80963"/>
                    <a:pt x="60960" y="72390"/>
                    <a:pt x="67628" y="65723"/>
                  </a:cubicBezTo>
                  <a:cubicBezTo>
                    <a:pt x="74295" y="59055"/>
                    <a:pt x="81915" y="56198"/>
                    <a:pt x="91440" y="56198"/>
                  </a:cubicBezTo>
                  <a:cubicBezTo>
                    <a:pt x="102870" y="56198"/>
                    <a:pt x="113348" y="60008"/>
                    <a:pt x="123825" y="68580"/>
                  </a:cubicBezTo>
                  <a:cubicBezTo>
                    <a:pt x="128588" y="71438"/>
                    <a:pt x="133350" y="73343"/>
                    <a:pt x="138113" y="73343"/>
                  </a:cubicBezTo>
                  <a:cubicBezTo>
                    <a:pt x="142875" y="73343"/>
                    <a:pt x="148590" y="70485"/>
                    <a:pt x="153353" y="64770"/>
                  </a:cubicBezTo>
                  <a:lnTo>
                    <a:pt x="175260" y="42863"/>
                  </a:lnTo>
                  <a:cubicBezTo>
                    <a:pt x="176213" y="41910"/>
                    <a:pt x="177165" y="40005"/>
                    <a:pt x="177165" y="39052"/>
                  </a:cubicBezTo>
                  <a:cubicBezTo>
                    <a:pt x="177165" y="38100"/>
                    <a:pt x="176213" y="37148"/>
                    <a:pt x="174308" y="35243"/>
                  </a:cubicBezTo>
                  <a:cubicBezTo>
                    <a:pt x="162878" y="24765"/>
                    <a:pt x="149542" y="16193"/>
                    <a:pt x="135255" y="9525"/>
                  </a:cubicBezTo>
                  <a:cubicBezTo>
                    <a:pt x="120967" y="3810"/>
                    <a:pt x="106680" y="0"/>
                    <a:pt x="91440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5715"/>
                  </a:cubicBezTo>
                  <a:lnTo>
                    <a:pt x="0" y="91440"/>
                  </a:lnTo>
                  <a:cubicBezTo>
                    <a:pt x="0" y="107633"/>
                    <a:pt x="3810" y="123825"/>
                    <a:pt x="10478" y="139065"/>
                  </a:cubicBezTo>
                  <a:cubicBezTo>
                    <a:pt x="17145" y="154305"/>
                    <a:pt x="26670" y="167640"/>
                    <a:pt x="38100" y="178118"/>
                  </a:cubicBezTo>
                  <a:cubicBezTo>
                    <a:pt x="49530" y="189548"/>
                    <a:pt x="62865" y="198120"/>
                    <a:pt x="77153" y="205740"/>
                  </a:cubicBezTo>
                  <a:cubicBezTo>
                    <a:pt x="91440" y="212408"/>
                    <a:pt x="106680" y="216218"/>
                    <a:pt x="122873" y="216218"/>
                  </a:cubicBezTo>
                  <a:cubicBezTo>
                    <a:pt x="135255" y="216218"/>
                    <a:pt x="147638" y="214313"/>
                    <a:pt x="158115" y="209550"/>
                  </a:cubicBezTo>
                  <a:cubicBezTo>
                    <a:pt x="168592" y="205740"/>
                    <a:pt x="178117" y="199073"/>
                    <a:pt x="185738" y="191452"/>
                  </a:cubicBezTo>
                  <a:cubicBezTo>
                    <a:pt x="193358" y="183833"/>
                    <a:pt x="200025" y="174308"/>
                    <a:pt x="204788" y="163830"/>
                  </a:cubicBezTo>
                  <a:cubicBezTo>
                    <a:pt x="209550" y="153352"/>
                    <a:pt x="212408" y="141923"/>
                    <a:pt x="213360" y="129540"/>
                  </a:cubicBezTo>
                  <a:cubicBezTo>
                    <a:pt x="213360" y="126683"/>
                    <a:pt x="212408" y="124777"/>
                    <a:pt x="208598" y="12477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12879-4A0B-421F-A730-4384137D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02" y="6334919"/>
            <a:ext cx="807741" cy="365125"/>
          </a:xfrm>
        </p:spPr>
        <p:txBody>
          <a:bodyPr/>
          <a:lstStyle>
            <a:lvl1pPr algn="l">
              <a:defRPr/>
            </a:lvl1pPr>
          </a:lstStyle>
          <a:p>
            <a:fld id="{E05DA353-F16A-46E9-BF3A-5C7883ED105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0734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олилиния: фигура 22">
            <a:extLst>
              <a:ext uri="{FF2B5EF4-FFF2-40B4-BE49-F238E27FC236}">
                <a16:creationId xmlns:a16="http://schemas.microsoft.com/office/drawing/2014/main" id="{CB4F5692-ACBE-4155-A563-B123939F81BC}"/>
              </a:ext>
            </a:extLst>
          </p:cNvPr>
          <p:cNvSpPr/>
          <p:nvPr userDrawn="1"/>
        </p:nvSpPr>
        <p:spPr>
          <a:xfrm flipH="1" flipV="1">
            <a:off x="10166464" y="-2"/>
            <a:ext cx="2062186" cy="960184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F9774D38-0B4E-4EAE-927A-07F8A112FA16}"/>
              </a:ext>
            </a:extLst>
          </p:cNvPr>
          <p:cNvSpPr/>
          <p:nvPr userDrawn="1"/>
        </p:nvSpPr>
        <p:spPr>
          <a:xfrm>
            <a:off x="-1730" y="5818909"/>
            <a:ext cx="3734145" cy="1039091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1" name="Полилиния: фигура 20">
            <a:extLst>
              <a:ext uri="{FF2B5EF4-FFF2-40B4-BE49-F238E27FC236}">
                <a16:creationId xmlns:a16="http://schemas.microsoft.com/office/drawing/2014/main" id="{DC452AFA-2352-4479-938B-FA93E7EC8EFE}"/>
              </a:ext>
            </a:extLst>
          </p:cNvPr>
          <p:cNvSpPr/>
          <p:nvPr userDrawn="1"/>
        </p:nvSpPr>
        <p:spPr>
          <a:xfrm rot="19883963">
            <a:off x="-494636" y="5095599"/>
            <a:ext cx="1333758" cy="1671500"/>
          </a:xfrm>
          <a:custGeom>
            <a:avLst/>
            <a:gdLst>
              <a:gd name="connsiteX0" fmla="*/ 1653557 w 2179316"/>
              <a:gd name="connsiteY0" fmla="*/ 88090 h 2731176"/>
              <a:gd name="connsiteX1" fmla="*/ 2179316 w 2179316"/>
              <a:gd name="connsiteY1" fmla="*/ 995019 h 2731176"/>
              <a:gd name="connsiteX2" fmla="*/ 152408 w 2179316"/>
              <a:gd name="connsiteY2" fmla="*/ 2702427 h 2731176"/>
              <a:gd name="connsiteX3" fmla="*/ 0 w 2179316"/>
              <a:gd name="connsiteY3" fmla="*/ 2731176 h 2731176"/>
              <a:gd name="connsiteX4" fmla="*/ 1489124 w 2179316"/>
              <a:gd name="connsiteY4" fmla="*/ 0 h 2731176"/>
              <a:gd name="connsiteX5" fmla="*/ 1496595 w 2179316"/>
              <a:gd name="connsiteY5" fmla="*/ 3112 h 2731176"/>
              <a:gd name="connsiteX6" fmla="*/ 1653557 w 2179316"/>
              <a:gd name="connsiteY6" fmla="*/ 88090 h 273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79316" h="2731176">
                <a:moveTo>
                  <a:pt x="1653557" y="88090"/>
                </a:moveTo>
                <a:cubicBezTo>
                  <a:pt x="1996946" y="299732"/>
                  <a:pt x="2179316" y="604539"/>
                  <a:pt x="2179316" y="995019"/>
                </a:cubicBezTo>
                <a:cubicBezTo>
                  <a:pt x="2179316" y="1775976"/>
                  <a:pt x="1287285" y="2454044"/>
                  <a:pt x="152408" y="2702427"/>
                </a:cubicBezTo>
                <a:lnTo>
                  <a:pt x="0" y="2731176"/>
                </a:lnTo>
                <a:lnTo>
                  <a:pt x="1489124" y="0"/>
                </a:lnTo>
                <a:lnTo>
                  <a:pt x="1496595" y="3112"/>
                </a:lnTo>
                <a:cubicBezTo>
                  <a:pt x="1552160" y="29522"/>
                  <a:pt x="1604502" y="57855"/>
                  <a:pt x="1653557" y="88090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31B0DE8-632B-49C0-BA65-E35CCB03ED26}"/>
              </a:ext>
            </a:extLst>
          </p:cNvPr>
          <p:cNvGrpSpPr/>
          <p:nvPr userDrawn="1"/>
        </p:nvGrpSpPr>
        <p:grpSpPr>
          <a:xfrm>
            <a:off x="10753760" y="6379029"/>
            <a:ext cx="1155242" cy="182109"/>
            <a:chOff x="5409247" y="3315652"/>
            <a:chExt cx="1371600" cy="216217"/>
          </a:xfrm>
          <a:solidFill>
            <a:srgbClr val="398ACB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48AD9ABC-F5A0-44CB-815C-B2BF20C91B69}"/>
                </a:ext>
              </a:extLst>
            </p:cNvPr>
            <p:cNvSpPr/>
            <p:nvPr/>
          </p:nvSpPr>
          <p:spPr>
            <a:xfrm>
              <a:off x="6568440" y="3317557"/>
              <a:ext cx="212407" cy="213359"/>
            </a:xfrm>
            <a:custGeom>
              <a:avLst/>
              <a:gdLst>
                <a:gd name="connsiteX0" fmla="*/ 16192 w 212407"/>
                <a:gd name="connsiteY0" fmla="*/ 212407 h 213359"/>
                <a:gd name="connsiteX1" fmla="*/ 51435 w 212407"/>
                <a:gd name="connsiteY1" fmla="*/ 197167 h 213359"/>
                <a:gd name="connsiteX2" fmla="*/ 64770 w 212407"/>
                <a:gd name="connsiteY2" fmla="*/ 182880 h 213359"/>
                <a:gd name="connsiteX3" fmla="*/ 81915 w 212407"/>
                <a:gd name="connsiteY3" fmla="*/ 174307 h 213359"/>
                <a:gd name="connsiteX4" fmla="*/ 86677 w 212407"/>
                <a:gd name="connsiteY4" fmla="*/ 174307 h 213359"/>
                <a:gd name="connsiteX5" fmla="*/ 93345 w 212407"/>
                <a:gd name="connsiteY5" fmla="*/ 175260 h 213359"/>
                <a:gd name="connsiteX6" fmla="*/ 113347 w 212407"/>
                <a:gd name="connsiteY6" fmla="*/ 180975 h 213359"/>
                <a:gd name="connsiteX7" fmla="*/ 172402 w 212407"/>
                <a:gd name="connsiteY7" fmla="*/ 205740 h 213359"/>
                <a:gd name="connsiteX8" fmla="*/ 199072 w 212407"/>
                <a:gd name="connsiteY8" fmla="*/ 212407 h 213359"/>
                <a:gd name="connsiteX9" fmla="*/ 207645 w 212407"/>
                <a:gd name="connsiteY9" fmla="*/ 212407 h 213359"/>
                <a:gd name="connsiteX10" fmla="*/ 212407 w 212407"/>
                <a:gd name="connsiteY10" fmla="*/ 207645 h 213359"/>
                <a:gd name="connsiteX11" fmla="*/ 212407 w 212407"/>
                <a:gd name="connsiteY11" fmla="*/ 185738 h 213359"/>
                <a:gd name="connsiteX12" fmla="*/ 188595 w 212407"/>
                <a:gd name="connsiteY12" fmla="*/ 150495 h 213359"/>
                <a:gd name="connsiteX13" fmla="*/ 175260 w 212407"/>
                <a:gd name="connsiteY13" fmla="*/ 144780 h 213359"/>
                <a:gd name="connsiteX14" fmla="*/ 146685 w 212407"/>
                <a:gd name="connsiteY14" fmla="*/ 126682 h 213359"/>
                <a:gd name="connsiteX15" fmla="*/ 148590 w 212407"/>
                <a:gd name="connsiteY15" fmla="*/ 99060 h 213359"/>
                <a:gd name="connsiteX16" fmla="*/ 201930 w 212407"/>
                <a:gd name="connsiteY16" fmla="*/ 45720 h 213359"/>
                <a:gd name="connsiteX17" fmla="*/ 212407 w 212407"/>
                <a:gd name="connsiteY17" fmla="*/ 20002 h 213359"/>
                <a:gd name="connsiteX18" fmla="*/ 211455 w 212407"/>
                <a:gd name="connsiteY18" fmla="*/ 12382 h 213359"/>
                <a:gd name="connsiteX19" fmla="*/ 207645 w 212407"/>
                <a:gd name="connsiteY19" fmla="*/ 5715 h 213359"/>
                <a:gd name="connsiteX20" fmla="*/ 193357 w 212407"/>
                <a:gd name="connsiteY20" fmla="*/ 0 h 213359"/>
                <a:gd name="connsiteX21" fmla="*/ 184785 w 212407"/>
                <a:gd name="connsiteY21" fmla="*/ 0 h 213359"/>
                <a:gd name="connsiteX22" fmla="*/ 149542 w 212407"/>
                <a:gd name="connsiteY22" fmla="*/ 15240 h 213359"/>
                <a:gd name="connsiteX23" fmla="*/ 105727 w 212407"/>
                <a:gd name="connsiteY23" fmla="*/ 59055 h 213359"/>
                <a:gd name="connsiteX24" fmla="*/ 57150 w 212407"/>
                <a:gd name="connsiteY24" fmla="*/ 107632 h 213359"/>
                <a:gd name="connsiteX25" fmla="*/ 57150 w 212407"/>
                <a:gd name="connsiteY25" fmla="*/ 31432 h 213359"/>
                <a:gd name="connsiteX26" fmla="*/ 25717 w 212407"/>
                <a:gd name="connsiteY26" fmla="*/ 0 h 213359"/>
                <a:gd name="connsiteX27" fmla="*/ 13335 w 212407"/>
                <a:gd name="connsiteY27" fmla="*/ 0 h 213359"/>
                <a:gd name="connsiteX28" fmla="*/ 1905 w 212407"/>
                <a:gd name="connsiteY28" fmla="*/ 952 h 213359"/>
                <a:gd name="connsiteX29" fmla="*/ 0 w 212407"/>
                <a:gd name="connsiteY29" fmla="*/ 6667 h 213359"/>
                <a:gd name="connsiteX30" fmla="*/ 0 w 212407"/>
                <a:gd name="connsiteY30" fmla="*/ 208597 h 213359"/>
                <a:gd name="connsiteX31" fmla="*/ 4763 w 212407"/>
                <a:gd name="connsiteY31" fmla="*/ 213360 h 213359"/>
                <a:gd name="connsiteX32" fmla="*/ 16192 w 212407"/>
                <a:gd name="connsiteY32" fmla="*/ 213360 h 21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12407" h="213359">
                  <a:moveTo>
                    <a:pt x="16192" y="212407"/>
                  </a:moveTo>
                  <a:cubicBezTo>
                    <a:pt x="30480" y="212407"/>
                    <a:pt x="41910" y="205740"/>
                    <a:pt x="51435" y="197167"/>
                  </a:cubicBezTo>
                  <a:cubicBezTo>
                    <a:pt x="51435" y="197167"/>
                    <a:pt x="57150" y="190500"/>
                    <a:pt x="64770" y="182880"/>
                  </a:cubicBezTo>
                  <a:cubicBezTo>
                    <a:pt x="69532" y="178117"/>
                    <a:pt x="75247" y="175260"/>
                    <a:pt x="81915" y="174307"/>
                  </a:cubicBezTo>
                  <a:cubicBezTo>
                    <a:pt x="82867" y="174307"/>
                    <a:pt x="86677" y="174307"/>
                    <a:pt x="86677" y="174307"/>
                  </a:cubicBezTo>
                  <a:cubicBezTo>
                    <a:pt x="88582" y="174307"/>
                    <a:pt x="91440" y="174307"/>
                    <a:pt x="93345" y="175260"/>
                  </a:cubicBezTo>
                  <a:cubicBezTo>
                    <a:pt x="100965" y="176213"/>
                    <a:pt x="107632" y="178117"/>
                    <a:pt x="113347" y="180975"/>
                  </a:cubicBezTo>
                  <a:lnTo>
                    <a:pt x="172402" y="205740"/>
                  </a:lnTo>
                  <a:cubicBezTo>
                    <a:pt x="172402" y="205740"/>
                    <a:pt x="186690" y="212407"/>
                    <a:pt x="199072" y="212407"/>
                  </a:cubicBezTo>
                  <a:lnTo>
                    <a:pt x="207645" y="212407"/>
                  </a:lnTo>
                  <a:cubicBezTo>
                    <a:pt x="210502" y="212407"/>
                    <a:pt x="212407" y="209550"/>
                    <a:pt x="212407" y="207645"/>
                  </a:cubicBezTo>
                  <a:lnTo>
                    <a:pt x="212407" y="185738"/>
                  </a:lnTo>
                  <a:cubicBezTo>
                    <a:pt x="212407" y="170497"/>
                    <a:pt x="203835" y="156210"/>
                    <a:pt x="188595" y="150495"/>
                  </a:cubicBezTo>
                  <a:lnTo>
                    <a:pt x="175260" y="144780"/>
                  </a:lnTo>
                  <a:cubicBezTo>
                    <a:pt x="164782" y="140970"/>
                    <a:pt x="152400" y="132397"/>
                    <a:pt x="146685" y="126682"/>
                  </a:cubicBezTo>
                  <a:cubicBezTo>
                    <a:pt x="146685" y="126682"/>
                    <a:pt x="134302" y="112395"/>
                    <a:pt x="148590" y="99060"/>
                  </a:cubicBezTo>
                  <a:lnTo>
                    <a:pt x="201930" y="45720"/>
                  </a:lnTo>
                  <a:cubicBezTo>
                    <a:pt x="208597" y="38100"/>
                    <a:pt x="212407" y="29527"/>
                    <a:pt x="212407" y="20002"/>
                  </a:cubicBezTo>
                  <a:cubicBezTo>
                    <a:pt x="212407" y="20002"/>
                    <a:pt x="212407" y="16192"/>
                    <a:pt x="211455" y="12382"/>
                  </a:cubicBezTo>
                  <a:cubicBezTo>
                    <a:pt x="210502" y="9525"/>
                    <a:pt x="208597" y="6667"/>
                    <a:pt x="207645" y="5715"/>
                  </a:cubicBezTo>
                  <a:cubicBezTo>
                    <a:pt x="203835" y="1905"/>
                    <a:pt x="200025" y="952"/>
                    <a:pt x="193357" y="0"/>
                  </a:cubicBezTo>
                  <a:lnTo>
                    <a:pt x="184785" y="0"/>
                  </a:lnTo>
                  <a:cubicBezTo>
                    <a:pt x="170497" y="0"/>
                    <a:pt x="159067" y="6667"/>
                    <a:pt x="149542" y="15240"/>
                  </a:cubicBezTo>
                  <a:cubicBezTo>
                    <a:pt x="149542" y="15240"/>
                    <a:pt x="114300" y="50482"/>
                    <a:pt x="105727" y="59055"/>
                  </a:cubicBezTo>
                  <a:lnTo>
                    <a:pt x="57150" y="107632"/>
                  </a:lnTo>
                  <a:lnTo>
                    <a:pt x="57150" y="31432"/>
                  </a:lnTo>
                  <a:cubicBezTo>
                    <a:pt x="57150" y="14288"/>
                    <a:pt x="42863" y="0"/>
                    <a:pt x="25717" y="0"/>
                  </a:cubicBezTo>
                  <a:lnTo>
                    <a:pt x="13335" y="0"/>
                  </a:lnTo>
                  <a:cubicBezTo>
                    <a:pt x="9525" y="0"/>
                    <a:pt x="4763" y="0"/>
                    <a:pt x="1905" y="952"/>
                  </a:cubicBezTo>
                  <a:cubicBezTo>
                    <a:pt x="0" y="1905"/>
                    <a:pt x="0" y="3810"/>
                    <a:pt x="0" y="6667"/>
                  </a:cubicBezTo>
                  <a:lnTo>
                    <a:pt x="0" y="208597"/>
                  </a:lnTo>
                  <a:cubicBezTo>
                    <a:pt x="0" y="211455"/>
                    <a:pt x="1905" y="213360"/>
                    <a:pt x="4763" y="213360"/>
                  </a:cubicBezTo>
                  <a:lnTo>
                    <a:pt x="16192" y="2133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2B58CB1-F6A7-4EAA-9959-1CF154441928}"/>
                </a:ext>
              </a:extLst>
            </p:cNvPr>
            <p:cNvSpPr/>
            <p:nvPr/>
          </p:nvSpPr>
          <p:spPr>
            <a:xfrm>
              <a:off x="6104572" y="3315652"/>
              <a:ext cx="233362" cy="214312"/>
            </a:xfrm>
            <a:custGeom>
              <a:avLst/>
              <a:gdLst>
                <a:gd name="connsiteX0" fmla="*/ 228600 w 233362"/>
                <a:gd name="connsiteY0" fmla="*/ 188595 h 214312"/>
                <a:gd name="connsiteX1" fmla="*/ 195263 w 233362"/>
                <a:gd name="connsiteY1" fmla="*/ 167640 h 214312"/>
                <a:gd name="connsiteX2" fmla="*/ 171450 w 233362"/>
                <a:gd name="connsiteY2" fmla="*/ 148590 h 214312"/>
                <a:gd name="connsiteX3" fmla="*/ 200977 w 233362"/>
                <a:gd name="connsiteY3" fmla="*/ 126683 h 214312"/>
                <a:gd name="connsiteX4" fmla="*/ 212407 w 233362"/>
                <a:gd name="connsiteY4" fmla="*/ 93345 h 214312"/>
                <a:gd name="connsiteX5" fmla="*/ 200977 w 233362"/>
                <a:gd name="connsiteY5" fmla="*/ 57150 h 214312"/>
                <a:gd name="connsiteX6" fmla="*/ 172402 w 233362"/>
                <a:gd name="connsiteY6" fmla="*/ 27623 h 214312"/>
                <a:gd name="connsiteX7" fmla="*/ 133350 w 233362"/>
                <a:gd name="connsiteY7" fmla="*/ 7620 h 214312"/>
                <a:gd name="connsiteX8" fmla="*/ 90488 w 233362"/>
                <a:gd name="connsiteY8" fmla="*/ 0 h 214312"/>
                <a:gd name="connsiteX9" fmla="*/ 4763 w 233362"/>
                <a:gd name="connsiteY9" fmla="*/ 0 h 214312"/>
                <a:gd name="connsiteX10" fmla="*/ 0 w 233362"/>
                <a:gd name="connsiteY10" fmla="*/ 4763 h 214312"/>
                <a:gd name="connsiteX11" fmla="*/ 0 w 233362"/>
                <a:gd name="connsiteY11" fmla="*/ 148590 h 214312"/>
                <a:gd name="connsiteX12" fmla="*/ 0 w 233362"/>
                <a:gd name="connsiteY12" fmla="*/ 180975 h 214312"/>
                <a:gd name="connsiteX13" fmla="*/ 0 w 233362"/>
                <a:gd name="connsiteY13" fmla="*/ 192405 h 214312"/>
                <a:gd name="connsiteX14" fmla="*/ 0 w 233362"/>
                <a:gd name="connsiteY14" fmla="*/ 206693 h 214312"/>
                <a:gd name="connsiteX15" fmla="*/ 1905 w 233362"/>
                <a:gd name="connsiteY15" fmla="*/ 212408 h 214312"/>
                <a:gd name="connsiteX16" fmla="*/ 14288 w 233362"/>
                <a:gd name="connsiteY16" fmla="*/ 214313 h 214312"/>
                <a:gd name="connsiteX17" fmla="*/ 29527 w 233362"/>
                <a:gd name="connsiteY17" fmla="*/ 212408 h 214312"/>
                <a:gd name="connsiteX18" fmla="*/ 47625 w 233362"/>
                <a:gd name="connsiteY18" fmla="*/ 199073 h 214312"/>
                <a:gd name="connsiteX19" fmla="*/ 58102 w 233362"/>
                <a:gd name="connsiteY19" fmla="*/ 162877 h 214312"/>
                <a:gd name="connsiteX20" fmla="*/ 58102 w 233362"/>
                <a:gd name="connsiteY20" fmla="*/ 75248 h 214312"/>
                <a:gd name="connsiteX21" fmla="*/ 59055 w 233362"/>
                <a:gd name="connsiteY21" fmla="*/ 69533 h 214312"/>
                <a:gd name="connsiteX22" fmla="*/ 60960 w 233362"/>
                <a:gd name="connsiteY22" fmla="*/ 65723 h 214312"/>
                <a:gd name="connsiteX23" fmla="*/ 114300 w 233362"/>
                <a:gd name="connsiteY23" fmla="*/ 55245 h 214312"/>
                <a:gd name="connsiteX24" fmla="*/ 152400 w 233362"/>
                <a:gd name="connsiteY24" fmla="*/ 95250 h 214312"/>
                <a:gd name="connsiteX25" fmla="*/ 122873 w 233362"/>
                <a:gd name="connsiteY25" fmla="*/ 112395 h 214312"/>
                <a:gd name="connsiteX26" fmla="*/ 101917 w 233362"/>
                <a:gd name="connsiteY26" fmla="*/ 108585 h 214312"/>
                <a:gd name="connsiteX27" fmla="*/ 93345 w 233362"/>
                <a:gd name="connsiteY27" fmla="*/ 105727 h 214312"/>
                <a:gd name="connsiteX28" fmla="*/ 85725 w 233362"/>
                <a:gd name="connsiteY28" fmla="*/ 103823 h 214312"/>
                <a:gd name="connsiteX29" fmla="*/ 81915 w 233362"/>
                <a:gd name="connsiteY29" fmla="*/ 109538 h 214312"/>
                <a:gd name="connsiteX30" fmla="*/ 81915 w 233362"/>
                <a:gd name="connsiteY30" fmla="*/ 132398 h 214312"/>
                <a:gd name="connsiteX31" fmla="*/ 89535 w 233362"/>
                <a:gd name="connsiteY31" fmla="*/ 151448 h 214312"/>
                <a:gd name="connsiteX32" fmla="*/ 160020 w 233362"/>
                <a:gd name="connsiteY32" fmla="*/ 206693 h 214312"/>
                <a:gd name="connsiteX33" fmla="*/ 181927 w 233362"/>
                <a:gd name="connsiteY33" fmla="*/ 214313 h 214312"/>
                <a:gd name="connsiteX34" fmla="*/ 228600 w 233362"/>
                <a:gd name="connsiteY34" fmla="*/ 214313 h 214312"/>
                <a:gd name="connsiteX35" fmla="*/ 233363 w 233362"/>
                <a:gd name="connsiteY35" fmla="*/ 208598 h 214312"/>
                <a:gd name="connsiteX36" fmla="*/ 233363 w 233362"/>
                <a:gd name="connsiteY36" fmla="*/ 193358 h 214312"/>
                <a:gd name="connsiteX37" fmla="*/ 228600 w 233362"/>
                <a:gd name="connsiteY37" fmla="*/ 18859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3362" h="214312">
                  <a:moveTo>
                    <a:pt x="228600" y="188595"/>
                  </a:moveTo>
                  <a:cubicBezTo>
                    <a:pt x="228600" y="188595"/>
                    <a:pt x="217170" y="185738"/>
                    <a:pt x="195263" y="167640"/>
                  </a:cubicBezTo>
                  <a:cubicBezTo>
                    <a:pt x="183832" y="158115"/>
                    <a:pt x="175260" y="151448"/>
                    <a:pt x="171450" y="148590"/>
                  </a:cubicBezTo>
                  <a:cubicBezTo>
                    <a:pt x="175260" y="145733"/>
                    <a:pt x="188595" y="140970"/>
                    <a:pt x="200977" y="126683"/>
                  </a:cubicBezTo>
                  <a:cubicBezTo>
                    <a:pt x="208598" y="118110"/>
                    <a:pt x="212407" y="106680"/>
                    <a:pt x="212407" y="93345"/>
                  </a:cubicBezTo>
                  <a:cubicBezTo>
                    <a:pt x="212407" y="80963"/>
                    <a:pt x="208598" y="68580"/>
                    <a:pt x="200977" y="57150"/>
                  </a:cubicBezTo>
                  <a:cubicBezTo>
                    <a:pt x="193357" y="45720"/>
                    <a:pt x="183832" y="36195"/>
                    <a:pt x="172402" y="27623"/>
                  </a:cubicBezTo>
                  <a:cubicBezTo>
                    <a:pt x="160973" y="19050"/>
                    <a:pt x="147638" y="12383"/>
                    <a:pt x="133350" y="7620"/>
                  </a:cubicBezTo>
                  <a:cubicBezTo>
                    <a:pt x="119063" y="2858"/>
                    <a:pt x="104775" y="0"/>
                    <a:pt x="90488" y="0"/>
                  </a:cubicBezTo>
                  <a:cubicBezTo>
                    <a:pt x="90488" y="0"/>
                    <a:pt x="4763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lnTo>
                    <a:pt x="0" y="148590"/>
                  </a:lnTo>
                  <a:lnTo>
                    <a:pt x="0" y="180975"/>
                  </a:lnTo>
                  <a:lnTo>
                    <a:pt x="0" y="192405"/>
                  </a:lnTo>
                  <a:lnTo>
                    <a:pt x="0" y="206693"/>
                  </a:lnTo>
                  <a:cubicBezTo>
                    <a:pt x="0" y="208598"/>
                    <a:pt x="0" y="210502"/>
                    <a:pt x="1905" y="212408"/>
                  </a:cubicBezTo>
                  <a:cubicBezTo>
                    <a:pt x="4763" y="213360"/>
                    <a:pt x="10477" y="214313"/>
                    <a:pt x="14288" y="214313"/>
                  </a:cubicBezTo>
                  <a:cubicBezTo>
                    <a:pt x="19050" y="214313"/>
                    <a:pt x="24765" y="213360"/>
                    <a:pt x="29527" y="212408"/>
                  </a:cubicBezTo>
                  <a:cubicBezTo>
                    <a:pt x="37148" y="209550"/>
                    <a:pt x="42863" y="204788"/>
                    <a:pt x="47625" y="199073"/>
                  </a:cubicBezTo>
                  <a:cubicBezTo>
                    <a:pt x="56198" y="188595"/>
                    <a:pt x="58102" y="176213"/>
                    <a:pt x="58102" y="162877"/>
                  </a:cubicBezTo>
                  <a:lnTo>
                    <a:pt x="58102" y="75248"/>
                  </a:lnTo>
                  <a:cubicBezTo>
                    <a:pt x="58102" y="74295"/>
                    <a:pt x="58102" y="71438"/>
                    <a:pt x="59055" y="69533"/>
                  </a:cubicBezTo>
                  <a:cubicBezTo>
                    <a:pt x="60007" y="67627"/>
                    <a:pt x="60960" y="65723"/>
                    <a:pt x="60960" y="65723"/>
                  </a:cubicBezTo>
                  <a:cubicBezTo>
                    <a:pt x="67627" y="53340"/>
                    <a:pt x="89535" y="48577"/>
                    <a:pt x="114300" y="55245"/>
                  </a:cubicBezTo>
                  <a:cubicBezTo>
                    <a:pt x="146685" y="63818"/>
                    <a:pt x="156210" y="85725"/>
                    <a:pt x="152400" y="95250"/>
                  </a:cubicBezTo>
                  <a:cubicBezTo>
                    <a:pt x="148590" y="105727"/>
                    <a:pt x="137160" y="112395"/>
                    <a:pt x="122873" y="112395"/>
                  </a:cubicBezTo>
                  <a:cubicBezTo>
                    <a:pt x="116205" y="112395"/>
                    <a:pt x="108585" y="111443"/>
                    <a:pt x="101917" y="108585"/>
                  </a:cubicBezTo>
                  <a:cubicBezTo>
                    <a:pt x="101917" y="108585"/>
                    <a:pt x="97155" y="107633"/>
                    <a:pt x="93345" y="105727"/>
                  </a:cubicBezTo>
                  <a:cubicBezTo>
                    <a:pt x="91440" y="104775"/>
                    <a:pt x="88582" y="103823"/>
                    <a:pt x="85725" y="103823"/>
                  </a:cubicBezTo>
                  <a:cubicBezTo>
                    <a:pt x="82867" y="103823"/>
                    <a:pt x="81915" y="105727"/>
                    <a:pt x="81915" y="109538"/>
                  </a:cubicBezTo>
                  <a:lnTo>
                    <a:pt x="81915" y="132398"/>
                  </a:lnTo>
                  <a:cubicBezTo>
                    <a:pt x="81915" y="140018"/>
                    <a:pt x="84773" y="147638"/>
                    <a:pt x="89535" y="151448"/>
                  </a:cubicBezTo>
                  <a:cubicBezTo>
                    <a:pt x="89535" y="151448"/>
                    <a:pt x="160020" y="206693"/>
                    <a:pt x="160020" y="206693"/>
                  </a:cubicBezTo>
                  <a:cubicBezTo>
                    <a:pt x="166688" y="211455"/>
                    <a:pt x="174307" y="214313"/>
                    <a:pt x="181927" y="214313"/>
                  </a:cubicBezTo>
                  <a:lnTo>
                    <a:pt x="228600" y="214313"/>
                  </a:lnTo>
                  <a:cubicBezTo>
                    <a:pt x="231457" y="214313"/>
                    <a:pt x="233363" y="212408"/>
                    <a:pt x="233363" y="208598"/>
                  </a:cubicBezTo>
                  <a:lnTo>
                    <a:pt x="233363" y="193358"/>
                  </a:lnTo>
                  <a:cubicBezTo>
                    <a:pt x="231457" y="191452"/>
                    <a:pt x="230505" y="188595"/>
                    <a:pt x="228600" y="18859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4A2172D-B5CA-44B5-8424-6F3873933518}"/>
                </a:ext>
              </a:extLst>
            </p:cNvPr>
            <p:cNvSpPr/>
            <p:nvPr/>
          </p:nvSpPr>
          <p:spPr>
            <a:xfrm>
              <a:off x="5873114" y="3315652"/>
              <a:ext cx="213360" cy="212407"/>
            </a:xfrm>
            <a:custGeom>
              <a:avLst/>
              <a:gdLst>
                <a:gd name="connsiteX0" fmla="*/ 180023 w 213360"/>
                <a:gd name="connsiteY0" fmla="*/ 159068 h 212407"/>
                <a:gd name="connsiteX1" fmla="*/ 118110 w 213360"/>
                <a:gd name="connsiteY1" fmla="*/ 159068 h 212407"/>
                <a:gd name="connsiteX2" fmla="*/ 93345 w 213360"/>
                <a:gd name="connsiteY2" fmla="*/ 153352 h 212407"/>
                <a:gd name="connsiteX3" fmla="*/ 73343 w 213360"/>
                <a:gd name="connsiteY3" fmla="*/ 138113 h 212407"/>
                <a:gd name="connsiteX4" fmla="*/ 60008 w 213360"/>
                <a:gd name="connsiteY4" fmla="*/ 116205 h 212407"/>
                <a:gd name="connsiteX5" fmla="*/ 55245 w 213360"/>
                <a:gd name="connsiteY5" fmla="*/ 91440 h 212407"/>
                <a:gd name="connsiteX6" fmla="*/ 64770 w 213360"/>
                <a:gd name="connsiteY6" fmla="*/ 65723 h 212407"/>
                <a:gd name="connsiteX7" fmla="*/ 71438 w 213360"/>
                <a:gd name="connsiteY7" fmla="*/ 60960 h 212407"/>
                <a:gd name="connsiteX8" fmla="*/ 80010 w 213360"/>
                <a:gd name="connsiteY8" fmla="*/ 58102 h 212407"/>
                <a:gd name="connsiteX9" fmla="*/ 92393 w 213360"/>
                <a:gd name="connsiteY9" fmla="*/ 57150 h 212407"/>
                <a:gd name="connsiteX10" fmla="*/ 104775 w 213360"/>
                <a:gd name="connsiteY10" fmla="*/ 58102 h 212407"/>
                <a:gd name="connsiteX11" fmla="*/ 124777 w 213360"/>
                <a:gd name="connsiteY11" fmla="*/ 66675 h 212407"/>
                <a:gd name="connsiteX12" fmla="*/ 151448 w 213360"/>
                <a:gd name="connsiteY12" fmla="*/ 90488 h 212407"/>
                <a:gd name="connsiteX13" fmla="*/ 87630 w 213360"/>
                <a:gd name="connsiteY13" fmla="*/ 90488 h 212407"/>
                <a:gd name="connsiteX14" fmla="*/ 81915 w 213360"/>
                <a:gd name="connsiteY14" fmla="*/ 95250 h 212407"/>
                <a:gd name="connsiteX15" fmla="*/ 85725 w 213360"/>
                <a:gd name="connsiteY15" fmla="*/ 111443 h 212407"/>
                <a:gd name="connsiteX16" fmla="*/ 125730 w 213360"/>
                <a:gd name="connsiteY16" fmla="*/ 135255 h 212407"/>
                <a:gd name="connsiteX17" fmla="*/ 185738 w 213360"/>
                <a:gd name="connsiteY17" fmla="*/ 135255 h 212407"/>
                <a:gd name="connsiteX18" fmla="*/ 207645 w 213360"/>
                <a:gd name="connsiteY18" fmla="*/ 126683 h 212407"/>
                <a:gd name="connsiteX19" fmla="*/ 212408 w 213360"/>
                <a:gd name="connsiteY19" fmla="*/ 108585 h 212407"/>
                <a:gd name="connsiteX20" fmla="*/ 202883 w 213360"/>
                <a:gd name="connsiteY20" fmla="*/ 71438 h 212407"/>
                <a:gd name="connsiteX21" fmla="*/ 176213 w 213360"/>
                <a:gd name="connsiteY21" fmla="*/ 36195 h 212407"/>
                <a:gd name="connsiteX22" fmla="*/ 138113 w 213360"/>
                <a:gd name="connsiteY22" fmla="*/ 10477 h 212407"/>
                <a:gd name="connsiteX23" fmla="*/ 92393 w 213360"/>
                <a:gd name="connsiteY23" fmla="*/ 0 h 212407"/>
                <a:gd name="connsiteX24" fmla="*/ 4763 w 213360"/>
                <a:gd name="connsiteY24" fmla="*/ 0 h 212407"/>
                <a:gd name="connsiteX25" fmla="*/ 0 w 213360"/>
                <a:gd name="connsiteY25" fmla="*/ 4763 h 212407"/>
                <a:gd name="connsiteX26" fmla="*/ 0 w 213360"/>
                <a:gd name="connsiteY26" fmla="*/ 92393 h 212407"/>
                <a:gd name="connsiteX27" fmla="*/ 9525 w 213360"/>
                <a:gd name="connsiteY27" fmla="*/ 139065 h 212407"/>
                <a:gd name="connsiteX28" fmla="*/ 35243 w 213360"/>
                <a:gd name="connsiteY28" fmla="*/ 177165 h 212407"/>
                <a:gd name="connsiteX29" fmla="*/ 73343 w 213360"/>
                <a:gd name="connsiteY29" fmla="*/ 202883 h 212407"/>
                <a:gd name="connsiteX30" fmla="*/ 120015 w 213360"/>
                <a:gd name="connsiteY30" fmla="*/ 212408 h 212407"/>
                <a:gd name="connsiteX31" fmla="*/ 208598 w 213360"/>
                <a:gd name="connsiteY31" fmla="*/ 212408 h 212407"/>
                <a:gd name="connsiteX32" fmla="*/ 213360 w 213360"/>
                <a:gd name="connsiteY32" fmla="*/ 207645 h 212407"/>
                <a:gd name="connsiteX33" fmla="*/ 213360 w 213360"/>
                <a:gd name="connsiteY33" fmla="*/ 189548 h 212407"/>
                <a:gd name="connsiteX34" fmla="*/ 204788 w 213360"/>
                <a:gd name="connsiteY34" fmla="*/ 165735 h 212407"/>
                <a:gd name="connsiteX35" fmla="*/ 180023 w 213360"/>
                <a:gd name="connsiteY35" fmla="*/ 159068 h 21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13360" h="212407">
                  <a:moveTo>
                    <a:pt x="180023" y="159068"/>
                  </a:moveTo>
                  <a:lnTo>
                    <a:pt x="118110" y="159068"/>
                  </a:lnTo>
                  <a:cubicBezTo>
                    <a:pt x="109538" y="159068"/>
                    <a:pt x="100965" y="157163"/>
                    <a:pt x="93345" y="153352"/>
                  </a:cubicBezTo>
                  <a:cubicBezTo>
                    <a:pt x="86677" y="150495"/>
                    <a:pt x="76200" y="141923"/>
                    <a:pt x="73343" y="138113"/>
                  </a:cubicBezTo>
                  <a:cubicBezTo>
                    <a:pt x="67627" y="131445"/>
                    <a:pt x="62865" y="124777"/>
                    <a:pt x="60008" y="116205"/>
                  </a:cubicBezTo>
                  <a:cubicBezTo>
                    <a:pt x="57150" y="107633"/>
                    <a:pt x="55245" y="100013"/>
                    <a:pt x="55245" y="91440"/>
                  </a:cubicBezTo>
                  <a:cubicBezTo>
                    <a:pt x="55245" y="80010"/>
                    <a:pt x="58102" y="71438"/>
                    <a:pt x="64770" y="65723"/>
                  </a:cubicBezTo>
                  <a:cubicBezTo>
                    <a:pt x="65723" y="64770"/>
                    <a:pt x="68580" y="62865"/>
                    <a:pt x="71438" y="60960"/>
                  </a:cubicBezTo>
                  <a:cubicBezTo>
                    <a:pt x="74295" y="59055"/>
                    <a:pt x="78105" y="58102"/>
                    <a:pt x="80010" y="58102"/>
                  </a:cubicBezTo>
                  <a:cubicBezTo>
                    <a:pt x="83820" y="57150"/>
                    <a:pt x="87630" y="57150"/>
                    <a:pt x="92393" y="57150"/>
                  </a:cubicBezTo>
                  <a:cubicBezTo>
                    <a:pt x="97155" y="57150"/>
                    <a:pt x="100965" y="58102"/>
                    <a:pt x="104775" y="58102"/>
                  </a:cubicBezTo>
                  <a:cubicBezTo>
                    <a:pt x="111443" y="59055"/>
                    <a:pt x="118110" y="61913"/>
                    <a:pt x="124777" y="66675"/>
                  </a:cubicBezTo>
                  <a:cubicBezTo>
                    <a:pt x="134302" y="72390"/>
                    <a:pt x="144780" y="81915"/>
                    <a:pt x="151448" y="90488"/>
                  </a:cubicBezTo>
                  <a:lnTo>
                    <a:pt x="87630" y="90488"/>
                  </a:lnTo>
                  <a:cubicBezTo>
                    <a:pt x="83820" y="90488"/>
                    <a:pt x="81915" y="92393"/>
                    <a:pt x="81915" y="95250"/>
                  </a:cubicBezTo>
                  <a:cubicBezTo>
                    <a:pt x="81915" y="101918"/>
                    <a:pt x="82868" y="105727"/>
                    <a:pt x="85725" y="111443"/>
                  </a:cubicBezTo>
                  <a:cubicBezTo>
                    <a:pt x="88583" y="117158"/>
                    <a:pt x="100965" y="135255"/>
                    <a:pt x="125730" y="135255"/>
                  </a:cubicBezTo>
                  <a:lnTo>
                    <a:pt x="185738" y="135255"/>
                  </a:lnTo>
                  <a:cubicBezTo>
                    <a:pt x="196215" y="135255"/>
                    <a:pt x="203835" y="132398"/>
                    <a:pt x="207645" y="126683"/>
                  </a:cubicBezTo>
                  <a:cubicBezTo>
                    <a:pt x="211455" y="120968"/>
                    <a:pt x="212408" y="116205"/>
                    <a:pt x="212408" y="108585"/>
                  </a:cubicBezTo>
                  <a:cubicBezTo>
                    <a:pt x="212408" y="96202"/>
                    <a:pt x="209550" y="84773"/>
                    <a:pt x="202883" y="71438"/>
                  </a:cubicBezTo>
                  <a:cubicBezTo>
                    <a:pt x="196215" y="58102"/>
                    <a:pt x="187643" y="46673"/>
                    <a:pt x="176213" y="36195"/>
                  </a:cubicBezTo>
                  <a:cubicBezTo>
                    <a:pt x="164783" y="25718"/>
                    <a:pt x="152400" y="17145"/>
                    <a:pt x="138113" y="10477"/>
                  </a:cubicBezTo>
                  <a:cubicBezTo>
                    <a:pt x="123825" y="3810"/>
                    <a:pt x="108585" y="0"/>
                    <a:pt x="92393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4763"/>
                  </a:cubicBezTo>
                  <a:lnTo>
                    <a:pt x="0" y="92393"/>
                  </a:lnTo>
                  <a:cubicBezTo>
                    <a:pt x="0" y="108585"/>
                    <a:pt x="2858" y="123825"/>
                    <a:pt x="9525" y="139065"/>
                  </a:cubicBezTo>
                  <a:cubicBezTo>
                    <a:pt x="16193" y="153352"/>
                    <a:pt x="24765" y="166688"/>
                    <a:pt x="35243" y="177165"/>
                  </a:cubicBezTo>
                  <a:cubicBezTo>
                    <a:pt x="45720" y="188595"/>
                    <a:pt x="59055" y="197168"/>
                    <a:pt x="73343" y="202883"/>
                  </a:cubicBezTo>
                  <a:cubicBezTo>
                    <a:pt x="87630" y="209550"/>
                    <a:pt x="102870" y="212408"/>
                    <a:pt x="120015" y="212408"/>
                  </a:cubicBezTo>
                  <a:lnTo>
                    <a:pt x="208598" y="212408"/>
                  </a:lnTo>
                  <a:cubicBezTo>
                    <a:pt x="211455" y="212408"/>
                    <a:pt x="213360" y="210502"/>
                    <a:pt x="213360" y="207645"/>
                  </a:cubicBezTo>
                  <a:lnTo>
                    <a:pt x="213360" y="189548"/>
                  </a:lnTo>
                  <a:cubicBezTo>
                    <a:pt x="213360" y="179070"/>
                    <a:pt x="210502" y="171450"/>
                    <a:pt x="204788" y="165735"/>
                  </a:cubicBezTo>
                  <a:cubicBezTo>
                    <a:pt x="198120" y="161925"/>
                    <a:pt x="190500" y="159068"/>
                    <a:pt x="180023" y="15906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D1900A6F-25E2-467E-8CA0-88491E91ED1D}"/>
                </a:ext>
              </a:extLst>
            </p:cNvPr>
            <p:cNvSpPr/>
            <p:nvPr/>
          </p:nvSpPr>
          <p:spPr>
            <a:xfrm>
              <a:off x="5409247" y="3315652"/>
              <a:ext cx="446722" cy="214312"/>
            </a:xfrm>
            <a:custGeom>
              <a:avLst/>
              <a:gdLst>
                <a:gd name="connsiteX0" fmla="*/ 444818 w 446722"/>
                <a:gd name="connsiteY0" fmla="*/ 32385 h 214312"/>
                <a:gd name="connsiteX1" fmla="*/ 413385 w 446722"/>
                <a:gd name="connsiteY1" fmla="*/ 952 h 214312"/>
                <a:gd name="connsiteX2" fmla="*/ 380048 w 446722"/>
                <a:gd name="connsiteY2" fmla="*/ 952 h 214312"/>
                <a:gd name="connsiteX3" fmla="*/ 376238 w 446722"/>
                <a:gd name="connsiteY3" fmla="*/ 2858 h 214312"/>
                <a:gd name="connsiteX4" fmla="*/ 309563 w 446722"/>
                <a:gd name="connsiteY4" fmla="*/ 64770 h 214312"/>
                <a:gd name="connsiteX5" fmla="*/ 222885 w 446722"/>
                <a:gd name="connsiteY5" fmla="*/ 98108 h 214312"/>
                <a:gd name="connsiteX6" fmla="*/ 133350 w 446722"/>
                <a:gd name="connsiteY6" fmla="*/ 61913 h 214312"/>
                <a:gd name="connsiteX7" fmla="*/ 83820 w 446722"/>
                <a:gd name="connsiteY7" fmla="*/ 15240 h 214312"/>
                <a:gd name="connsiteX8" fmla="*/ 46672 w 446722"/>
                <a:gd name="connsiteY8" fmla="*/ 0 h 214312"/>
                <a:gd name="connsiteX9" fmla="*/ 6668 w 446722"/>
                <a:gd name="connsiteY9" fmla="*/ 0 h 214312"/>
                <a:gd name="connsiteX10" fmla="*/ 0 w 446722"/>
                <a:gd name="connsiteY10" fmla="*/ 6668 h 214312"/>
                <a:gd name="connsiteX11" fmla="*/ 0 w 446722"/>
                <a:gd name="connsiteY11" fmla="*/ 181927 h 214312"/>
                <a:gd name="connsiteX12" fmla="*/ 31433 w 446722"/>
                <a:gd name="connsiteY12" fmla="*/ 213360 h 214312"/>
                <a:gd name="connsiteX13" fmla="*/ 43815 w 446722"/>
                <a:gd name="connsiteY13" fmla="*/ 213360 h 214312"/>
                <a:gd name="connsiteX14" fmla="*/ 52388 w 446722"/>
                <a:gd name="connsiteY14" fmla="*/ 213360 h 214312"/>
                <a:gd name="connsiteX15" fmla="*/ 59055 w 446722"/>
                <a:gd name="connsiteY15" fmla="*/ 206693 h 214312"/>
                <a:gd name="connsiteX16" fmla="*/ 59055 w 446722"/>
                <a:gd name="connsiteY16" fmla="*/ 144780 h 214312"/>
                <a:gd name="connsiteX17" fmla="*/ 88583 w 446722"/>
                <a:gd name="connsiteY17" fmla="*/ 115252 h 214312"/>
                <a:gd name="connsiteX18" fmla="*/ 159067 w 446722"/>
                <a:gd name="connsiteY18" fmla="*/ 158115 h 214312"/>
                <a:gd name="connsiteX19" fmla="*/ 223838 w 446722"/>
                <a:gd name="connsiteY19" fmla="*/ 199073 h 214312"/>
                <a:gd name="connsiteX20" fmla="*/ 288608 w 446722"/>
                <a:gd name="connsiteY20" fmla="*/ 158115 h 214312"/>
                <a:gd name="connsiteX21" fmla="*/ 359093 w 446722"/>
                <a:gd name="connsiteY21" fmla="*/ 115252 h 214312"/>
                <a:gd name="connsiteX22" fmla="*/ 388620 w 446722"/>
                <a:gd name="connsiteY22" fmla="*/ 144780 h 214312"/>
                <a:gd name="connsiteX23" fmla="*/ 388620 w 446722"/>
                <a:gd name="connsiteY23" fmla="*/ 182880 h 214312"/>
                <a:gd name="connsiteX24" fmla="*/ 420053 w 446722"/>
                <a:gd name="connsiteY24" fmla="*/ 214313 h 214312"/>
                <a:gd name="connsiteX25" fmla="*/ 433388 w 446722"/>
                <a:gd name="connsiteY25" fmla="*/ 214313 h 214312"/>
                <a:gd name="connsiteX26" fmla="*/ 440055 w 446722"/>
                <a:gd name="connsiteY26" fmla="*/ 214313 h 214312"/>
                <a:gd name="connsiteX27" fmla="*/ 440055 w 446722"/>
                <a:gd name="connsiteY27" fmla="*/ 214313 h 214312"/>
                <a:gd name="connsiteX28" fmla="*/ 446723 w 446722"/>
                <a:gd name="connsiteY28" fmla="*/ 207645 h 214312"/>
                <a:gd name="connsiteX29" fmla="*/ 444818 w 446722"/>
                <a:gd name="connsiteY29" fmla="*/ 3238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46722" h="214312">
                  <a:moveTo>
                    <a:pt x="444818" y="32385"/>
                  </a:moveTo>
                  <a:cubicBezTo>
                    <a:pt x="444818" y="15240"/>
                    <a:pt x="430530" y="952"/>
                    <a:pt x="413385" y="952"/>
                  </a:cubicBezTo>
                  <a:lnTo>
                    <a:pt x="380048" y="952"/>
                  </a:lnTo>
                  <a:cubicBezTo>
                    <a:pt x="378143" y="952"/>
                    <a:pt x="377190" y="1905"/>
                    <a:pt x="376238" y="2858"/>
                  </a:cubicBezTo>
                  <a:lnTo>
                    <a:pt x="309563" y="64770"/>
                  </a:lnTo>
                  <a:cubicBezTo>
                    <a:pt x="286703" y="85725"/>
                    <a:pt x="256223" y="98108"/>
                    <a:pt x="222885" y="98108"/>
                  </a:cubicBezTo>
                  <a:cubicBezTo>
                    <a:pt x="187642" y="98108"/>
                    <a:pt x="156210" y="84773"/>
                    <a:pt x="133350" y="61913"/>
                  </a:cubicBezTo>
                  <a:cubicBezTo>
                    <a:pt x="133350" y="61913"/>
                    <a:pt x="84773" y="16193"/>
                    <a:pt x="83820" y="15240"/>
                  </a:cubicBezTo>
                  <a:cubicBezTo>
                    <a:pt x="74295" y="6668"/>
                    <a:pt x="61913" y="952"/>
                    <a:pt x="46672" y="0"/>
                  </a:cubicBezTo>
                  <a:lnTo>
                    <a:pt x="6668" y="0"/>
                  </a:lnTo>
                  <a:cubicBezTo>
                    <a:pt x="2858" y="0"/>
                    <a:pt x="0" y="2858"/>
                    <a:pt x="0" y="6668"/>
                  </a:cubicBezTo>
                  <a:lnTo>
                    <a:pt x="0" y="181927"/>
                  </a:lnTo>
                  <a:cubicBezTo>
                    <a:pt x="0" y="199073"/>
                    <a:pt x="14288" y="213360"/>
                    <a:pt x="31433" y="213360"/>
                  </a:cubicBezTo>
                  <a:lnTo>
                    <a:pt x="43815" y="213360"/>
                  </a:lnTo>
                  <a:lnTo>
                    <a:pt x="52388" y="213360"/>
                  </a:lnTo>
                  <a:cubicBezTo>
                    <a:pt x="56197" y="213360"/>
                    <a:pt x="59055" y="210502"/>
                    <a:pt x="59055" y="206693"/>
                  </a:cubicBezTo>
                  <a:lnTo>
                    <a:pt x="59055" y="144780"/>
                  </a:lnTo>
                  <a:cubicBezTo>
                    <a:pt x="59055" y="128588"/>
                    <a:pt x="72390" y="115252"/>
                    <a:pt x="88583" y="115252"/>
                  </a:cubicBezTo>
                  <a:cubicBezTo>
                    <a:pt x="118110" y="115252"/>
                    <a:pt x="140017" y="140970"/>
                    <a:pt x="159067" y="158115"/>
                  </a:cubicBezTo>
                  <a:cubicBezTo>
                    <a:pt x="182880" y="179070"/>
                    <a:pt x="200978" y="199073"/>
                    <a:pt x="223838" y="199073"/>
                  </a:cubicBezTo>
                  <a:cubicBezTo>
                    <a:pt x="246698" y="199073"/>
                    <a:pt x="264795" y="179070"/>
                    <a:pt x="288608" y="158115"/>
                  </a:cubicBezTo>
                  <a:cubicBezTo>
                    <a:pt x="307658" y="140970"/>
                    <a:pt x="329565" y="115252"/>
                    <a:pt x="359093" y="115252"/>
                  </a:cubicBezTo>
                  <a:cubicBezTo>
                    <a:pt x="375285" y="115252"/>
                    <a:pt x="388620" y="128588"/>
                    <a:pt x="388620" y="144780"/>
                  </a:cubicBezTo>
                  <a:lnTo>
                    <a:pt x="388620" y="182880"/>
                  </a:lnTo>
                  <a:cubicBezTo>
                    <a:pt x="388620" y="200025"/>
                    <a:pt x="402907" y="214313"/>
                    <a:pt x="420053" y="214313"/>
                  </a:cubicBezTo>
                  <a:lnTo>
                    <a:pt x="433388" y="214313"/>
                  </a:lnTo>
                  <a:cubicBezTo>
                    <a:pt x="437198" y="214313"/>
                    <a:pt x="440055" y="214313"/>
                    <a:pt x="440055" y="214313"/>
                  </a:cubicBezTo>
                  <a:lnTo>
                    <a:pt x="440055" y="214313"/>
                  </a:lnTo>
                  <a:cubicBezTo>
                    <a:pt x="443865" y="214313"/>
                    <a:pt x="446723" y="211455"/>
                    <a:pt x="446723" y="207645"/>
                  </a:cubicBezTo>
                  <a:cubicBezTo>
                    <a:pt x="444818" y="207645"/>
                    <a:pt x="444818" y="34290"/>
                    <a:pt x="444818" y="3238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85E9D78A-7D5B-47F0-BCD6-2B9BDE22C856}"/>
                </a:ext>
              </a:extLst>
            </p:cNvPr>
            <p:cNvSpPr/>
            <p:nvPr/>
          </p:nvSpPr>
          <p:spPr>
            <a:xfrm>
              <a:off x="6336029" y="3315652"/>
              <a:ext cx="213360" cy="216217"/>
            </a:xfrm>
            <a:custGeom>
              <a:avLst/>
              <a:gdLst>
                <a:gd name="connsiteX0" fmla="*/ 208598 w 213360"/>
                <a:gd name="connsiteY0" fmla="*/ 124777 h 216217"/>
                <a:gd name="connsiteX1" fmla="*/ 176213 w 213360"/>
                <a:gd name="connsiteY1" fmla="*/ 124777 h 216217"/>
                <a:gd name="connsiteX2" fmla="*/ 153353 w 213360"/>
                <a:gd name="connsiteY2" fmla="*/ 140018 h 216217"/>
                <a:gd name="connsiteX3" fmla="*/ 142875 w 213360"/>
                <a:gd name="connsiteY3" fmla="*/ 156210 h 216217"/>
                <a:gd name="connsiteX4" fmla="*/ 122873 w 213360"/>
                <a:gd name="connsiteY4" fmla="*/ 161925 h 216217"/>
                <a:gd name="connsiteX5" fmla="*/ 100013 w 213360"/>
                <a:gd name="connsiteY5" fmla="*/ 155258 h 216217"/>
                <a:gd name="connsiteX6" fmla="*/ 79058 w 213360"/>
                <a:gd name="connsiteY6" fmla="*/ 139065 h 216217"/>
                <a:gd name="connsiteX7" fmla="*/ 63817 w 213360"/>
                <a:gd name="connsiteY7" fmla="*/ 116205 h 216217"/>
                <a:gd name="connsiteX8" fmla="*/ 58103 w 213360"/>
                <a:gd name="connsiteY8" fmla="*/ 91440 h 216217"/>
                <a:gd name="connsiteX9" fmla="*/ 67628 w 213360"/>
                <a:gd name="connsiteY9" fmla="*/ 65723 h 216217"/>
                <a:gd name="connsiteX10" fmla="*/ 91440 w 213360"/>
                <a:gd name="connsiteY10" fmla="*/ 56198 h 216217"/>
                <a:gd name="connsiteX11" fmla="*/ 123825 w 213360"/>
                <a:gd name="connsiteY11" fmla="*/ 68580 h 216217"/>
                <a:gd name="connsiteX12" fmla="*/ 138113 w 213360"/>
                <a:gd name="connsiteY12" fmla="*/ 73343 h 216217"/>
                <a:gd name="connsiteX13" fmla="*/ 153353 w 213360"/>
                <a:gd name="connsiteY13" fmla="*/ 64770 h 216217"/>
                <a:gd name="connsiteX14" fmla="*/ 175260 w 213360"/>
                <a:gd name="connsiteY14" fmla="*/ 42863 h 216217"/>
                <a:gd name="connsiteX15" fmla="*/ 177165 w 213360"/>
                <a:gd name="connsiteY15" fmla="*/ 39052 h 216217"/>
                <a:gd name="connsiteX16" fmla="*/ 174308 w 213360"/>
                <a:gd name="connsiteY16" fmla="*/ 35243 h 216217"/>
                <a:gd name="connsiteX17" fmla="*/ 135255 w 213360"/>
                <a:gd name="connsiteY17" fmla="*/ 9525 h 216217"/>
                <a:gd name="connsiteX18" fmla="*/ 91440 w 213360"/>
                <a:gd name="connsiteY18" fmla="*/ 0 h 216217"/>
                <a:gd name="connsiteX19" fmla="*/ 4763 w 213360"/>
                <a:gd name="connsiteY19" fmla="*/ 0 h 216217"/>
                <a:gd name="connsiteX20" fmla="*/ 0 w 213360"/>
                <a:gd name="connsiteY20" fmla="*/ 5715 h 216217"/>
                <a:gd name="connsiteX21" fmla="*/ 0 w 213360"/>
                <a:gd name="connsiteY21" fmla="*/ 91440 h 216217"/>
                <a:gd name="connsiteX22" fmla="*/ 10478 w 213360"/>
                <a:gd name="connsiteY22" fmla="*/ 139065 h 216217"/>
                <a:gd name="connsiteX23" fmla="*/ 38100 w 213360"/>
                <a:gd name="connsiteY23" fmla="*/ 178118 h 216217"/>
                <a:gd name="connsiteX24" fmla="*/ 77153 w 213360"/>
                <a:gd name="connsiteY24" fmla="*/ 205740 h 216217"/>
                <a:gd name="connsiteX25" fmla="*/ 122873 w 213360"/>
                <a:gd name="connsiteY25" fmla="*/ 216218 h 216217"/>
                <a:gd name="connsiteX26" fmla="*/ 158115 w 213360"/>
                <a:gd name="connsiteY26" fmla="*/ 209550 h 216217"/>
                <a:gd name="connsiteX27" fmla="*/ 185738 w 213360"/>
                <a:gd name="connsiteY27" fmla="*/ 191452 h 216217"/>
                <a:gd name="connsiteX28" fmla="*/ 204788 w 213360"/>
                <a:gd name="connsiteY28" fmla="*/ 163830 h 216217"/>
                <a:gd name="connsiteX29" fmla="*/ 213360 w 213360"/>
                <a:gd name="connsiteY29" fmla="*/ 129540 h 216217"/>
                <a:gd name="connsiteX30" fmla="*/ 208598 w 213360"/>
                <a:gd name="connsiteY30" fmla="*/ 124777 h 21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3360" h="216217">
                  <a:moveTo>
                    <a:pt x="208598" y="124777"/>
                  </a:moveTo>
                  <a:lnTo>
                    <a:pt x="176213" y="124777"/>
                  </a:lnTo>
                  <a:cubicBezTo>
                    <a:pt x="164783" y="124777"/>
                    <a:pt x="156210" y="129540"/>
                    <a:pt x="153353" y="140018"/>
                  </a:cubicBezTo>
                  <a:cubicBezTo>
                    <a:pt x="151448" y="146685"/>
                    <a:pt x="147638" y="152400"/>
                    <a:pt x="142875" y="156210"/>
                  </a:cubicBezTo>
                  <a:cubicBezTo>
                    <a:pt x="138113" y="160020"/>
                    <a:pt x="131445" y="161925"/>
                    <a:pt x="122873" y="161925"/>
                  </a:cubicBezTo>
                  <a:cubicBezTo>
                    <a:pt x="115253" y="161925"/>
                    <a:pt x="107633" y="160020"/>
                    <a:pt x="100013" y="155258"/>
                  </a:cubicBezTo>
                  <a:cubicBezTo>
                    <a:pt x="92392" y="151448"/>
                    <a:pt x="85725" y="145733"/>
                    <a:pt x="79058" y="139065"/>
                  </a:cubicBezTo>
                  <a:cubicBezTo>
                    <a:pt x="73342" y="132398"/>
                    <a:pt x="67628" y="124777"/>
                    <a:pt x="63817" y="116205"/>
                  </a:cubicBezTo>
                  <a:cubicBezTo>
                    <a:pt x="60008" y="107633"/>
                    <a:pt x="58103" y="99060"/>
                    <a:pt x="58103" y="91440"/>
                  </a:cubicBezTo>
                  <a:cubicBezTo>
                    <a:pt x="58103" y="80963"/>
                    <a:pt x="60960" y="72390"/>
                    <a:pt x="67628" y="65723"/>
                  </a:cubicBezTo>
                  <a:cubicBezTo>
                    <a:pt x="74295" y="59055"/>
                    <a:pt x="81915" y="56198"/>
                    <a:pt x="91440" y="56198"/>
                  </a:cubicBezTo>
                  <a:cubicBezTo>
                    <a:pt x="102870" y="56198"/>
                    <a:pt x="113348" y="60008"/>
                    <a:pt x="123825" y="68580"/>
                  </a:cubicBezTo>
                  <a:cubicBezTo>
                    <a:pt x="128588" y="71438"/>
                    <a:pt x="133350" y="73343"/>
                    <a:pt x="138113" y="73343"/>
                  </a:cubicBezTo>
                  <a:cubicBezTo>
                    <a:pt x="142875" y="73343"/>
                    <a:pt x="148590" y="70485"/>
                    <a:pt x="153353" y="64770"/>
                  </a:cubicBezTo>
                  <a:lnTo>
                    <a:pt x="175260" y="42863"/>
                  </a:lnTo>
                  <a:cubicBezTo>
                    <a:pt x="176213" y="41910"/>
                    <a:pt x="177165" y="40005"/>
                    <a:pt x="177165" y="39052"/>
                  </a:cubicBezTo>
                  <a:cubicBezTo>
                    <a:pt x="177165" y="38100"/>
                    <a:pt x="176213" y="37148"/>
                    <a:pt x="174308" y="35243"/>
                  </a:cubicBezTo>
                  <a:cubicBezTo>
                    <a:pt x="162878" y="24765"/>
                    <a:pt x="149542" y="16193"/>
                    <a:pt x="135255" y="9525"/>
                  </a:cubicBezTo>
                  <a:cubicBezTo>
                    <a:pt x="120967" y="3810"/>
                    <a:pt x="106680" y="0"/>
                    <a:pt x="91440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5715"/>
                  </a:cubicBezTo>
                  <a:lnTo>
                    <a:pt x="0" y="91440"/>
                  </a:lnTo>
                  <a:cubicBezTo>
                    <a:pt x="0" y="107633"/>
                    <a:pt x="3810" y="123825"/>
                    <a:pt x="10478" y="139065"/>
                  </a:cubicBezTo>
                  <a:cubicBezTo>
                    <a:pt x="17145" y="154305"/>
                    <a:pt x="26670" y="167640"/>
                    <a:pt x="38100" y="178118"/>
                  </a:cubicBezTo>
                  <a:cubicBezTo>
                    <a:pt x="49530" y="189548"/>
                    <a:pt x="62865" y="198120"/>
                    <a:pt x="77153" y="205740"/>
                  </a:cubicBezTo>
                  <a:cubicBezTo>
                    <a:pt x="91440" y="212408"/>
                    <a:pt x="106680" y="216218"/>
                    <a:pt x="122873" y="216218"/>
                  </a:cubicBezTo>
                  <a:cubicBezTo>
                    <a:pt x="135255" y="216218"/>
                    <a:pt x="147638" y="214313"/>
                    <a:pt x="158115" y="209550"/>
                  </a:cubicBezTo>
                  <a:cubicBezTo>
                    <a:pt x="168592" y="205740"/>
                    <a:pt x="178117" y="199073"/>
                    <a:pt x="185738" y="191452"/>
                  </a:cubicBezTo>
                  <a:cubicBezTo>
                    <a:pt x="193358" y="183833"/>
                    <a:pt x="200025" y="174308"/>
                    <a:pt x="204788" y="163830"/>
                  </a:cubicBezTo>
                  <a:cubicBezTo>
                    <a:pt x="209550" y="153352"/>
                    <a:pt x="212408" y="141923"/>
                    <a:pt x="213360" y="129540"/>
                  </a:cubicBezTo>
                  <a:cubicBezTo>
                    <a:pt x="213360" y="126683"/>
                    <a:pt x="212408" y="124777"/>
                    <a:pt x="208598" y="12477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id="{D2C061EF-8492-46AD-B925-36DFE8433EE3}"/>
              </a:ext>
            </a:extLst>
          </p:cNvPr>
          <p:cNvSpPr>
            <a:spLocks/>
          </p:cNvSpPr>
          <p:nvPr userDrawn="1"/>
        </p:nvSpPr>
        <p:spPr bwMode="auto">
          <a:xfrm rot="8577572">
            <a:off x="11479273" y="546141"/>
            <a:ext cx="1151816" cy="967694"/>
          </a:xfrm>
          <a:custGeom>
            <a:avLst/>
            <a:gdLst>
              <a:gd name="connsiteX0" fmla="*/ 0 w 1151816"/>
              <a:gd name="connsiteY0" fmla="*/ 967694 h 967694"/>
              <a:gd name="connsiteX1" fmla="*/ 730282 w 1151816"/>
              <a:gd name="connsiteY1" fmla="*/ 0 h 967694"/>
              <a:gd name="connsiteX2" fmla="*/ 763234 w 1151816"/>
              <a:gd name="connsiteY2" fmla="*/ 30926 h 967694"/>
              <a:gd name="connsiteX3" fmla="*/ 1099335 w 1151816"/>
              <a:gd name="connsiteY3" fmla="*/ 415702 h 967694"/>
              <a:gd name="connsiteX4" fmla="*/ 922766 w 1151816"/>
              <a:gd name="connsiteY4" fmla="*/ 859894 h 967694"/>
              <a:gd name="connsiteX5" fmla="*/ 64712 w 1151816"/>
              <a:gd name="connsiteY5" fmla="*/ 967064 h 96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816" h="967694">
                <a:moveTo>
                  <a:pt x="0" y="967694"/>
                </a:moveTo>
                <a:lnTo>
                  <a:pt x="730282" y="0"/>
                </a:lnTo>
                <a:lnTo>
                  <a:pt x="763234" y="30926"/>
                </a:lnTo>
                <a:cubicBezTo>
                  <a:pt x="895919" y="160395"/>
                  <a:pt x="1020860" y="302059"/>
                  <a:pt x="1099335" y="415702"/>
                </a:cubicBezTo>
                <a:cubicBezTo>
                  <a:pt x="1218080" y="586944"/>
                  <a:pt x="1125149" y="817343"/>
                  <a:pt x="922766" y="859894"/>
                </a:cubicBezTo>
                <a:cubicBezTo>
                  <a:pt x="587568" y="929817"/>
                  <a:pt x="265811" y="961601"/>
                  <a:pt x="64712" y="967064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100000">
                <a:srgbClr val="398ACB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9" name="Полилиния: фигура 28">
            <a:extLst>
              <a:ext uri="{FF2B5EF4-FFF2-40B4-BE49-F238E27FC236}">
                <a16:creationId xmlns:a16="http://schemas.microsoft.com/office/drawing/2014/main" id="{28240FCA-FBAE-48EF-9096-93BF98D7DCF4}"/>
              </a:ext>
            </a:extLst>
          </p:cNvPr>
          <p:cNvSpPr>
            <a:spLocks/>
          </p:cNvSpPr>
          <p:nvPr userDrawn="1"/>
        </p:nvSpPr>
        <p:spPr bwMode="auto">
          <a:xfrm rot="12148300">
            <a:off x="10957805" y="-230629"/>
            <a:ext cx="1175267" cy="740171"/>
          </a:xfrm>
          <a:custGeom>
            <a:avLst/>
            <a:gdLst>
              <a:gd name="connsiteX0" fmla="*/ 1175267 w 1175267"/>
              <a:gd name="connsiteY0" fmla="*/ 277935 h 740171"/>
              <a:gd name="connsiteX1" fmla="*/ 57768 w 1175267"/>
              <a:gd name="connsiteY1" fmla="*/ 740171 h 740171"/>
              <a:gd name="connsiteX2" fmla="*/ 13310 w 1175267"/>
              <a:gd name="connsiteY2" fmla="*/ 692603 h 740171"/>
              <a:gd name="connsiteX3" fmla="*/ 3614 w 1175267"/>
              <a:gd name="connsiteY3" fmla="*/ 608356 h 740171"/>
              <a:gd name="connsiteX4" fmla="*/ 300993 w 1175267"/>
              <a:gd name="connsiteY4" fmla="*/ 101578 h 740171"/>
              <a:gd name="connsiteX5" fmla="*/ 730541 w 1175267"/>
              <a:gd name="connsiteY5" fmla="*/ 39135 h 740171"/>
              <a:gd name="connsiteX6" fmla="*/ 1113107 w 1175267"/>
              <a:gd name="connsiteY6" fmla="*/ 236489 h 74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5267" h="740171">
                <a:moveTo>
                  <a:pt x="1175267" y="277935"/>
                </a:moveTo>
                <a:lnTo>
                  <a:pt x="57768" y="740171"/>
                </a:lnTo>
                <a:lnTo>
                  <a:pt x="13310" y="692603"/>
                </a:lnTo>
                <a:cubicBezTo>
                  <a:pt x="194" y="666444"/>
                  <a:pt x="-3614" y="637934"/>
                  <a:pt x="3614" y="608356"/>
                </a:cubicBezTo>
                <a:cubicBezTo>
                  <a:pt x="51112" y="421025"/>
                  <a:pt x="193606" y="216605"/>
                  <a:pt x="300993" y="101578"/>
                </a:cubicBezTo>
                <a:cubicBezTo>
                  <a:pt x="404250" y="-8848"/>
                  <a:pt x="548809" y="-28567"/>
                  <a:pt x="730541" y="39135"/>
                </a:cubicBezTo>
                <a:cubicBezTo>
                  <a:pt x="839994" y="80216"/>
                  <a:pt x="980422" y="154491"/>
                  <a:pt x="1113107" y="236489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70000">
                <a:srgbClr val="73B5D7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12879-4A0B-421F-A730-4384137D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02" y="6334919"/>
            <a:ext cx="807741" cy="365125"/>
          </a:xfrm>
        </p:spPr>
        <p:txBody>
          <a:bodyPr/>
          <a:lstStyle>
            <a:lvl1pPr algn="l">
              <a:defRPr/>
            </a:lvl1pPr>
          </a:lstStyle>
          <a:p>
            <a:fld id="{E05DA353-F16A-46E9-BF3A-5C7883ED105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4230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олилиния: фигура 22">
            <a:extLst>
              <a:ext uri="{FF2B5EF4-FFF2-40B4-BE49-F238E27FC236}">
                <a16:creationId xmlns:a16="http://schemas.microsoft.com/office/drawing/2014/main" id="{CB4F5692-ACBE-4155-A563-B123939F81BC}"/>
              </a:ext>
            </a:extLst>
          </p:cNvPr>
          <p:cNvSpPr/>
          <p:nvPr userDrawn="1"/>
        </p:nvSpPr>
        <p:spPr>
          <a:xfrm flipH="1" flipV="1">
            <a:off x="10166464" y="-2"/>
            <a:ext cx="2062186" cy="960184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69540D-4B84-4D48-B17E-A752B4EEA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971" y="497766"/>
            <a:ext cx="10909300" cy="783083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A6F06F-C669-43A6-800C-BFBE16B84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31B0DE8-632B-49C0-BA65-E35CCB03ED26}"/>
              </a:ext>
            </a:extLst>
          </p:cNvPr>
          <p:cNvGrpSpPr/>
          <p:nvPr userDrawn="1"/>
        </p:nvGrpSpPr>
        <p:grpSpPr>
          <a:xfrm>
            <a:off x="10753760" y="6379029"/>
            <a:ext cx="1155242" cy="182109"/>
            <a:chOff x="5409247" y="3315652"/>
            <a:chExt cx="1371600" cy="216217"/>
          </a:xfrm>
          <a:solidFill>
            <a:srgbClr val="398ACB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48AD9ABC-F5A0-44CB-815C-B2BF20C91B69}"/>
                </a:ext>
              </a:extLst>
            </p:cNvPr>
            <p:cNvSpPr/>
            <p:nvPr/>
          </p:nvSpPr>
          <p:spPr>
            <a:xfrm>
              <a:off x="6568440" y="3317557"/>
              <a:ext cx="212407" cy="213359"/>
            </a:xfrm>
            <a:custGeom>
              <a:avLst/>
              <a:gdLst>
                <a:gd name="connsiteX0" fmla="*/ 16192 w 212407"/>
                <a:gd name="connsiteY0" fmla="*/ 212407 h 213359"/>
                <a:gd name="connsiteX1" fmla="*/ 51435 w 212407"/>
                <a:gd name="connsiteY1" fmla="*/ 197167 h 213359"/>
                <a:gd name="connsiteX2" fmla="*/ 64770 w 212407"/>
                <a:gd name="connsiteY2" fmla="*/ 182880 h 213359"/>
                <a:gd name="connsiteX3" fmla="*/ 81915 w 212407"/>
                <a:gd name="connsiteY3" fmla="*/ 174307 h 213359"/>
                <a:gd name="connsiteX4" fmla="*/ 86677 w 212407"/>
                <a:gd name="connsiteY4" fmla="*/ 174307 h 213359"/>
                <a:gd name="connsiteX5" fmla="*/ 93345 w 212407"/>
                <a:gd name="connsiteY5" fmla="*/ 175260 h 213359"/>
                <a:gd name="connsiteX6" fmla="*/ 113347 w 212407"/>
                <a:gd name="connsiteY6" fmla="*/ 180975 h 213359"/>
                <a:gd name="connsiteX7" fmla="*/ 172402 w 212407"/>
                <a:gd name="connsiteY7" fmla="*/ 205740 h 213359"/>
                <a:gd name="connsiteX8" fmla="*/ 199072 w 212407"/>
                <a:gd name="connsiteY8" fmla="*/ 212407 h 213359"/>
                <a:gd name="connsiteX9" fmla="*/ 207645 w 212407"/>
                <a:gd name="connsiteY9" fmla="*/ 212407 h 213359"/>
                <a:gd name="connsiteX10" fmla="*/ 212407 w 212407"/>
                <a:gd name="connsiteY10" fmla="*/ 207645 h 213359"/>
                <a:gd name="connsiteX11" fmla="*/ 212407 w 212407"/>
                <a:gd name="connsiteY11" fmla="*/ 185738 h 213359"/>
                <a:gd name="connsiteX12" fmla="*/ 188595 w 212407"/>
                <a:gd name="connsiteY12" fmla="*/ 150495 h 213359"/>
                <a:gd name="connsiteX13" fmla="*/ 175260 w 212407"/>
                <a:gd name="connsiteY13" fmla="*/ 144780 h 213359"/>
                <a:gd name="connsiteX14" fmla="*/ 146685 w 212407"/>
                <a:gd name="connsiteY14" fmla="*/ 126682 h 213359"/>
                <a:gd name="connsiteX15" fmla="*/ 148590 w 212407"/>
                <a:gd name="connsiteY15" fmla="*/ 99060 h 213359"/>
                <a:gd name="connsiteX16" fmla="*/ 201930 w 212407"/>
                <a:gd name="connsiteY16" fmla="*/ 45720 h 213359"/>
                <a:gd name="connsiteX17" fmla="*/ 212407 w 212407"/>
                <a:gd name="connsiteY17" fmla="*/ 20002 h 213359"/>
                <a:gd name="connsiteX18" fmla="*/ 211455 w 212407"/>
                <a:gd name="connsiteY18" fmla="*/ 12382 h 213359"/>
                <a:gd name="connsiteX19" fmla="*/ 207645 w 212407"/>
                <a:gd name="connsiteY19" fmla="*/ 5715 h 213359"/>
                <a:gd name="connsiteX20" fmla="*/ 193357 w 212407"/>
                <a:gd name="connsiteY20" fmla="*/ 0 h 213359"/>
                <a:gd name="connsiteX21" fmla="*/ 184785 w 212407"/>
                <a:gd name="connsiteY21" fmla="*/ 0 h 213359"/>
                <a:gd name="connsiteX22" fmla="*/ 149542 w 212407"/>
                <a:gd name="connsiteY22" fmla="*/ 15240 h 213359"/>
                <a:gd name="connsiteX23" fmla="*/ 105727 w 212407"/>
                <a:gd name="connsiteY23" fmla="*/ 59055 h 213359"/>
                <a:gd name="connsiteX24" fmla="*/ 57150 w 212407"/>
                <a:gd name="connsiteY24" fmla="*/ 107632 h 213359"/>
                <a:gd name="connsiteX25" fmla="*/ 57150 w 212407"/>
                <a:gd name="connsiteY25" fmla="*/ 31432 h 213359"/>
                <a:gd name="connsiteX26" fmla="*/ 25717 w 212407"/>
                <a:gd name="connsiteY26" fmla="*/ 0 h 213359"/>
                <a:gd name="connsiteX27" fmla="*/ 13335 w 212407"/>
                <a:gd name="connsiteY27" fmla="*/ 0 h 213359"/>
                <a:gd name="connsiteX28" fmla="*/ 1905 w 212407"/>
                <a:gd name="connsiteY28" fmla="*/ 952 h 213359"/>
                <a:gd name="connsiteX29" fmla="*/ 0 w 212407"/>
                <a:gd name="connsiteY29" fmla="*/ 6667 h 213359"/>
                <a:gd name="connsiteX30" fmla="*/ 0 w 212407"/>
                <a:gd name="connsiteY30" fmla="*/ 208597 h 213359"/>
                <a:gd name="connsiteX31" fmla="*/ 4763 w 212407"/>
                <a:gd name="connsiteY31" fmla="*/ 213360 h 213359"/>
                <a:gd name="connsiteX32" fmla="*/ 16192 w 212407"/>
                <a:gd name="connsiteY32" fmla="*/ 213360 h 21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12407" h="213359">
                  <a:moveTo>
                    <a:pt x="16192" y="212407"/>
                  </a:moveTo>
                  <a:cubicBezTo>
                    <a:pt x="30480" y="212407"/>
                    <a:pt x="41910" y="205740"/>
                    <a:pt x="51435" y="197167"/>
                  </a:cubicBezTo>
                  <a:cubicBezTo>
                    <a:pt x="51435" y="197167"/>
                    <a:pt x="57150" y="190500"/>
                    <a:pt x="64770" y="182880"/>
                  </a:cubicBezTo>
                  <a:cubicBezTo>
                    <a:pt x="69532" y="178117"/>
                    <a:pt x="75247" y="175260"/>
                    <a:pt x="81915" y="174307"/>
                  </a:cubicBezTo>
                  <a:cubicBezTo>
                    <a:pt x="82867" y="174307"/>
                    <a:pt x="86677" y="174307"/>
                    <a:pt x="86677" y="174307"/>
                  </a:cubicBezTo>
                  <a:cubicBezTo>
                    <a:pt x="88582" y="174307"/>
                    <a:pt x="91440" y="174307"/>
                    <a:pt x="93345" y="175260"/>
                  </a:cubicBezTo>
                  <a:cubicBezTo>
                    <a:pt x="100965" y="176213"/>
                    <a:pt x="107632" y="178117"/>
                    <a:pt x="113347" y="180975"/>
                  </a:cubicBezTo>
                  <a:lnTo>
                    <a:pt x="172402" y="205740"/>
                  </a:lnTo>
                  <a:cubicBezTo>
                    <a:pt x="172402" y="205740"/>
                    <a:pt x="186690" y="212407"/>
                    <a:pt x="199072" y="212407"/>
                  </a:cubicBezTo>
                  <a:lnTo>
                    <a:pt x="207645" y="212407"/>
                  </a:lnTo>
                  <a:cubicBezTo>
                    <a:pt x="210502" y="212407"/>
                    <a:pt x="212407" y="209550"/>
                    <a:pt x="212407" y="207645"/>
                  </a:cubicBezTo>
                  <a:lnTo>
                    <a:pt x="212407" y="185738"/>
                  </a:lnTo>
                  <a:cubicBezTo>
                    <a:pt x="212407" y="170497"/>
                    <a:pt x="203835" y="156210"/>
                    <a:pt x="188595" y="150495"/>
                  </a:cubicBezTo>
                  <a:lnTo>
                    <a:pt x="175260" y="144780"/>
                  </a:lnTo>
                  <a:cubicBezTo>
                    <a:pt x="164782" y="140970"/>
                    <a:pt x="152400" y="132397"/>
                    <a:pt x="146685" y="126682"/>
                  </a:cubicBezTo>
                  <a:cubicBezTo>
                    <a:pt x="146685" y="126682"/>
                    <a:pt x="134302" y="112395"/>
                    <a:pt x="148590" y="99060"/>
                  </a:cubicBezTo>
                  <a:lnTo>
                    <a:pt x="201930" y="45720"/>
                  </a:lnTo>
                  <a:cubicBezTo>
                    <a:pt x="208597" y="38100"/>
                    <a:pt x="212407" y="29527"/>
                    <a:pt x="212407" y="20002"/>
                  </a:cubicBezTo>
                  <a:cubicBezTo>
                    <a:pt x="212407" y="20002"/>
                    <a:pt x="212407" y="16192"/>
                    <a:pt x="211455" y="12382"/>
                  </a:cubicBezTo>
                  <a:cubicBezTo>
                    <a:pt x="210502" y="9525"/>
                    <a:pt x="208597" y="6667"/>
                    <a:pt x="207645" y="5715"/>
                  </a:cubicBezTo>
                  <a:cubicBezTo>
                    <a:pt x="203835" y="1905"/>
                    <a:pt x="200025" y="952"/>
                    <a:pt x="193357" y="0"/>
                  </a:cubicBezTo>
                  <a:lnTo>
                    <a:pt x="184785" y="0"/>
                  </a:lnTo>
                  <a:cubicBezTo>
                    <a:pt x="170497" y="0"/>
                    <a:pt x="159067" y="6667"/>
                    <a:pt x="149542" y="15240"/>
                  </a:cubicBezTo>
                  <a:cubicBezTo>
                    <a:pt x="149542" y="15240"/>
                    <a:pt x="114300" y="50482"/>
                    <a:pt x="105727" y="59055"/>
                  </a:cubicBezTo>
                  <a:lnTo>
                    <a:pt x="57150" y="107632"/>
                  </a:lnTo>
                  <a:lnTo>
                    <a:pt x="57150" y="31432"/>
                  </a:lnTo>
                  <a:cubicBezTo>
                    <a:pt x="57150" y="14288"/>
                    <a:pt x="42863" y="0"/>
                    <a:pt x="25717" y="0"/>
                  </a:cubicBezTo>
                  <a:lnTo>
                    <a:pt x="13335" y="0"/>
                  </a:lnTo>
                  <a:cubicBezTo>
                    <a:pt x="9525" y="0"/>
                    <a:pt x="4763" y="0"/>
                    <a:pt x="1905" y="952"/>
                  </a:cubicBezTo>
                  <a:cubicBezTo>
                    <a:pt x="0" y="1905"/>
                    <a:pt x="0" y="3810"/>
                    <a:pt x="0" y="6667"/>
                  </a:cubicBezTo>
                  <a:lnTo>
                    <a:pt x="0" y="208597"/>
                  </a:lnTo>
                  <a:cubicBezTo>
                    <a:pt x="0" y="211455"/>
                    <a:pt x="1905" y="213360"/>
                    <a:pt x="4763" y="213360"/>
                  </a:cubicBezTo>
                  <a:lnTo>
                    <a:pt x="16192" y="2133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2B58CB1-F6A7-4EAA-9959-1CF154441928}"/>
                </a:ext>
              </a:extLst>
            </p:cNvPr>
            <p:cNvSpPr/>
            <p:nvPr/>
          </p:nvSpPr>
          <p:spPr>
            <a:xfrm>
              <a:off x="6104572" y="3315652"/>
              <a:ext cx="233362" cy="214312"/>
            </a:xfrm>
            <a:custGeom>
              <a:avLst/>
              <a:gdLst>
                <a:gd name="connsiteX0" fmla="*/ 228600 w 233362"/>
                <a:gd name="connsiteY0" fmla="*/ 188595 h 214312"/>
                <a:gd name="connsiteX1" fmla="*/ 195263 w 233362"/>
                <a:gd name="connsiteY1" fmla="*/ 167640 h 214312"/>
                <a:gd name="connsiteX2" fmla="*/ 171450 w 233362"/>
                <a:gd name="connsiteY2" fmla="*/ 148590 h 214312"/>
                <a:gd name="connsiteX3" fmla="*/ 200977 w 233362"/>
                <a:gd name="connsiteY3" fmla="*/ 126683 h 214312"/>
                <a:gd name="connsiteX4" fmla="*/ 212407 w 233362"/>
                <a:gd name="connsiteY4" fmla="*/ 93345 h 214312"/>
                <a:gd name="connsiteX5" fmla="*/ 200977 w 233362"/>
                <a:gd name="connsiteY5" fmla="*/ 57150 h 214312"/>
                <a:gd name="connsiteX6" fmla="*/ 172402 w 233362"/>
                <a:gd name="connsiteY6" fmla="*/ 27623 h 214312"/>
                <a:gd name="connsiteX7" fmla="*/ 133350 w 233362"/>
                <a:gd name="connsiteY7" fmla="*/ 7620 h 214312"/>
                <a:gd name="connsiteX8" fmla="*/ 90488 w 233362"/>
                <a:gd name="connsiteY8" fmla="*/ 0 h 214312"/>
                <a:gd name="connsiteX9" fmla="*/ 4763 w 233362"/>
                <a:gd name="connsiteY9" fmla="*/ 0 h 214312"/>
                <a:gd name="connsiteX10" fmla="*/ 0 w 233362"/>
                <a:gd name="connsiteY10" fmla="*/ 4763 h 214312"/>
                <a:gd name="connsiteX11" fmla="*/ 0 w 233362"/>
                <a:gd name="connsiteY11" fmla="*/ 148590 h 214312"/>
                <a:gd name="connsiteX12" fmla="*/ 0 w 233362"/>
                <a:gd name="connsiteY12" fmla="*/ 180975 h 214312"/>
                <a:gd name="connsiteX13" fmla="*/ 0 w 233362"/>
                <a:gd name="connsiteY13" fmla="*/ 192405 h 214312"/>
                <a:gd name="connsiteX14" fmla="*/ 0 w 233362"/>
                <a:gd name="connsiteY14" fmla="*/ 206693 h 214312"/>
                <a:gd name="connsiteX15" fmla="*/ 1905 w 233362"/>
                <a:gd name="connsiteY15" fmla="*/ 212408 h 214312"/>
                <a:gd name="connsiteX16" fmla="*/ 14288 w 233362"/>
                <a:gd name="connsiteY16" fmla="*/ 214313 h 214312"/>
                <a:gd name="connsiteX17" fmla="*/ 29527 w 233362"/>
                <a:gd name="connsiteY17" fmla="*/ 212408 h 214312"/>
                <a:gd name="connsiteX18" fmla="*/ 47625 w 233362"/>
                <a:gd name="connsiteY18" fmla="*/ 199073 h 214312"/>
                <a:gd name="connsiteX19" fmla="*/ 58102 w 233362"/>
                <a:gd name="connsiteY19" fmla="*/ 162877 h 214312"/>
                <a:gd name="connsiteX20" fmla="*/ 58102 w 233362"/>
                <a:gd name="connsiteY20" fmla="*/ 75248 h 214312"/>
                <a:gd name="connsiteX21" fmla="*/ 59055 w 233362"/>
                <a:gd name="connsiteY21" fmla="*/ 69533 h 214312"/>
                <a:gd name="connsiteX22" fmla="*/ 60960 w 233362"/>
                <a:gd name="connsiteY22" fmla="*/ 65723 h 214312"/>
                <a:gd name="connsiteX23" fmla="*/ 114300 w 233362"/>
                <a:gd name="connsiteY23" fmla="*/ 55245 h 214312"/>
                <a:gd name="connsiteX24" fmla="*/ 152400 w 233362"/>
                <a:gd name="connsiteY24" fmla="*/ 95250 h 214312"/>
                <a:gd name="connsiteX25" fmla="*/ 122873 w 233362"/>
                <a:gd name="connsiteY25" fmla="*/ 112395 h 214312"/>
                <a:gd name="connsiteX26" fmla="*/ 101917 w 233362"/>
                <a:gd name="connsiteY26" fmla="*/ 108585 h 214312"/>
                <a:gd name="connsiteX27" fmla="*/ 93345 w 233362"/>
                <a:gd name="connsiteY27" fmla="*/ 105727 h 214312"/>
                <a:gd name="connsiteX28" fmla="*/ 85725 w 233362"/>
                <a:gd name="connsiteY28" fmla="*/ 103823 h 214312"/>
                <a:gd name="connsiteX29" fmla="*/ 81915 w 233362"/>
                <a:gd name="connsiteY29" fmla="*/ 109538 h 214312"/>
                <a:gd name="connsiteX30" fmla="*/ 81915 w 233362"/>
                <a:gd name="connsiteY30" fmla="*/ 132398 h 214312"/>
                <a:gd name="connsiteX31" fmla="*/ 89535 w 233362"/>
                <a:gd name="connsiteY31" fmla="*/ 151448 h 214312"/>
                <a:gd name="connsiteX32" fmla="*/ 160020 w 233362"/>
                <a:gd name="connsiteY32" fmla="*/ 206693 h 214312"/>
                <a:gd name="connsiteX33" fmla="*/ 181927 w 233362"/>
                <a:gd name="connsiteY33" fmla="*/ 214313 h 214312"/>
                <a:gd name="connsiteX34" fmla="*/ 228600 w 233362"/>
                <a:gd name="connsiteY34" fmla="*/ 214313 h 214312"/>
                <a:gd name="connsiteX35" fmla="*/ 233363 w 233362"/>
                <a:gd name="connsiteY35" fmla="*/ 208598 h 214312"/>
                <a:gd name="connsiteX36" fmla="*/ 233363 w 233362"/>
                <a:gd name="connsiteY36" fmla="*/ 193358 h 214312"/>
                <a:gd name="connsiteX37" fmla="*/ 228600 w 233362"/>
                <a:gd name="connsiteY37" fmla="*/ 18859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3362" h="214312">
                  <a:moveTo>
                    <a:pt x="228600" y="188595"/>
                  </a:moveTo>
                  <a:cubicBezTo>
                    <a:pt x="228600" y="188595"/>
                    <a:pt x="217170" y="185738"/>
                    <a:pt x="195263" y="167640"/>
                  </a:cubicBezTo>
                  <a:cubicBezTo>
                    <a:pt x="183832" y="158115"/>
                    <a:pt x="175260" y="151448"/>
                    <a:pt x="171450" y="148590"/>
                  </a:cubicBezTo>
                  <a:cubicBezTo>
                    <a:pt x="175260" y="145733"/>
                    <a:pt x="188595" y="140970"/>
                    <a:pt x="200977" y="126683"/>
                  </a:cubicBezTo>
                  <a:cubicBezTo>
                    <a:pt x="208598" y="118110"/>
                    <a:pt x="212407" y="106680"/>
                    <a:pt x="212407" y="93345"/>
                  </a:cubicBezTo>
                  <a:cubicBezTo>
                    <a:pt x="212407" y="80963"/>
                    <a:pt x="208598" y="68580"/>
                    <a:pt x="200977" y="57150"/>
                  </a:cubicBezTo>
                  <a:cubicBezTo>
                    <a:pt x="193357" y="45720"/>
                    <a:pt x="183832" y="36195"/>
                    <a:pt x="172402" y="27623"/>
                  </a:cubicBezTo>
                  <a:cubicBezTo>
                    <a:pt x="160973" y="19050"/>
                    <a:pt x="147638" y="12383"/>
                    <a:pt x="133350" y="7620"/>
                  </a:cubicBezTo>
                  <a:cubicBezTo>
                    <a:pt x="119063" y="2858"/>
                    <a:pt x="104775" y="0"/>
                    <a:pt x="90488" y="0"/>
                  </a:cubicBezTo>
                  <a:cubicBezTo>
                    <a:pt x="90488" y="0"/>
                    <a:pt x="4763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lnTo>
                    <a:pt x="0" y="148590"/>
                  </a:lnTo>
                  <a:lnTo>
                    <a:pt x="0" y="180975"/>
                  </a:lnTo>
                  <a:lnTo>
                    <a:pt x="0" y="192405"/>
                  </a:lnTo>
                  <a:lnTo>
                    <a:pt x="0" y="206693"/>
                  </a:lnTo>
                  <a:cubicBezTo>
                    <a:pt x="0" y="208598"/>
                    <a:pt x="0" y="210502"/>
                    <a:pt x="1905" y="212408"/>
                  </a:cubicBezTo>
                  <a:cubicBezTo>
                    <a:pt x="4763" y="213360"/>
                    <a:pt x="10477" y="214313"/>
                    <a:pt x="14288" y="214313"/>
                  </a:cubicBezTo>
                  <a:cubicBezTo>
                    <a:pt x="19050" y="214313"/>
                    <a:pt x="24765" y="213360"/>
                    <a:pt x="29527" y="212408"/>
                  </a:cubicBezTo>
                  <a:cubicBezTo>
                    <a:pt x="37148" y="209550"/>
                    <a:pt x="42863" y="204788"/>
                    <a:pt x="47625" y="199073"/>
                  </a:cubicBezTo>
                  <a:cubicBezTo>
                    <a:pt x="56198" y="188595"/>
                    <a:pt x="58102" y="176213"/>
                    <a:pt x="58102" y="162877"/>
                  </a:cubicBezTo>
                  <a:lnTo>
                    <a:pt x="58102" y="75248"/>
                  </a:lnTo>
                  <a:cubicBezTo>
                    <a:pt x="58102" y="74295"/>
                    <a:pt x="58102" y="71438"/>
                    <a:pt x="59055" y="69533"/>
                  </a:cubicBezTo>
                  <a:cubicBezTo>
                    <a:pt x="60007" y="67627"/>
                    <a:pt x="60960" y="65723"/>
                    <a:pt x="60960" y="65723"/>
                  </a:cubicBezTo>
                  <a:cubicBezTo>
                    <a:pt x="67627" y="53340"/>
                    <a:pt x="89535" y="48577"/>
                    <a:pt x="114300" y="55245"/>
                  </a:cubicBezTo>
                  <a:cubicBezTo>
                    <a:pt x="146685" y="63818"/>
                    <a:pt x="156210" y="85725"/>
                    <a:pt x="152400" y="95250"/>
                  </a:cubicBezTo>
                  <a:cubicBezTo>
                    <a:pt x="148590" y="105727"/>
                    <a:pt x="137160" y="112395"/>
                    <a:pt x="122873" y="112395"/>
                  </a:cubicBezTo>
                  <a:cubicBezTo>
                    <a:pt x="116205" y="112395"/>
                    <a:pt x="108585" y="111443"/>
                    <a:pt x="101917" y="108585"/>
                  </a:cubicBezTo>
                  <a:cubicBezTo>
                    <a:pt x="101917" y="108585"/>
                    <a:pt x="97155" y="107633"/>
                    <a:pt x="93345" y="105727"/>
                  </a:cubicBezTo>
                  <a:cubicBezTo>
                    <a:pt x="91440" y="104775"/>
                    <a:pt x="88582" y="103823"/>
                    <a:pt x="85725" y="103823"/>
                  </a:cubicBezTo>
                  <a:cubicBezTo>
                    <a:pt x="82867" y="103823"/>
                    <a:pt x="81915" y="105727"/>
                    <a:pt x="81915" y="109538"/>
                  </a:cubicBezTo>
                  <a:lnTo>
                    <a:pt x="81915" y="132398"/>
                  </a:lnTo>
                  <a:cubicBezTo>
                    <a:pt x="81915" y="140018"/>
                    <a:pt x="84773" y="147638"/>
                    <a:pt x="89535" y="151448"/>
                  </a:cubicBezTo>
                  <a:cubicBezTo>
                    <a:pt x="89535" y="151448"/>
                    <a:pt x="160020" y="206693"/>
                    <a:pt x="160020" y="206693"/>
                  </a:cubicBezTo>
                  <a:cubicBezTo>
                    <a:pt x="166688" y="211455"/>
                    <a:pt x="174307" y="214313"/>
                    <a:pt x="181927" y="214313"/>
                  </a:cubicBezTo>
                  <a:lnTo>
                    <a:pt x="228600" y="214313"/>
                  </a:lnTo>
                  <a:cubicBezTo>
                    <a:pt x="231457" y="214313"/>
                    <a:pt x="233363" y="212408"/>
                    <a:pt x="233363" y="208598"/>
                  </a:cubicBezTo>
                  <a:lnTo>
                    <a:pt x="233363" y="193358"/>
                  </a:lnTo>
                  <a:cubicBezTo>
                    <a:pt x="231457" y="191452"/>
                    <a:pt x="230505" y="188595"/>
                    <a:pt x="228600" y="18859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4A2172D-B5CA-44B5-8424-6F3873933518}"/>
                </a:ext>
              </a:extLst>
            </p:cNvPr>
            <p:cNvSpPr/>
            <p:nvPr/>
          </p:nvSpPr>
          <p:spPr>
            <a:xfrm>
              <a:off x="5873114" y="3315652"/>
              <a:ext cx="213360" cy="212407"/>
            </a:xfrm>
            <a:custGeom>
              <a:avLst/>
              <a:gdLst>
                <a:gd name="connsiteX0" fmla="*/ 180023 w 213360"/>
                <a:gd name="connsiteY0" fmla="*/ 159068 h 212407"/>
                <a:gd name="connsiteX1" fmla="*/ 118110 w 213360"/>
                <a:gd name="connsiteY1" fmla="*/ 159068 h 212407"/>
                <a:gd name="connsiteX2" fmla="*/ 93345 w 213360"/>
                <a:gd name="connsiteY2" fmla="*/ 153352 h 212407"/>
                <a:gd name="connsiteX3" fmla="*/ 73343 w 213360"/>
                <a:gd name="connsiteY3" fmla="*/ 138113 h 212407"/>
                <a:gd name="connsiteX4" fmla="*/ 60008 w 213360"/>
                <a:gd name="connsiteY4" fmla="*/ 116205 h 212407"/>
                <a:gd name="connsiteX5" fmla="*/ 55245 w 213360"/>
                <a:gd name="connsiteY5" fmla="*/ 91440 h 212407"/>
                <a:gd name="connsiteX6" fmla="*/ 64770 w 213360"/>
                <a:gd name="connsiteY6" fmla="*/ 65723 h 212407"/>
                <a:gd name="connsiteX7" fmla="*/ 71438 w 213360"/>
                <a:gd name="connsiteY7" fmla="*/ 60960 h 212407"/>
                <a:gd name="connsiteX8" fmla="*/ 80010 w 213360"/>
                <a:gd name="connsiteY8" fmla="*/ 58102 h 212407"/>
                <a:gd name="connsiteX9" fmla="*/ 92393 w 213360"/>
                <a:gd name="connsiteY9" fmla="*/ 57150 h 212407"/>
                <a:gd name="connsiteX10" fmla="*/ 104775 w 213360"/>
                <a:gd name="connsiteY10" fmla="*/ 58102 h 212407"/>
                <a:gd name="connsiteX11" fmla="*/ 124777 w 213360"/>
                <a:gd name="connsiteY11" fmla="*/ 66675 h 212407"/>
                <a:gd name="connsiteX12" fmla="*/ 151448 w 213360"/>
                <a:gd name="connsiteY12" fmla="*/ 90488 h 212407"/>
                <a:gd name="connsiteX13" fmla="*/ 87630 w 213360"/>
                <a:gd name="connsiteY13" fmla="*/ 90488 h 212407"/>
                <a:gd name="connsiteX14" fmla="*/ 81915 w 213360"/>
                <a:gd name="connsiteY14" fmla="*/ 95250 h 212407"/>
                <a:gd name="connsiteX15" fmla="*/ 85725 w 213360"/>
                <a:gd name="connsiteY15" fmla="*/ 111443 h 212407"/>
                <a:gd name="connsiteX16" fmla="*/ 125730 w 213360"/>
                <a:gd name="connsiteY16" fmla="*/ 135255 h 212407"/>
                <a:gd name="connsiteX17" fmla="*/ 185738 w 213360"/>
                <a:gd name="connsiteY17" fmla="*/ 135255 h 212407"/>
                <a:gd name="connsiteX18" fmla="*/ 207645 w 213360"/>
                <a:gd name="connsiteY18" fmla="*/ 126683 h 212407"/>
                <a:gd name="connsiteX19" fmla="*/ 212408 w 213360"/>
                <a:gd name="connsiteY19" fmla="*/ 108585 h 212407"/>
                <a:gd name="connsiteX20" fmla="*/ 202883 w 213360"/>
                <a:gd name="connsiteY20" fmla="*/ 71438 h 212407"/>
                <a:gd name="connsiteX21" fmla="*/ 176213 w 213360"/>
                <a:gd name="connsiteY21" fmla="*/ 36195 h 212407"/>
                <a:gd name="connsiteX22" fmla="*/ 138113 w 213360"/>
                <a:gd name="connsiteY22" fmla="*/ 10477 h 212407"/>
                <a:gd name="connsiteX23" fmla="*/ 92393 w 213360"/>
                <a:gd name="connsiteY23" fmla="*/ 0 h 212407"/>
                <a:gd name="connsiteX24" fmla="*/ 4763 w 213360"/>
                <a:gd name="connsiteY24" fmla="*/ 0 h 212407"/>
                <a:gd name="connsiteX25" fmla="*/ 0 w 213360"/>
                <a:gd name="connsiteY25" fmla="*/ 4763 h 212407"/>
                <a:gd name="connsiteX26" fmla="*/ 0 w 213360"/>
                <a:gd name="connsiteY26" fmla="*/ 92393 h 212407"/>
                <a:gd name="connsiteX27" fmla="*/ 9525 w 213360"/>
                <a:gd name="connsiteY27" fmla="*/ 139065 h 212407"/>
                <a:gd name="connsiteX28" fmla="*/ 35243 w 213360"/>
                <a:gd name="connsiteY28" fmla="*/ 177165 h 212407"/>
                <a:gd name="connsiteX29" fmla="*/ 73343 w 213360"/>
                <a:gd name="connsiteY29" fmla="*/ 202883 h 212407"/>
                <a:gd name="connsiteX30" fmla="*/ 120015 w 213360"/>
                <a:gd name="connsiteY30" fmla="*/ 212408 h 212407"/>
                <a:gd name="connsiteX31" fmla="*/ 208598 w 213360"/>
                <a:gd name="connsiteY31" fmla="*/ 212408 h 212407"/>
                <a:gd name="connsiteX32" fmla="*/ 213360 w 213360"/>
                <a:gd name="connsiteY32" fmla="*/ 207645 h 212407"/>
                <a:gd name="connsiteX33" fmla="*/ 213360 w 213360"/>
                <a:gd name="connsiteY33" fmla="*/ 189548 h 212407"/>
                <a:gd name="connsiteX34" fmla="*/ 204788 w 213360"/>
                <a:gd name="connsiteY34" fmla="*/ 165735 h 212407"/>
                <a:gd name="connsiteX35" fmla="*/ 180023 w 213360"/>
                <a:gd name="connsiteY35" fmla="*/ 159068 h 21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13360" h="212407">
                  <a:moveTo>
                    <a:pt x="180023" y="159068"/>
                  </a:moveTo>
                  <a:lnTo>
                    <a:pt x="118110" y="159068"/>
                  </a:lnTo>
                  <a:cubicBezTo>
                    <a:pt x="109538" y="159068"/>
                    <a:pt x="100965" y="157163"/>
                    <a:pt x="93345" y="153352"/>
                  </a:cubicBezTo>
                  <a:cubicBezTo>
                    <a:pt x="86677" y="150495"/>
                    <a:pt x="76200" y="141923"/>
                    <a:pt x="73343" y="138113"/>
                  </a:cubicBezTo>
                  <a:cubicBezTo>
                    <a:pt x="67627" y="131445"/>
                    <a:pt x="62865" y="124777"/>
                    <a:pt x="60008" y="116205"/>
                  </a:cubicBezTo>
                  <a:cubicBezTo>
                    <a:pt x="57150" y="107633"/>
                    <a:pt x="55245" y="100013"/>
                    <a:pt x="55245" y="91440"/>
                  </a:cubicBezTo>
                  <a:cubicBezTo>
                    <a:pt x="55245" y="80010"/>
                    <a:pt x="58102" y="71438"/>
                    <a:pt x="64770" y="65723"/>
                  </a:cubicBezTo>
                  <a:cubicBezTo>
                    <a:pt x="65723" y="64770"/>
                    <a:pt x="68580" y="62865"/>
                    <a:pt x="71438" y="60960"/>
                  </a:cubicBezTo>
                  <a:cubicBezTo>
                    <a:pt x="74295" y="59055"/>
                    <a:pt x="78105" y="58102"/>
                    <a:pt x="80010" y="58102"/>
                  </a:cubicBezTo>
                  <a:cubicBezTo>
                    <a:pt x="83820" y="57150"/>
                    <a:pt x="87630" y="57150"/>
                    <a:pt x="92393" y="57150"/>
                  </a:cubicBezTo>
                  <a:cubicBezTo>
                    <a:pt x="97155" y="57150"/>
                    <a:pt x="100965" y="58102"/>
                    <a:pt x="104775" y="58102"/>
                  </a:cubicBezTo>
                  <a:cubicBezTo>
                    <a:pt x="111443" y="59055"/>
                    <a:pt x="118110" y="61913"/>
                    <a:pt x="124777" y="66675"/>
                  </a:cubicBezTo>
                  <a:cubicBezTo>
                    <a:pt x="134302" y="72390"/>
                    <a:pt x="144780" y="81915"/>
                    <a:pt x="151448" y="90488"/>
                  </a:cubicBezTo>
                  <a:lnTo>
                    <a:pt x="87630" y="90488"/>
                  </a:lnTo>
                  <a:cubicBezTo>
                    <a:pt x="83820" y="90488"/>
                    <a:pt x="81915" y="92393"/>
                    <a:pt x="81915" y="95250"/>
                  </a:cubicBezTo>
                  <a:cubicBezTo>
                    <a:pt x="81915" y="101918"/>
                    <a:pt x="82868" y="105727"/>
                    <a:pt x="85725" y="111443"/>
                  </a:cubicBezTo>
                  <a:cubicBezTo>
                    <a:pt x="88583" y="117158"/>
                    <a:pt x="100965" y="135255"/>
                    <a:pt x="125730" y="135255"/>
                  </a:cubicBezTo>
                  <a:lnTo>
                    <a:pt x="185738" y="135255"/>
                  </a:lnTo>
                  <a:cubicBezTo>
                    <a:pt x="196215" y="135255"/>
                    <a:pt x="203835" y="132398"/>
                    <a:pt x="207645" y="126683"/>
                  </a:cubicBezTo>
                  <a:cubicBezTo>
                    <a:pt x="211455" y="120968"/>
                    <a:pt x="212408" y="116205"/>
                    <a:pt x="212408" y="108585"/>
                  </a:cubicBezTo>
                  <a:cubicBezTo>
                    <a:pt x="212408" y="96202"/>
                    <a:pt x="209550" y="84773"/>
                    <a:pt x="202883" y="71438"/>
                  </a:cubicBezTo>
                  <a:cubicBezTo>
                    <a:pt x="196215" y="58102"/>
                    <a:pt x="187643" y="46673"/>
                    <a:pt x="176213" y="36195"/>
                  </a:cubicBezTo>
                  <a:cubicBezTo>
                    <a:pt x="164783" y="25718"/>
                    <a:pt x="152400" y="17145"/>
                    <a:pt x="138113" y="10477"/>
                  </a:cubicBezTo>
                  <a:cubicBezTo>
                    <a:pt x="123825" y="3810"/>
                    <a:pt x="108585" y="0"/>
                    <a:pt x="92393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4763"/>
                  </a:cubicBezTo>
                  <a:lnTo>
                    <a:pt x="0" y="92393"/>
                  </a:lnTo>
                  <a:cubicBezTo>
                    <a:pt x="0" y="108585"/>
                    <a:pt x="2858" y="123825"/>
                    <a:pt x="9525" y="139065"/>
                  </a:cubicBezTo>
                  <a:cubicBezTo>
                    <a:pt x="16193" y="153352"/>
                    <a:pt x="24765" y="166688"/>
                    <a:pt x="35243" y="177165"/>
                  </a:cubicBezTo>
                  <a:cubicBezTo>
                    <a:pt x="45720" y="188595"/>
                    <a:pt x="59055" y="197168"/>
                    <a:pt x="73343" y="202883"/>
                  </a:cubicBezTo>
                  <a:cubicBezTo>
                    <a:pt x="87630" y="209550"/>
                    <a:pt x="102870" y="212408"/>
                    <a:pt x="120015" y="212408"/>
                  </a:cubicBezTo>
                  <a:lnTo>
                    <a:pt x="208598" y="212408"/>
                  </a:lnTo>
                  <a:cubicBezTo>
                    <a:pt x="211455" y="212408"/>
                    <a:pt x="213360" y="210502"/>
                    <a:pt x="213360" y="207645"/>
                  </a:cubicBezTo>
                  <a:lnTo>
                    <a:pt x="213360" y="189548"/>
                  </a:lnTo>
                  <a:cubicBezTo>
                    <a:pt x="213360" y="179070"/>
                    <a:pt x="210502" y="171450"/>
                    <a:pt x="204788" y="165735"/>
                  </a:cubicBezTo>
                  <a:cubicBezTo>
                    <a:pt x="198120" y="161925"/>
                    <a:pt x="190500" y="159068"/>
                    <a:pt x="180023" y="15906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D1900A6F-25E2-467E-8CA0-88491E91ED1D}"/>
                </a:ext>
              </a:extLst>
            </p:cNvPr>
            <p:cNvSpPr/>
            <p:nvPr/>
          </p:nvSpPr>
          <p:spPr>
            <a:xfrm>
              <a:off x="5409247" y="3315652"/>
              <a:ext cx="446722" cy="214312"/>
            </a:xfrm>
            <a:custGeom>
              <a:avLst/>
              <a:gdLst>
                <a:gd name="connsiteX0" fmla="*/ 444818 w 446722"/>
                <a:gd name="connsiteY0" fmla="*/ 32385 h 214312"/>
                <a:gd name="connsiteX1" fmla="*/ 413385 w 446722"/>
                <a:gd name="connsiteY1" fmla="*/ 952 h 214312"/>
                <a:gd name="connsiteX2" fmla="*/ 380048 w 446722"/>
                <a:gd name="connsiteY2" fmla="*/ 952 h 214312"/>
                <a:gd name="connsiteX3" fmla="*/ 376238 w 446722"/>
                <a:gd name="connsiteY3" fmla="*/ 2858 h 214312"/>
                <a:gd name="connsiteX4" fmla="*/ 309563 w 446722"/>
                <a:gd name="connsiteY4" fmla="*/ 64770 h 214312"/>
                <a:gd name="connsiteX5" fmla="*/ 222885 w 446722"/>
                <a:gd name="connsiteY5" fmla="*/ 98108 h 214312"/>
                <a:gd name="connsiteX6" fmla="*/ 133350 w 446722"/>
                <a:gd name="connsiteY6" fmla="*/ 61913 h 214312"/>
                <a:gd name="connsiteX7" fmla="*/ 83820 w 446722"/>
                <a:gd name="connsiteY7" fmla="*/ 15240 h 214312"/>
                <a:gd name="connsiteX8" fmla="*/ 46672 w 446722"/>
                <a:gd name="connsiteY8" fmla="*/ 0 h 214312"/>
                <a:gd name="connsiteX9" fmla="*/ 6668 w 446722"/>
                <a:gd name="connsiteY9" fmla="*/ 0 h 214312"/>
                <a:gd name="connsiteX10" fmla="*/ 0 w 446722"/>
                <a:gd name="connsiteY10" fmla="*/ 6668 h 214312"/>
                <a:gd name="connsiteX11" fmla="*/ 0 w 446722"/>
                <a:gd name="connsiteY11" fmla="*/ 181927 h 214312"/>
                <a:gd name="connsiteX12" fmla="*/ 31433 w 446722"/>
                <a:gd name="connsiteY12" fmla="*/ 213360 h 214312"/>
                <a:gd name="connsiteX13" fmla="*/ 43815 w 446722"/>
                <a:gd name="connsiteY13" fmla="*/ 213360 h 214312"/>
                <a:gd name="connsiteX14" fmla="*/ 52388 w 446722"/>
                <a:gd name="connsiteY14" fmla="*/ 213360 h 214312"/>
                <a:gd name="connsiteX15" fmla="*/ 59055 w 446722"/>
                <a:gd name="connsiteY15" fmla="*/ 206693 h 214312"/>
                <a:gd name="connsiteX16" fmla="*/ 59055 w 446722"/>
                <a:gd name="connsiteY16" fmla="*/ 144780 h 214312"/>
                <a:gd name="connsiteX17" fmla="*/ 88583 w 446722"/>
                <a:gd name="connsiteY17" fmla="*/ 115252 h 214312"/>
                <a:gd name="connsiteX18" fmla="*/ 159067 w 446722"/>
                <a:gd name="connsiteY18" fmla="*/ 158115 h 214312"/>
                <a:gd name="connsiteX19" fmla="*/ 223838 w 446722"/>
                <a:gd name="connsiteY19" fmla="*/ 199073 h 214312"/>
                <a:gd name="connsiteX20" fmla="*/ 288608 w 446722"/>
                <a:gd name="connsiteY20" fmla="*/ 158115 h 214312"/>
                <a:gd name="connsiteX21" fmla="*/ 359093 w 446722"/>
                <a:gd name="connsiteY21" fmla="*/ 115252 h 214312"/>
                <a:gd name="connsiteX22" fmla="*/ 388620 w 446722"/>
                <a:gd name="connsiteY22" fmla="*/ 144780 h 214312"/>
                <a:gd name="connsiteX23" fmla="*/ 388620 w 446722"/>
                <a:gd name="connsiteY23" fmla="*/ 182880 h 214312"/>
                <a:gd name="connsiteX24" fmla="*/ 420053 w 446722"/>
                <a:gd name="connsiteY24" fmla="*/ 214313 h 214312"/>
                <a:gd name="connsiteX25" fmla="*/ 433388 w 446722"/>
                <a:gd name="connsiteY25" fmla="*/ 214313 h 214312"/>
                <a:gd name="connsiteX26" fmla="*/ 440055 w 446722"/>
                <a:gd name="connsiteY26" fmla="*/ 214313 h 214312"/>
                <a:gd name="connsiteX27" fmla="*/ 440055 w 446722"/>
                <a:gd name="connsiteY27" fmla="*/ 214313 h 214312"/>
                <a:gd name="connsiteX28" fmla="*/ 446723 w 446722"/>
                <a:gd name="connsiteY28" fmla="*/ 207645 h 214312"/>
                <a:gd name="connsiteX29" fmla="*/ 444818 w 446722"/>
                <a:gd name="connsiteY29" fmla="*/ 3238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46722" h="214312">
                  <a:moveTo>
                    <a:pt x="444818" y="32385"/>
                  </a:moveTo>
                  <a:cubicBezTo>
                    <a:pt x="444818" y="15240"/>
                    <a:pt x="430530" y="952"/>
                    <a:pt x="413385" y="952"/>
                  </a:cubicBezTo>
                  <a:lnTo>
                    <a:pt x="380048" y="952"/>
                  </a:lnTo>
                  <a:cubicBezTo>
                    <a:pt x="378143" y="952"/>
                    <a:pt x="377190" y="1905"/>
                    <a:pt x="376238" y="2858"/>
                  </a:cubicBezTo>
                  <a:lnTo>
                    <a:pt x="309563" y="64770"/>
                  </a:lnTo>
                  <a:cubicBezTo>
                    <a:pt x="286703" y="85725"/>
                    <a:pt x="256223" y="98108"/>
                    <a:pt x="222885" y="98108"/>
                  </a:cubicBezTo>
                  <a:cubicBezTo>
                    <a:pt x="187642" y="98108"/>
                    <a:pt x="156210" y="84773"/>
                    <a:pt x="133350" y="61913"/>
                  </a:cubicBezTo>
                  <a:cubicBezTo>
                    <a:pt x="133350" y="61913"/>
                    <a:pt x="84773" y="16193"/>
                    <a:pt x="83820" y="15240"/>
                  </a:cubicBezTo>
                  <a:cubicBezTo>
                    <a:pt x="74295" y="6668"/>
                    <a:pt x="61913" y="952"/>
                    <a:pt x="46672" y="0"/>
                  </a:cubicBezTo>
                  <a:lnTo>
                    <a:pt x="6668" y="0"/>
                  </a:lnTo>
                  <a:cubicBezTo>
                    <a:pt x="2858" y="0"/>
                    <a:pt x="0" y="2858"/>
                    <a:pt x="0" y="6668"/>
                  </a:cubicBezTo>
                  <a:lnTo>
                    <a:pt x="0" y="181927"/>
                  </a:lnTo>
                  <a:cubicBezTo>
                    <a:pt x="0" y="199073"/>
                    <a:pt x="14288" y="213360"/>
                    <a:pt x="31433" y="213360"/>
                  </a:cubicBezTo>
                  <a:lnTo>
                    <a:pt x="43815" y="213360"/>
                  </a:lnTo>
                  <a:lnTo>
                    <a:pt x="52388" y="213360"/>
                  </a:lnTo>
                  <a:cubicBezTo>
                    <a:pt x="56197" y="213360"/>
                    <a:pt x="59055" y="210502"/>
                    <a:pt x="59055" y="206693"/>
                  </a:cubicBezTo>
                  <a:lnTo>
                    <a:pt x="59055" y="144780"/>
                  </a:lnTo>
                  <a:cubicBezTo>
                    <a:pt x="59055" y="128588"/>
                    <a:pt x="72390" y="115252"/>
                    <a:pt x="88583" y="115252"/>
                  </a:cubicBezTo>
                  <a:cubicBezTo>
                    <a:pt x="118110" y="115252"/>
                    <a:pt x="140017" y="140970"/>
                    <a:pt x="159067" y="158115"/>
                  </a:cubicBezTo>
                  <a:cubicBezTo>
                    <a:pt x="182880" y="179070"/>
                    <a:pt x="200978" y="199073"/>
                    <a:pt x="223838" y="199073"/>
                  </a:cubicBezTo>
                  <a:cubicBezTo>
                    <a:pt x="246698" y="199073"/>
                    <a:pt x="264795" y="179070"/>
                    <a:pt x="288608" y="158115"/>
                  </a:cubicBezTo>
                  <a:cubicBezTo>
                    <a:pt x="307658" y="140970"/>
                    <a:pt x="329565" y="115252"/>
                    <a:pt x="359093" y="115252"/>
                  </a:cubicBezTo>
                  <a:cubicBezTo>
                    <a:pt x="375285" y="115252"/>
                    <a:pt x="388620" y="128588"/>
                    <a:pt x="388620" y="144780"/>
                  </a:cubicBezTo>
                  <a:lnTo>
                    <a:pt x="388620" y="182880"/>
                  </a:lnTo>
                  <a:cubicBezTo>
                    <a:pt x="388620" y="200025"/>
                    <a:pt x="402907" y="214313"/>
                    <a:pt x="420053" y="214313"/>
                  </a:cubicBezTo>
                  <a:lnTo>
                    <a:pt x="433388" y="214313"/>
                  </a:lnTo>
                  <a:cubicBezTo>
                    <a:pt x="437198" y="214313"/>
                    <a:pt x="440055" y="214313"/>
                    <a:pt x="440055" y="214313"/>
                  </a:cubicBezTo>
                  <a:lnTo>
                    <a:pt x="440055" y="214313"/>
                  </a:lnTo>
                  <a:cubicBezTo>
                    <a:pt x="443865" y="214313"/>
                    <a:pt x="446723" y="211455"/>
                    <a:pt x="446723" y="207645"/>
                  </a:cubicBezTo>
                  <a:cubicBezTo>
                    <a:pt x="444818" y="207645"/>
                    <a:pt x="444818" y="34290"/>
                    <a:pt x="444818" y="3238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85E9D78A-7D5B-47F0-BCD6-2B9BDE22C856}"/>
                </a:ext>
              </a:extLst>
            </p:cNvPr>
            <p:cNvSpPr/>
            <p:nvPr/>
          </p:nvSpPr>
          <p:spPr>
            <a:xfrm>
              <a:off x="6336029" y="3315652"/>
              <a:ext cx="213360" cy="216217"/>
            </a:xfrm>
            <a:custGeom>
              <a:avLst/>
              <a:gdLst>
                <a:gd name="connsiteX0" fmla="*/ 208598 w 213360"/>
                <a:gd name="connsiteY0" fmla="*/ 124777 h 216217"/>
                <a:gd name="connsiteX1" fmla="*/ 176213 w 213360"/>
                <a:gd name="connsiteY1" fmla="*/ 124777 h 216217"/>
                <a:gd name="connsiteX2" fmla="*/ 153353 w 213360"/>
                <a:gd name="connsiteY2" fmla="*/ 140018 h 216217"/>
                <a:gd name="connsiteX3" fmla="*/ 142875 w 213360"/>
                <a:gd name="connsiteY3" fmla="*/ 156210 h 216217"/>
                <a:gd name="connsiteX4" fmla="*/ 122873 w 213360"/>
                <a:gd name="connsiteY4" fmla="*/ 161925 h 216217"/>
                <a:gd name="connsiteX5" fmla="*/ 100013 w 213360"/>
                <a:gd name="connsiteY5" fmla="*/ 155258 h 216217"/>
                <a:gd name="connsiteX6" fmla="*/ 79058 w 213360"/>
                <a:gd name="connsiteY6" fmla="*/ 139065 h 216217"/>
                <a:gd name="connsiteX7" fmla="*/ 63817 w 213360"/>
                <a:gd name="connsiteY7" fmla="*/ 116205 h 216217"/>
                <a:gd name="connsiteX8" fmla="*/ 58103 w 213360"/>
                <a:gd name="connsiteY8" fmla="*/ 91440 h 216217"/>
                <a:gd name="connsiteX9" fmla="*/ 67628 w 213360"/>
                <a:gd name="connsiteY9" fmla="*/ 65723 h 216217"/>
                <a:gd name="connsiteX10" fmla="*/ 91440 w 213360"/>
                <a:gd name="connsiteY10" fmla="*/ 56198 h 216217"/>
                <a:gd name="connsiteX11" fmla="*/ 123825 w 213360"/>
                <a:gd name="connsiteY11" fmla="*/ 68580 h 216217"/>
                <a:gd name="connsiteX12" fmla="*/ 138113 w 213360"/>
                <a:gd name="connsiteY12" fmla="*/ 73343 h 216217"/>
                <a:gd name="connsiteX13" fmla="*/ 153353 w 213360"/>
                <a:gd name="connsiteY13" fmla="*/ 64770 h 216217"/>
                <a:gd name="connsiteX14" fmla="*/ 175260 w 213360"/>
                <a:gd name="connsiteY14" fmla="*/ 42863 h 216217"/>
                <a:gd name="connsiteX15" fmla="*/ 177165 w 213360"/>
                <a:gd name="connsiteY15" fmla="*/ 39052 h 216217"/>
                <a:gd name="connsiteX16" fmla="*/ 174308 w 213360"/>
                <a:gd name="connsiteY16" fmla="*/ 35243 h 216217"/>
                <a:gd name="connsiteX17" fmla="*/ 135255 w 213360"/>
                <a:gd name="connsiteY17" fmla="*/ 9525 h 216217"/>
                <a:gd name="connsiteX18" fmla="*/ 91440 w 213360"/>
                <a:gd name="connsiteY18" fmla="*/ 0 h 216217"/>
                <a:gd name="connsiteX19" fmla="*/ 4763 w 213360"/>
                <a:gd name="connsiteY19" fmla="*/ 0 h 216217"/>
                <a:gd name="connsiteX20" fmla="*/ 0 w 213360"/>
                <a:gd name="connsiteY20" fmla="*/ 5715 h 216217"/>
                <a:gd name="connsiteX21" fmla="*/ 0 w 213360"/>
                <a:gd name="connsiteY21" fmla="*/ 91440 h 216217"/>
                <a:gd name="connsiteX22" fmla="*/ 10478 w 213360"/>
                <a:gd name="connsiteY22" fmla="*/ 139065 h 216217"/>
                <a:gd name="connsiteX23" fmla="*/ 38100 w 213360"/>
                <a:gd name="connsiteY23" fmla="*/ 178118 h 216217"/>
                <a:gd name="connsiteX24" fmla="*/ 77153 w 213360"/>
                <a:gd name="connsiteY24" fmla="*/ 205740 h 216217"/>
                <a:gd name="connsiteX25" fmla="*/ 122873 w 213360"/>
                <a:gd name="connsiteY25" fmla="*/ 216218 h 216217"/>
                <a:gd name="connsiteX26" fmla="*/ 158115 w 213360"/>
                <a:gd name="connsiteY26" fmla="*/ 209550 h 216217"/>
                <a:gd name="connsiteX27" fmla="*/ 185738 w 213360"/>
                <a:gd name="connsiteY27" fmla="*/ 191452 h 216217"/>
                <a:gd name="connsiteX28" fmla="*/ 204788 w 213360"/>
                <a:gd name="connsiteY28" fmla="*/ 163830 h 216217"/>
                <a:gd name="connsiteX29" fmla="*/ 213360 w 213360"/>
                <a:gd name="connsiteY29" fmla="*/ 129540 h 216217"/>
                <a:gd name="connsiteX30" fmla="*/ 208598 w 213360"/>
                <a:gd name="connsiteY30" fmla="*/ 124777 h 21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3360" h="216217">
                  <a:moveTo>
                    <a:pt x="208598" y="124777"/>
                  </a:moveTo>
                  <a:lnTo>
                    <a:pt x="176213" y="124777"/>
                  </a:lnTo>
                  <a:cubicBezTo>
                    <a:pt x="164783" y="124777"/>
                    <a:pt x="156210" y="129540"/>
                    <a:pt x="153353" y="140018"/>
                  </a:cubicBezTo>
                  <a:cubicBezTo>
                    <a:pt x="151448" y="146685"/>
                    <a:pt x="147638" y="152400"/>
                    <a:pt x="142875" y="156210"/>
                  </a:cubicBezTo>
                  <a:cubicBezTo>
                    <a:pt x="138113" y="160020"/>
                    <a:pt x="131445" y="161925"/>
                    <a:pt x="122873" y="161925"/>
                  </a:cubicBezTo>
                  <a:cubicBezTo>
                    <a:pt x="115253" y="161925"/>
                    <a:pt x="107633" y="160020"/>
                    <a:pt x="100013" y="155258"/>
                  </a:cubicBezTo>
                  <a:cubicBezTo>
                    <a:pt x="92392" y="151448"/>
                    <a:pt x="85725" y="145733"/>
                    <a:pt x="79058" y="139065"/>
                  </a:cubicBezTo>
                  <a:cubicBezTo>
                    <a:pt x="73342" y="132398"/>
                    <a:pt x="67628" y="124777"/>
                    <a:pt x="63817" y="116205"/>
                  </a:cubicBezTo>
                  <a:cubicBezTo>
                    <a:pt x="60008" y="107633"/>
                    <a:pt x="58103" y="99060"/>
                    <a:pt x="58103" y="91440"/>
                  </a:cubicBezTo>
                  <a:cubicBezTo>
                    <a:pt x="58103" y="80963"/>
                    <a:pt x="60960" y="72390"/>
                    <a:pt x="67628" y="65723"/>
                  </a:cubicBezTo>
                  <a:cubicBezTo>
                    <a:pt x="74295" y="59055"/>
                    <a:pt x="81915" y="56198"/>
                    <a:pt x="91440" y="56198"/>
                  </a:cubicBezTo>
                  <a:cubicBezTo>
                    <a:pt x="102870" y="56198"/>
                    <a:pt x="113348" y="60008"/>
                    <a:pt x="123825" y="68580"/>
                  </a:cubicBezTo>
                  <a:cubicBezTo>
                    <a:pt x="128588" y="71438"/>
                    <a:pt x="133350" y="73343"/>
                    <a:pt x="138113" y="73343"/>
                  </a:cubicBezTo>
                  <a:cubicBezTo>
                    <a:pt x="142875" y="73343"/>
                    <a:pt x="148590" y="70485"/>
                    <a:pt x="153353" y="64770"/>
                  </a:cubicBezTo>
                  <a:lnTo>
                    <a:pt x="175260" y="42863"/>
                  </a:lnTo>
                  <a:cubicBezTo>
                    <a:pt x="176213" y="41910"/>
                    <a:pt x="177165" y="40005"/>
                    <a:pt x="177165" y="39052"/>
                  </a:cubicBezTo>
                  <a:cubicBezTo>
                    <a:pt x="177165" y="38100"/>
                    <a:pt x="176213" y="37148"/>
                    <a:pt x="174308" y="35243"/>
                  </a:cubicBezTo>
                  <a:cubicBezTo>
                    <a:pt x="162878" y="24765"/>
                    <a:pt x="149542" y="16193"/>
                    <a:pt x="135255" y="9525"/>
                  </a:cubicBezTo>
                  <a:cubicBezTo>
                    <a:pt x="120967" y="3810"/>
                    <a:pt x="106680" y="0"/>
                    <a:pt x="91440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5715"/>
                  </a:cubicBezTo>
                  <a:lnTo>
                    <a:pt x="0" y="91440"/>
                  </a:lnTo>
                  <a:cubicBezTo>
                    <a:pt x="0" y="107633"/>
                    <a:pt x="3810" y="123825"/>
                    <a:pt x="10478" y="139065"/>
                  </a:cubicBezTo>
                  <a:cubicBezTo>
                    <a:pt x="17145" y="154305"/>
                    <a:pt x="26670" y="167640"/>
                    <a:pt x="38100" y="178118"/>
                  </a:cubicBezTo>
                  <a:cubicBezTo>
                    <a:pt x="49530" y="189548"/>
                    <a:pt x="62865" y="198120"/>
                    <a:pt x="77153" y="205740"/>
                  </a:cubicBezTo>
                  <a:cubicBezTo>
                    <a:pt x="91440" y="212408"/>
                    <a:pt x="106680" y="216218"/>
                    <a:pt x="122873" y="216218"/>
                  </a:cubicBezTo>
                  <a:cubicBezTo>
                    <a:pt x="135255" y="216218"/>
                    <a:pt x="147638" y="214313"/>
                    <a:pt x="158115" y="209550"/>
                  </a:cubicBezTo>
                  <a:cubicBezTo>
                    <a:pt x="168592" y="205740"/>
                    <a:pt x="178117" y="199073"/>
                    <a:pt x="185738" y="191452"/>
                  </a:cubicBezTo>
                  <a:cubicBezTo>
                    <a:pt x="193358" y="183833"/>
                    <a:pt x="200025" y="174308"/>
                    <a:pt x="204788" y="163830"/>
                  </a:cubicBezTo>
                  <a:cubicBezTo>
                    <a:pt x="209550" y="153352"/>
                    <a:pt x="212408" y="141923"/>
                    <a:pt x="213360" y="129540"/>
                  </a:cubicBezTo>
                  <a:cubicBezTo>
                    <a:pt x="213360" y="126683"/>
                    <a:pt x="212408" y="124777"/>
                    <a:pt x="208598" y="12477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id="{D2C061EF-8492-46AD-B925-36DFE8433EE3}"/>
              </a:ext>
            </a:extLst>
          </p:cNvPr>
          <p:cNvSpPr>
            <a:spLocks/>
          </p:cNvSpPr>
          <p:nvPr userDrawn="1"/>
        </p:nvSpPr>
        <p:spPr bwMode="auto">
          <a:xfrm rot="8577572">
            <a:off x="11479273" y="546141"/>
            <a:ext cx="1151816" cy="967694"/>
          </a:xfrm>
          <a:custGeom>
            <a:avLst/>
            <a:gdLst>
              <a:gd name="connsiteX0" fmla="*/ 0 w 1151816"/>
              <a:gd name="connsiteY0" fmla="*/ 967694 h 967694"/>
              <a:gd name="connsiteX1" fmla="*/ 730282 w 1151816"/>
              <a:gd name="connsiteY1" fmla="*/ 0 h 967694"/>
              <a:gd name="connsiteX2" fmla="*/ 763234 w 1151816"/>
              <a:gd name="connsiteY2" fmla="*/ 30926 h 967694"/>
              <a:gd name="connsiteX3" fmla="*/ 1099335 w 1151816"/>
              <a:gd name="connsiteY3" fmla="*/ 415702 h 967694"/>
              <a:gd name="connsiteX4" fmla="*/ 922766 w 1151816"/>
              <a:gd name="connsiteY4" fmla="*/ 859894 h 967694"/>
              <a:gd name="connsiteX5" fmla="*/ 64712 w 1151816"/>
              <a:gd name="connsiteY5" fmla="*/ 967064 h 96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816" h="967694">
                <a:moveTo>
                  <a:pt x="0" y="967694"/>
                </a:moveTo>
                <a:lnTo>
                  <a:pt x="730282" y="0"/>
                </a:lnTo>
                <a:lnTo>
                  <a:pt x="763234" y="30926"/>
                </a:lnTo>
                <a:cubicBezTo>
                  <a:pt x="895919" y="160395"/>
                  <a:pt x="1020860" y="302059"/>
                  <a:pt x="1099335" y="415702"/>
                </a:cubicBezTo>
                <a:cubicBezTo>
                  <a:pt x="1218080" y="586944"/>
                  <a:pt x="1125149" y="817343"/>
                  <a:pt x="922766" y="859894"/>
                </a:cubicBezTo>
                <a:cubicBezTo>
                  <a:pt x="587568" y="929817"/>
                  <a:pt x="265811" y="961601"/>
                  <a:pt x="64712" y="967064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100000">
                <a:srgbClr val="398ACB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9" name="Полилиния: фигура 28">
            <a:extLst>
              <a:ext uri="{FF2B5EF4-FFF2-40B4-BE49-F238E27FC236}">
                <a16:creationId xmlns:a16="http://schemas.microsoft.com/office/drawing/2014/main" id="{28240FCA-FBAE-48EF-9096-93BF98D7DCF4}"/>
              </a:ext>
            </a:extLst>
          </p:cNvPr>
          <p:cNvSpPr>
            <a:spLocks/>
          </p:cNvSpPr>
          <p:nvPr userDrawn="1"/>
        </p:nvSpPr>
        <p:spPr bwMode="auto">
          <a:xfrm rot="12148300">
            <a:off x="10957805" y="-230629"/>
            <a:ext cx="1175267" cy="740171"/>
          </a:xfrm>
          <a:custGeom>
            <a:avLst/>
            <a:gdLst>
              <a:gd name="connsiteX0" fmla="*/ 1175267 w 1175267"/>
              <a:gd name="connsiteY0" fmla="*/ 277935 h 740171"/>
              <a:gd name="connsiteX1" fmla="*/ 57768 w 1175267"/>
              <a:gd name="connsiteY1" fmla="*/ 740171 h 740171"/>
              <a:gd name="connsiteX2" fmla="*/ 13310 w 1175267"/>
              <a:gd name="connsiteY2" fmla="*/ 692603 h 740171"/>
              <a:gd name="connsiteX3" fmla="*/ 3614 w 1175267"/>
              <a:gd name="connsiteY3" fmla="*/ 608356 h 740171"/>
              <a:gd name="connsiteX4" fmla="*/ 300993 w 1175267"/>
              <a:gd name="connsiteY4" fmla="*/ 101578 h 740171"/>
              <a:gd name="connsiteX5" fmla="*/ 730541 w 1175267"/>
              <a:gd name="connsiteY5" fmla="*/ 39135 h 740171"/>
              <a:gd name="connsiteX6" fmla="*/ 1113107 w 1175267"/>
              <a:gd name="connsiteY6" fmla="*/ 236489 h 74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5267" h="740171">
                <a:moveTo>
                  <a:pt x="1175267" y="277935"/>
                </a:moveTo>
                <a:lnTo>
                  <a:pt x="57768" y="740171"/>
                </a:lnTo>
                <a:lnTo>
                  <a:pt x="13310" y="692603"/>
                </a:lnTo>
                <a:cubicBezTo>
                  <a:pt x="194" y="666444"/>
                  <a:pt x="-3614" y="637934"/>
                  <a:pt x="3614" y="608356"/>
                </a:cubicBezTo>
                <a:cubicBezTo>
                  <a:pt x="51112" y="421025"/>
                  <a:pt x="193606" y="216605"/>
                  <a:pt x="300993" y="101578"/>
                </a:cubicBezTo>
                <a:cubicBezTo>
                  <a:pt x="404250" y="-8848"/>
                  <a:pt x="548809" y="-28567"/>
                  <a:pt x="730541" y="39135"/>
                </a:cubicBezTo>
                <a:cubicBezTo>
                  <a:pt x="839994" y="80216"/>
                  <a:pt x="980422" y="154491"/>
                  <a:pt x="1113107" y="236489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70000">
                <a:srgbClr val="73B5D7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12879-4A0B-421F-A730-4384137D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02" y="6334919"/>
            <a:ext cx="807741" cy="365125"/>
          </a:xfrm>
        </p:spPr>
        <p:txBody>
          <a:bodyPr/>
          <a:lstStyle>
            <a:lvl1pPr algn="l">
              <a:defRPr/>
            </a:lvl1pPr>
          </a:lstStyle>
          <a:p>
            <a:fld id="{E05DA353-F16A-46E9-BF3A-5C7883ED105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498123F7-DA78-4230-9BC5-1959ABA9C8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18612" y="2857146"/>
            <a:ext cx="4448417" cy="3210859"/>
          </a:xfrm>
          <a:custGeom>
            <a:avLst/>
            <a:gdLst>
              <a:gd name="connsiteX0" fmla="*/ 2334530 w 5313129"/>
              <a:gd name="connsiteY0" fmla="*/ 952 h 3835006"/>
              <a:gd name="connsiteX1" fmla="*/ 3193135 w 5313129"/>
              <a:gd name="connsiteY1" fmla="*/ 52223 h 3835006"/>
              <a:gd name="connsiteX2" fmla="*/ 5308816 w 5313129"/>
              <a:gd name="connsiteY2" fmla="*/ 1506499 h 3835006"/>
              <a:gd name="connsiteX3" fmla="*/ 3538747 w 5313129"/>
              <a:gd name="connsiteY3" fmla="*/ 3520529 h 3835006"/>
              <a:gd name="connsiteX4" fmla="*/ 250702 w 5313129"/>
              <a:gd name="connsiteY4" fmla="*/ 2943156 h 3835006"/>
              <a:gd name="connsiteX5" fmla="*/ 2334530 w 5313129"/>
              <a:gd name="connsiteY5" fmla="*/ 952 h 3835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13129" h="3835006">
                <a:moveTo>
                  <a:pt x="2334530" y="952"/>
                </a:moveTo>
                <a:cubicBezTo>
                  <a:pt x="2594142" y="-4244"/>
                  <a:pt x="2879672" y="11690"/>
                  <a:pt x="3193135" y="52223"/>
                </a:cubicBezTo>
                <a:cubicBezTo>
                  <a:pt x="4963204" y="281275"/>
                  <a:pt x="5276288" y="1098542"/>
                  <a:pt x="5308816" y="1506499"/>
                </a:cubicBezTo>
                <a:cubicBezTo>
                  <a:pt x="5341344" y="1914455"/>
                  <a:pt x="5230206" y="2850993"/>
                  <a:pt x="3538747" y="3520529"/>
                </a:cubicBezTo>
                <a:cubicBezTo>
                  <a:pt x="1847287" y="4190065"/>
                  <a:pt x="695252" y="3692656"/>
                  <a:pt x="250702" y="2943156"/>
                </a:cubicBezTo>
                <a:cubicBezTo>
                  <a:pt x="-262716" y="2075994"/>
                  <a:pt x="-175048" y="51186"/>
                  <a:pt x="2334530" y="952"/>
                </a:cubicBezTo>
                <a:close/>
              </a:path>
            </a:pathLst>
          </a:custGeom>
          <a:solidFill>
            <a:srgbClr val="BDDFEB"/>
          </a:solidFill>
        </p:spPr>
        <p:txBody>
          <a:bodyPr wrap="square">
            <a:no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024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F519098C-1D8F-410A-8DE0-C4E55CFCCB80}"/>
              </a:ext>
            </a:extLst>
          </p:cNvPr>
          <p:cNvSpPr/>
          <p:nvPr userDrawn="1"/>
        </p:nvSpPr>
        <p:spPr>
          <a:xfrm flipH="1" flipV="1">
            <a:off x="10166464" y="-2"/>
            <a:ext cx="2062186" cy="960184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933ECDC1-506B-4DB5-A533-B75154608A60}"/>
              </a:ext>
            </a:extLst>
          </p:cNvPr>
          <p:cNvSpPr/>
          <p:nvPr userDrawn="1"/>
        </p:nvSpPr>
        <p:spPr>
          <a:xfrm>
            <a:off x="-1730" y="5818909"/>
            <a:ext cx="3734145" cy="1039091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55A6FE03-D351-4480-8C0B-3E8C014239AE}"/>
              </a:ext>
            </a:extLst>
          </p:cNvPr>
          <p:cNvSpPr/>
          <p:nvPr userDrawn="1"/>
        </p:nvSpPr>
        <p:spPr>
          <a:xfrm rot="19883963">
            <a:off x="-494636" y="5095599"/>
            <a:ext cx="1333758" cy="1671500"/>
          </a:xfrm>
          <a:custGeom>
            <a:avLst/>
            <a:gdLst>
              <a:gd name="connsiteX0" fmla="*/ 1653557 w 2179316"/>
              <a:gd name="connsiteY0" fmla="*/ 88090 h 2731176"/>
              <a:gd name="connsiteX1" fmla="*/ 2179316 w 2179316"/>
              <a:gd name="connsiteY1" fmla="*/ 995019 h 2731176"/>
              <a:gd name="connsiteX2" fmla="*/ 152408 w 2179316"/>
              <a:gd name="connsiteY2" fmla="*/ 2702427 h 2731176"/>
              <a:gd name="connsiteX3" fmla="*/ 0 w 2179316"/>
              <a:gd name="connsiteY3" fmla="*/ 2731176 h 2731176"/>
              <a:gd name="connsiteX4" fmla="*/ 1489124 w 2179316"/>
              <a:gd name="connsiteY4" fmla="*/ 0 h 2731176"/>
              <a:gd name="connsiteX5" fmla="*/ 1496595 w 2179316"/>
              <a:gd name="connsiteY5" fmla="*/ 3112 h 2731176"/>
              <a:gd name="connsiteX6" fmla="*/ 1653557 w 2179316"/>
              <a:gd name="connsiteY6" fmla="*/ 88090 h 273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79316" h="2731176">
                <a:moveTo>
                  <a:pt x="1653557" y="88090"/>
                </a:moveTo>
                <a:cubicBezTo>
                  <a:pt x="1996946" y="299732"/>
                  <a:pt x="2179316" y="604539"/>
                  <a:pt x="2179316" y="995019"/>
                </a:cubicBezTo>
                <a:cubicBezTo>
                  <a:pt x="2179316" y="1775976"/>
                  <a:pt x="1287285" y="2454044"/>
                  <a:pt x="152408" y="2702427"/>
                </a:cubicBezTo>
                <a:lnTo>
                  <a:pt x="0" y="2731176"/>
                </a:lnTo>
                <a:lnTo>
                  <a:pt x="1489124" y="0"/>
                </a:lnTo>
                <a:lnTo>
                  <a:pt x="1496595" y="3112"/>
                </a:lnTo>
                <a:cubicBezTo>
                  <a:pt x="1552160" y="29522"/>
                  <a:pt x="1604502" y="57855"/>
                  <a:pt x="1653557" y="88090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364247-1447-4A8C-AFD7-2F81D1395CB3}"/>
              </a:ext>
            </a:extLst>
          </p:cNvPr>
          <p:cNvSpPr>
            <a:spLocks/>
          </p:cNvSpPr>
          <p:nvPr userDrawn="1"/>
        </p:nvSpPr>
        <p:spPr bwMode="auto">
          <a:xfrm rot="8577572">
            <a:off x="11447855" y="557825"/>
            <a:ext cx="1151816" cy="967694"/>
          </a:xfrm>
          <a:custGeom>
            <a:avLst/>
            <a:gdLst>
              <a:gd name="connsiteX0" fmla="*/ 0 w 1151816"/>
              <a:gd name="connsiteY0" fmla="*/ 967694 h 967694"/>
              <a:gd name="connsiteX1" fmla="*/ 730282 w 1151816"/>
              <a:gd name="connsiteY1" fmla="*/ 0 h 967694"/>
              <a:gd name="connsiteX2" fmla="*/ 763234 w 1151816"/>
              <a:gd name="connsiteY2" fmla="*/ 30926 h 967694"/>
              <a:gd name="connsiteX3" fmla="*/ 1099335 w 1151816"/>
              <a:gd name="connsiteY3" fmla="*/ 415702 h 967694"/>
              <a:gd name="connsiteX4" fmla="*/ 922766 w 1151816"/>
              <a:gd name="connsiteY4" fmla="*/ 859894 h 967694"/>
              <a:gd name="connsiteX5" fmla="*/ 64712 w 1151816"/>
              <a:gd name="connsiteY5" fmla="*/ 967064 h 96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816" h="967694">
                <a:moveTo>
                  <a:pt x="0" y="967694"/>
                </a:moveTo>
                <a:lnTo>
                  <a:pt x="730282" y="0"/>
                </a:lnTo>
                <a:lnTo>
                  <a:pt x="763234" y="30926"/>
                </a:lnTo>
                <a:cubicBezTo>
                  <a:pt x="895919" y="160395"/>
                  <a:pt x="1020860" y="302059"/>
                  <a:pt x="1099335" y="415702"/>
                </a:cubicBezTo>
                <a:cubicBezTo>
                  <a:pt x="1218080" y="586944"/>
                  <a:pt x="1125149" y="817343"/>
                  <a:pt x="922766" y="859894"/>
                </a:cubicBezTo>
                <a:cubicBezTo>
                  <a:pt x="587568" y="929817"/>
                  <a:pt x="265811" y="961601"/>
                  <a:pt x="64712" y="967064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100000">
                <a:srgbClr val="398ACB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6D003CC3-599C-4B2A-A31D-0023379A8150}"/>
              </a:ext>
            </a:extLst>
          </p:cNvPr>
          <p:cNvSpPr>
            <a:spLocks/>
          </p:cNvSpPr>
          <p:nvPr userDrawn="1"/>
        </p:nvSpPr>
        <p:spPr bwMode="auto">
          <a:xfrm rot="12148300">
            <a:off x="10957805" y="-230629"/>
            <a:ext cx="1175267" cy="740171"/>
          </a:xfrm>
          <a:custGeom>
            <a:avLst/>
            <a:gdLst>
              <a:gd name="connsiteX0" fmla="*/ 1175267 w 1175267"/>
              <a:gd name="connsiteY0" fmla="*/ 277935 h 740171"/>
              <a:gd name="connsiteX1" fmla="*/ 57768 w 1175267"/>
              <a:gd name="connsiteY1" fmla="*/ 740171 h 740171"/>
              <a:gd name="connsiteX2" fmla="*/ 13310 w 1175267"/>
              <a:gd name="connsiteY2" fmla="*/ 692603 h 740171"/>
              <a:gd name="connsiteX3" fmla="*/ 3614 w 1175267"/>
              <a:gd name="connsiteY3" fmla="*/ 608356 h 740171"/>
              <a:gd name="connsiteX4" fmla="*/ 300993 w 1175267"/>
              <a:gd name="connsiteY4" fmla="*/ 101578 h 740171"/>
              <a:gd name="connsiteX5" fmla="*/ 730541 w 1175267"/>
              <a:gd name="connsiteY5" fmla="*/ 39135 h 740171"/>
              <a:gd name="connsiteX6" fmla="*/ 1113107 w 1175267"/>
              <a:gd name="connsiteY6" fmla="*/ 236489 h 74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5267" h="740171">
                <a:moveTo>
                  <a:pt x="1175267" y="277935"/>
                </a:moveTo>
                <a:lnTo>
                  <a:pt x="57768" y="740171"/>
                </a:lnTo>
                <a:lnTo>
                  <a:pt x="13310" y="692603"/>
                </a:lnTo>
                <a:cubicBezTo>
                  <a:pt x="194" y="666444"/>
                  <a:pt x="-3614" y="637934"/>
                  <a:pt x="3614" y="608356"/>
                </a:cubicBezTo>
                <a:cubicBezTo>
                  <a:pt x="51112" y="421025"/>
                  <a:pt x="193606" y="216605"/>
                  <a:pt x="300993" y="101578"/>
                </a:cubicBezTo>
                <a:cubicBezTo>
                  <a:pt x="404250" y="-8848"/>
                  <a:pt x="548809" y="-28567"/>
                  <a:pt x="730541" y="39135"/>
                </a:cubicBezTo>
                <a:cubicBezTo>
                  <a:pt x="839994" y="80216"/>
                  <a:pt x="980422" y="154491"/>
                  <a:pt x="1113107" y="236489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70000">
                <a:srgbClr val="73B5D7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3CDF69-9E9F-4CA4-BD30-BAD8F3C47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1225" y="510246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9832C3-14E0-4AF8-B61C-0BBCEF3AAA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1225" y="1586706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183873C-ECFE-421A-9AB9-4663978AB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3637" y="510246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AE5FF87-8F7D-4E74-95BD-76A4B01CC7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3637" y="1586706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9C6E9D8-1CF2-4076-95AB-3463CEF9B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A353-F16A-46E9-BF3A-5C7883ED1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61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2AF8A1DB-1F60-45E6-B768-B8A852786D19}"/>
              </a:ext>
            </a:extLst>
          </p:cNvPr>
          <p:cNvSpPr/>
          <p:nvPr userDrawn="1"/>
        </p:nvSpPr>
        <p:spPr>
          <a:xfrm flipH="1" flipV="1">
            <a:off x="10166464" y="-2"/>
            <a:ext cx="2062186" cy="960184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E2914E09-D443-477D-A3D1-D46F9DCB191B}"/>
              </a:ext>
            </a:extLst>
          </p:cNvPr>
          <p:cNvSpPr/>
          <p:nvPr userDrawn="1"/>
        </p:nvSpPr>
        <p:spPr>
          <a:xfrm>
            <a:off x="-1730" y="5818909"/>
            <a:ext cx="3734145" cy="1039091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7BD8E4EE-45D6-4022-A50E-7DDC33C2C55B}"/>
              </a:ext>
            </a:extLst>
          </p:cNvPr>
          <p:cNvSpPr/>
          <p:nvPr userDrawn="1"/>
        </p:nvSpPr>
        <p:spPr>
          <a:xfrm rot="19883963">
            <a:off x="-494636" y="5095599"/>
            <a:ext cx="1333758" cy="1671500"/>
          </a:xfrm>
          <a:custGeom>
            <a:avLst/>
            <a:gdLst>
              <a:gd name="connsiteX0" fmla="*/ 1653557 w 2179316"/>
              <a:gd name="connsiteY0" fmla="*/ 88090 h 2731176"/>
              <a:gd name="connsiteX1" fmla="*/ 2179316 w 2179316"/>
              <a:gd name="connsiteY1" fmla="*/ 995019 h 2731176"/>
              <a:gd name="connsiteX2" fmla="*/ 152408 w 2179316"/>
              <a:gd name="connsiteY2" fmla="*/ 2702427 h 2731176"/>
              <a:gd name="connsiteX3" fmla="*/ 0 w 2179316"/>
              <a:gd name="connsiteY3" fmla="*/ 2731176 h 2731176"/>
              <a:gd name="connsiteX4" fmla="*/ 1489124 w 2179316"/>
              <a:gd name="connsiteY4" fmla="*/ 0 h 2731176"/>
              <a:gd name="connsiteX5" fmla="*/ 1496595 w 2179316"/>
              <a:gd name="connsiteY5" fmla="*/ 3112 h 2731176"/>
              <a:gd name="connsiteX6" fmla="*/ 1653557 w 2179316"/>
              <a:gd name="connsiteY6" fmla="*/ 88090 h 273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79316" h="2731176">
                <a:moveTo>
                  <a:pt x="1653557" y="88090"/>
                </a:moveTo>
                <a:cubicBezTo>
                  <a:pt x="1996946" y="299732"/>
                  <a:pt x="2179316" y="604539"/>
                  <a:pt x="2179316" y="995019"/>
                </a:cubicBezTo>
                <a:cubicBezTo>
                  <a:pt x="2179316" y="1775976"/>
                  <a:pt x="1287285" y="2454044"/>
                  <a:pt x="152408" y="2702427"/>
                </a:cubicBezTo>
                <a:lnTo>
                  <a:pt x="0" y="2731176"/>
                </a:lnTo>
                <a:lnTo>
                  <a:pt x="1489124" y="0"/>
                </a:lnTo>
                <a:lnTo>
                  <a:pt x="1496595" y="3112"/>
                </a:lnTo>
                <a:cubicBezTo>
                  <a:pt x="1552160" y="29522"/>
                  <a:pt x="1604502" y="57855"/>
                  <a:pt x="1653557" y="88090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E58AE2DF-C43C-463F-87E0-B0EF7EB302FB}"/>
              </a:ext>
            </a:extLst>
          </p:cNvPr>
          <p:cNvSpPr>
            <a:spLocks/>
          </p:cNvSpPr>
          <p:nvPr userDrawn="1"/>
        </p:nvSpPr>
        <p:spPr bwMode="auto">
          <a:xfrm rot="8577572">
            <a:off x="11447855" y="557825"/>
            <a:ext cx="1151816" cy="967694"/>
          </a:xfrm>
          <a:custGeom>
            <a:avLst/>
            <a:gdLst>
              <a:gd name="connsiteX0" fmla="*/ 0 w 1151816"/>
              <a:gd name="connsiteY0" fmla="*/ 967694 h 967694"/>
              <a:gd name="connsiteX1" fmla="*/ 730282 w 1151816"/>
              <a:gd name="connsiteY1" fmla="*/ 0 h 967694"/>
              <a:gd name="connsiteX2" fmla="*/ 763234 w 1151816"/>
              <a:gd name="connsiteY2" fmla="*/ 30926 h 967694"/>
              <a:gd name="connsiteX3" fmla="*/ 1099335 w 1151816"/>
              <a:gd name="connsiteY3" fmla="*/ 415702 h 967694"/>
              <a:gd name="connsiteX4" fmla="*/ 922766 w 1151816"/>
              <a:gd name="connsiteY4" fmla="*/ 859894 h 967694"/>
              <a:gd name="connsiteX5" fmla="*/ 64712 w 1151816"/>
              <a:gd name="connsiteY5" fmla="*/ 967064 h 96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816" h="967694">
                <a:moveTo>
                  <a:pt x="0" y="967694"/>
                </a:moveTo>
                <a:lnTo>
                  <a:pt x="730282" y="0"/>
                </a:lnTo>
                <a:lnTo>
                  <a:pt x="763234" y="30926"/>
                </a:lnTo>
                <a:cubicBezTo>
                  <a:pt x="895919" y="160395"/>
                  <a:pt x="1020860" y="302059"/>
                  <a:pt x="1099335" y="415702"/>
                </a:cubicBezTo>
                <a:cubicBezTo>
                  <a:pt x="1218080" y="586944"/>
                  <a:pt x="1125149" y="817343"/>
                  <a:pt x="922766" y="859894"/>
                </a:cubicBezTo>
                <a:cubicBezTo>
                  <a:pt x="587568" y="929817"/>
                  <a:pt x="265811" y="961601"/>
                  <a:pt x="64712" y="967064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100000">
                <a:srgbClr val="398ACB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CD37E6BC-C40C-470C-A33E-9F5C9EAA3506}"/>
              </a:ext>
            </a:extLst>
          </p:cNvPr>
          <p:cNvSpPr>
            <a:spLocks/>
          </p:cNvSpPr>
          <p:nvPr userDrawn="1"/>
        </p:nvSpPr>
        <p:spPr bwMode="auto">
          <a:xfrm rot="12148300">
            <a:off x="10957805" y="-230629"/>
            <a:ext cx="1175267" cy="740171"/>
          </a:xfrm>
          <a:custGeom>
            <a:avLst/>
            <a:gdLst>
              <a:gd name="connsiteX0" fmla="*/ 1175267 w 1175267"/>
              <a:gd name="connsiteY0" fmla="*/ 277935 h 740171"/>
              <a:gd name="connsiteX1" fmla="*/ 57768 w 1175267"/>
              <a:gd name="connsiteY1" fmla="*/ 740171 h 740171"/>
              <a:gd name="connsiteX2" fmla="*/ 13310 w 1175267"/>
              <a:gd name="connsiteY2" fmla="*/ 692603 h 740171"/>
              <a:gd name="connsiteX3" fmla="*/ 3614 w 1175267"/>
              <a:gd name="connsiteY3" fmla="*/ 608356 h 740171"/>
              <a:gd name="connsiteX4" fmla="*/ 300993 w 1175267"/>
              <a:gd name="connsiteY4" fmla="*/ 101578 h 740171"/>
              <a:gd name="connsiteX5" fmla="*/ 730541 w 1175267"/>
              <a:gd name="connsiteY5" fmla="*/ 39135 h 740171"/>
              <a:gd name="connsiteX6" fmla="*/ 1113107 w 1175267"/>
              <a:gd name="connsiteY6" fmla="*/ 236489 h 74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5267" h="740171">
                <a:moveTo>
                  <a:pt x="1175267" y="277935"/>
                </a:moveTo>
                <a:lnTo>
                  <a:pt x="57768" y="740171"/>
                </a:lnTo>
                <a:lnTo>
                  <a:pt x="13310" y="692603"/>
                </a:lnTo>
                <a:cubicBezTo>
                  <a:pt x="194" y="666444"/>
                  <a:pt x="-3614" y="637934"/>
                  <a:pt x="3614" y="608356"/>
                </a:cubicBezTo>
                <a:cubicBezTo>
                  <a:pt x="51112" y="421025"/>
                  <a:pt x="193606" y="216605"/>
                  <a:pt x="300993" y="101578"/>
                </a:cubicBezTo>
                <a:cubicBezTo>
                  <a:pt x="404250" y="-8848"/>
                  <a:pt x="548809" y="-28567"/>
                  <a:pt x="730541" y="39135"/>
                </a:cubicBezTo>
                <a:cubicBezTo>
                  <a:pt x="839994" y="80216"/>
                  <a:pt x="980422" y="154491"/>
                  <a:pt x="1113107" y="236489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70000">
                <a:srgbClr val="73B5D7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29B07A-9B72-4316-A92D-9EE308D31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971" y="898144"/>
            <a:ext cx="3932237" cy="89890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6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EE1CC9-0645-497F-9D9E-6C47154BC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4971" y="204946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690643-CBC2-458D-B90C-6D589EECD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A353-F16A-46E9-BF3A-5C7883ED105A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CA2F8305-A510-4D86-890A-26567AABB1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46452" y="1441734"/>
            <a:ext cx="5946312" cy="4292037"/>
          </a:xfrm>
          <a:custGeom>
            <a:avLst/>
            <a:gdLst>
              <a:gd name="connsiteX0" fmla="*/ 2334530 w 5313129"/>
              <a:gd name="connsiteY0" fmla="*/ 952 h 3835006"/>
              <a:gd name="connsiteX1" fmla="*/ 3193135 w 5313129"/>
              <a:gd name="connsiteY1" fmla="*/ 52223 h 3835006"/>
              <a:gd name="connsiteX2" fmla="*/ 5308816 w 5313129"/>
              <a:gd name="connsiteY2" fmla="*/ 1506499 h 3835006"/>
              <a:gd name="connsiteX3" fmla="*/ 3538747 w 5313129"/>
              <a:gd name="connsiteY3" fmla="*/ 3520529 h 3835006"/>
              <a:gd name="connsiteX4" fmla="*/ 250702 w 5313129"/>
              <a:gd name="connsiteY4" fmla="*/ 2943156 h 3835006"/>
              <a:gd name="connsiteX5" fmla="*/ 2334530 w 5313129"/>
              <a:gd name="connsiteY5" fmla="*/ 952 h 3835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13129" h="3835006">
                <a:moveTo>
                  <a:pt x="2334530" y="952"/>
                </a:moveTo>
                <a:cubicBezTo>
                  <a:pt x="2594142" y="-4244"/>
                  <a:pt x="2879672" y="11690"/>
                  <a:pt x="3193135" y="52223"/>
                </a:cubicBezTo>
                <a:cubicBezTo>
                  <a:pt x="4963204" y="281275"/>
                  <a:pt x="5276288" y="1098542"/>
                  <a:pt x="5308816" y="1506499"/>
                </a:cubicBezTo>
                <a:cubicBezTo>
                  <a:pt x="5341344" y="1914455"/>
                  <a:pt x="5230206" y="2850993"/>
                  <a:pt x="3538747" y="3520529"/>
                </a:cubicBezTo>
                <a:cubicBezTo>
                  <a:pt x="1847287" y="4190065"/>
                  <a:pt x="695252" y="3692656"/>
                  <a:pt x="250702" y="2943156"/>
                </a:cubicBezTo>
                <a:cubicBezTo>
                  <a:pt x="-262716" y="2075994"/>
                  <a:pt x="-175048" y="51186"/>
                  <a:pt x="2334530" y="952"/>
                </a:cubicBezTo>
                <a:close/>
              </a:path>
            </a:pathLst>
          </a:custGeom>
          <a:solidFill>
            <a:srgbClr val="BDDFEB"/>
          </a:solidFill>
        </p:spPr>
        <p:txBody>
          <a:bodyPr wrap="square">
            <a:no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6807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96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23D8AA9-5A8C-49C9-BF21-CF422F2EB0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r="26167" b="22632"/>
          <a:stretch/>
        </p:blipFill>
        <p:spPr>
          <a:xfrm>
            <a:off x="6705600" y="1113013"/>
            <a:ext cx="5486400" cy="5744987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21AF58F-6D0E-4F8B-9FD3-2228C590E28F}"/>
              </a:ext>
            </a:extLst>
          </p:cNvPr>
          <p:cNvSpPr/>
          <p:nvPr userDrawn="1"/>
        </p:nvSpPr>
        <p:spPr>
          <a:xfrm>
            <a:off x="6689558" y="1097280"/>
            <a:ext cx="5502442" cy="576072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97F6474D-5D27-4750-9A67-7CC38A5634F2}"/>
              </a:ext>
            </a:extLst>
          </p:cNvPr>
          <p:cNvSpPr/>
          <p:nvPr userDrawn="1"/>
        </p:nvSpPr>
        <p:spPr>
          <a:xfrm rot="20651627">
            <a:off x="-347810" y="-824901"/>
            <a:ext cx="2562326" cy="1724226"/>
          </a:xfrm>
          <a:prstGeom prst="ellipse">
            <a:avLst/>
          </a:prstGeom>
          <a:solidFill>
            <a:srgbClr val="ECF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633324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2C115-0495-4076-9936-ED8C63184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8FD1F-4783-4EAA-9222-B08865060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E8FC-83F1-46FF-80AF-4832ADAA5C57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75BE8-4AD5-472B-A01D-089735FED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87627-9D01-42C8-B25C-BAB4627F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2F6C6-F679-4153-8683-516628273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72630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with Elements">
  <p:cSld name="Only Title with Elements"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/>
          <p:nvPr/>
        </p:nvSpPr>
        <p:spPr>
          <a:xfrm>
            <a:off x="1" y="6331916"/>
            <a:ext cx="1246337" cy="526085"/>
          </a:xfrm>
          <a:custGeom>
            <a:avLst/>
            <a:gdLst/>
            <a:ahLst/>
            <a:cxnLst/>
            <a:rect l="l" t="t" r="r" b="b"/>
            <a:pathLst>
              <a:path w="1246337" h="526085" extrusionOk="0">
                <a:moveTo>
                  <a:pt x="464152" y="50"/>
                </a:moveTo>
                <a:cubicBezTo>
                  <a:pt x="746849" y="-2552"/>
                  <a:pt x="923534" y="96974"/>
                  <a:pt x="1175880" y="429161"/>
                </a:cubicBezTo>
                <a:cubicBezTo>
                  <a:pt x="1246337" y="526085"/>
                  <a:pt x="1246337" y="526085"/>
                  <a:pt x="1246337" y="526085"/>
                </a:cubicBezTo>
                <a:lnTo>
                  <a:pt x="1009931" y="526085"/>
                </a:lnTo>
                <a:lnTo>
                  <a:pt x="803034" y="526085"/>
                </a:lnTo>
                <a:lnTo>
                  <a:pt x="623680" y="526085"/>
                </a:lnTo>
                <a:lnTo>
                  <a:pt x="469901" y="526085"/>
                </a:lnTo>
                <a:lnTo>
                  <a:pt x="339730" y="526085"/>
                </a:lnTo>
                <a:lnTo>
                  <a:pt x="231199" y="526085"/>
                </a:lnTo>
                <a:lnTo>
                  <a:pt x="142342" y="526085"/>
                </a:lnTo>
                <a:lnTo>
                  <a:pt x="71190" y="526085"/>
                </a:lnTo>
                <a:lnTo>
                  <a:pt x="0" y="526085"/>
                </a:lnTo>
                <a:lnTo>
                  <a:pt x="0" y="54115"/>
                </a:lnTo>
                <a:lnTo>
                  <a:pt x="91701" y="39202"/>
                </a:lnTo>
                <a:cubicBezTo>
                  <a:pt x="237131" y="16394"/>
                  <a:pt x="358141" y="1026"/>
                  <a:pt x="464152" y="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1" y="4811181"/>
            <a:ext cx="503411" cy="1443357"/>
          </a:xfrm>
          <a:custGeom>
            <a:avLst/>
            <a:gdLst/>
            <a:ahLst/>
            <a:cxnLst/>
            <a:rect l="l" t="t" r="r" b="b"/>
            <a:pathLst>
              <a:path w="503411" h="1443357" extrusionOk="0">
                <a:moveTo>
                  <a:pt x="0" y="0"/>
                </a:moveTo>
                <a:lnTo>
                  <a:pt x="37739" y="54036"/>
                </a:lnTo>
                <a:cubicBezTo>
                  <a:pt x="71346" y="113239"/>
                  <a:pt x="102672" y="179647"/>
                  <a:pt x="133728" y="254288"/>
                </a:cubicBezTo>
                <a:cubicBezTo>
                  <a:pt x="212342" y="443869"/>
                  <a:pt x="467298" y="1071979"/>
                  <a:pt x="486843" y="1182044"/>
                </a:cubicBezTo>
                <a:cubicBezTo>
                  <a:pt x="508126" y="1288643"/>
                  <a:pt x="538312" y="1333493"/>
                  <a:pt x="365663" y="1376609"/>
                </a:cubicBezTo>
                <a:cubicBezTo>
                  <a:pt x="302793" y="1393184"/>
                  <a:pt x="193747" y="1412927"/>
                  <a:pt x="66287" y="1433189"/>
                </a:cubicBezTo>
                <a:lnTo>
                  <a:pt x="0" y="14433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8" name="Google Shape;78;p8"/>
          <p:cNvSpPr txBox="1">
            <a:spLocks noGrp="1"/>
          </p:cNvSpPr>
          <p:nvPr>
            <p:ph type="sldNum" idx="12"/>
          </p:nvPr>
        </p:nvSpPr>
        <p:spPr>
          <a:xfrm>
            <a:off x="624001" y="6380999"/>
            <a:ext cx="648000" cy="216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6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lvl="1" indent="0" algn="l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lvl="2" indent="0" algn="l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lvl="3" indent="0" algn="l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lvl="4" indent="0" algn="l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lvl="5" indent="0" algn="l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lvl="6" indent="0" algn="l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lvl="7" indent="0" algn="l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lvl="8" indent="0" algn="l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8"/>
          <p:cNvSpPr txBox="1">
            <a:spLocks noGrp="1"/>
          </p:cNvSpPr>
          <p:nvPr>
            <p:ph type="title"/>
          </p:nvPr>
        </p:nvSpPr>
        <p:spPr>
          <a:xfrm>
            <a:off x="623888" y="685801"/>
            <a:ext cx="10944225" cy="7985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Verdan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078392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3DB594F-BA72-C2A6-012B-06DAB414C5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86500"/>
            <a:ext cx="12192000" cy="571500"/>
          </a:xfrm>
          <a:prstGeom prst="rect">
            <a:avLst/>
          </a:prstGeom>
        </p:spPr>
      </p:pic>
      <p:pic>
        <p:nvPicPr>
          <p:cNvPr id="12" name="Picture 11" descr="A yellow lines on a black background&#10;&#10;AI-generated content may be incorrect.">
            <a:extLst>
              <a:ext uri="{FF2B5EF4-FFF2-40B4-BE49-F238E27FC236}">
                <a16:creationId xmlns:a16="http://schemas.microsoft.com/office/drawing/2014/main" id="{716BE581-591E-FF28-FE96-C0A113CD2B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03041" y="0"/>
            <a:ext cx="1088959" cy="2133600"/>
          </a:xfrm>
          <a:prstGeom prst="rect">
            <a:avLst/>
          </a:prstGeom>
        </p:spPr>
      </p:pic>
      <p:pic>
        <p:nvPicPr>
          <p:cNvPr id="14" name="Picture 13" descr="A close up of a black and pink background&#10;&#10;AI-generated content may be incorrect.">
            <a:extLst>
              <a:ext uri="{FF2B5EF4-FFF2-40B4-BE49-F238E27FC236}">
                <a16:creationId xmlns:a16="http://schemas.microsoft.com/office/drawing/2014/main" id="{C9A8639A-7C60-8798-91AE-DE4626FC15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838200" cy="147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99499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146109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olo">
  <p:cSld name="2_Tito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59604"/>
            <a:ext cx="533304" cy="980502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637037" y="466499"/>
            <a:ext cx="1093107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03292"/>
              </a:buClr>
              <a:buSzPts val="2000"/>
              <a:buNone/>
              <a:defRPr sz="2000" b="1">
                <a:solidFill>
                  <a:srgbClr val="50329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09812" y="6402474"/>
            <a:ext cx="1099595" cy="21772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>
            <a:spLocks noGrp="1"/>
          </p:cNvSpPr>
          <p:nvPr>
            <p:ph type="body" idx="2"/>
          </p:nvPr>
        </p:nvSpPr>
        <p:spPr>
          <a:xfrm>
            <a:off x="636588" y="1411358"/>
            <a:ext cx="10931256" cy="4840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3192"/>
              </a:buClr>
              <a:buSzPts val="1800"/>
              <a:buChar char="•"/>
              <a:defRPr sz="1800">
                <a:solidFill>
                  <a:srgbClr val="50319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3192"/>
              </a:buClr>
              <a:buSzPts val="1600"/>
              <a:buChar char="•"/>
              <a:defRPr sz="1600">
                <a:solidFill>
                  <a:srgbClr val="50319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3192"/>
              </a:buClr>
              <a:buSzPts val="1400"/>
              <a:buChar char="•"/>
              <a:defRPr sz="1400">
                <a:solidFill>
                  <a:srgbClr val="50319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3192"/>
              </a:buClr>
              <a:buSzPts val="1200"/>
              <a:buChar char="•"/>
              <a:defRPr sz="1200">
                <a:solidFill>
                  <a:srgbClr val="50319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3192"/>
              </a:buClr>
              <a:buSzPts val="1200"/>
              <a:buChar char="•"/>
              <a:defRPr sz="1200">
                <a:solidFill>
                  <a:srgbClr val="50319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636588" y="6380999"/>
            <a:ext cx="9354384" cy="216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060F1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5379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96">
          <p15:clr>
            <a:srgbClr val="FBAE40"/>
          </p15:clr>
        </p15:guide>
        <p15:guide id="2" pos="393">
          <p15:clr>
            <a:srgbClr val="FBAE40"/>
          </p15:clr>
        </p15:guide>
        <p15:guide id="3" orient="horz" pos="890">
          <p15:clr>
            <a:srgbClr val="FBAE40"/>
          </p15:clr>
        </p15:guide>
        <p15:guide id="4" orient="horz" pos="394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63" Type="http://schemas.openxmlformats.org/officeDocument/2006/relationships/image" Target="../media/image1.bin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tags" Target="../tags/tag2.xml"/><Relationship Id="rId5" Type="http://schemas.openxmlformats.org/officeDocument/2006/relationships/slideLayout" Target="../slideLayouts/slideLayout16.xml"/><Relationship Id="rId61" Type="http://schemas.openxmlformats.org/officeDocument/2006/relationships/tags" Target="../tags/tag5.xml"/><Relationship Id="rId1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theme" Target="../theme/theme2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59" Type="http://schemas.openxmlformats.org/officeDocument/2006/relationships/tags" Target="../tags/tag3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6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tags" Target="../tags/tag1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60" Type="http://schemas.openxmlformats.org/officeDocument/2006/relationships/tags" Target="../tags/tag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slideLayout" Target="../slideLayouts/slideLayout79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8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8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82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5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95.xml"/><Relationship Id="rId7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94.xml"/><Relationship Id="rId16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97.xml"/><Relationship Id="rId15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96.xml"/><Relationship Id="rId9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25267D-57E0-05C4-B192-C46AC1476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7A1CD-C296-B795-B6E4-96375EBBE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BD3C7-C0C6-9780-2F28-754302FCAA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2DE767-FA6F-45A0-9530-388EFBE2E711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C8E8E-90D1-B63A-6090-28C3FB034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6E8A1-A22F-0870-DAFC-B1F803085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9575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57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353" imgH="353" progId="TCLayout.ActiveDocument.1">
                  <p:embed/>
                </p:oleObj>
              </mc:Choice>
              <mc:Fallback>
                <p:oleObj name="think-cell Slide" r:id="rId62" imgW="353" imgH="35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Gerade Verbindung 36"/>
          <p:cNvCxnSpPr/>
          <p:nvPr userDrawn="1"/>
        </p:nvCxnSpPr>
        <p:spPr bwMode="gray">
          <a:xfrm flipV="1">
            <a:off x="624000" y="-171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37"/>
          <p:cNvCxnSpPr/>
          <p:nvPr userDrawn="1"/>
        </p:nvCxnSpPr>
        <p:spPr bwMode="gray">
          <a:xfrm flipV="1">
            <a:off x="1272000" y="-171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36"/>
          <p:cNvCxnSpPr/>
          <p:nvPr userDrawn="1"/>
        </p:nvCxnSpPr>
        <p:spPr bwMode="gray">
          <a:xfrm flipV="1">
            <a:off x="1560000" y="-170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37"/>
          <p:cNvCxnSpPr/>
          <p:nvPr userDrawn="1"/>
        </p:nvCxnSpPr>
        <p:spPr bwMode="gray">
          <a:xfrm flipV="1">
            <a:off x="2208000" y="-171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36"/>
          <p:cNvCxnSpPr/>
          <p:nvPr userDrawn="1"/>
        </p:nvCxnSpPr>
        <p:spPr bwMode="gray">
          <a:xfrm flipV="1">
            <a:off x="2496000" y="-170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37"/>
          <p:cNvCxnSpPr/>
          <p:nvPr userDrawn="1"/>
        </p:nvCxnSpPr>
        <p:spPr bwMode="gray">
          <a:xfrm flipV="1">
            <a:off x="3144000" y="-170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36"/>
          <p:cNvCxnSpPr/>
          <p:nvPr userDrawn="1"/>
        </p:nvCxnSpPr>
        <p:spPr bwMode="gray">
          <a:xfrm flipV="1">
            <a:off x="3432000" y="-169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37"/>
          <p:cNvCxnSpPr/>
          <p:nvPr userDrawn="1"/>
        </p:nvCxnSpPr>
        <p:spPr bwMode="gray">
          <a:xfrm flipV="1">
            <a:off x="4080000" y="-170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36"/>
          <p:cNvCxnSpPr/>
          <p:nvPr userDrawn="1"/>
        </p:nvCxnSpPr>
        <p:spPr bwMode="gray">
          <a:xfrm flipV="1">
            <a:off x="4368000" y="-169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37"/>
          <p:cNvCxnSpPr/>
          <p:nvPr userDrawn="1"/>
        </p:nvCxnSpPr>
        <p:spPr bwMode="gray">
          <a:xfrm flipV="1">
            <a:off x="5016000" y="-169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36"/>
          <p:cNvCxnSpPr/>
          <p:nvPr userDrawn="1"/>
        </p:nvCxnSpPr>
        <p:spPr bwMode="gray">
          <a:xfrm flipV="1">
            <a:off x="5304000" y="-169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37"/>
          <p:cNvCxnSpPr/>
          <p:nvPr userDrawn="1"/>
        </p:nvCxnSpPr>
        <p:spPr bwMode="gray">
          <a:xfrm flipV="1">
            <a:off x="5952000" y="-169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36"/>
          <p:cNvCxnSpPr/>
          <p:nvPr userDrawn="1"/>
        </p:nvCxnSpPr>
        <p:spPr bwMode="gray">
          <a:xfrm flipV="1">
            <a:off x="6240000" y="-168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37"/>
          <p:cNvCxnSpPr/>
          <p:nvPr userDrawn="1"/>
        </p:nvCxnSpPr>
        <p:spPr bwMode="gray">
          <a:xfrm flipV="1">
            <a:off x="6888000" y="-169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36"/>
          <p:cNvCxnSpPr/>
          <p:nvPr userDrawn="1"/>
        </p:nvCxnSpPr>
        <p:spPr bwMode="gray">
          <a:xfrm flipV="1">
            <a:off x="7176000" y="-168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37"/>
          <p:cNvCxnSpPr/>
          <p:nvPr userDrawn="1"/>
        </p:nvCxnSpPr>
        <p:spPr bwMode="gray">
          <a:xfrm flipV="1">
            <a:off x="7824000" y="-168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36"/>
          <p:cNvCxnSpPr/>
          <p:nvPr userDrawn="1"/>
        </p:nvCxnSpPr>
        <p:spPr bwMode="gray">
          <a:xfrm flipV="1">
            <a:off x="8112000" y="-167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37"/>
          <p:cNvCxnSpPr/>
          <p:nvPr userDrawn="1"/>
        </p:nvCxnSpPr>
        <p:spPr bwMode="gray">
          <a:xfrm flipV="1">
            <a:off x="8760000" y="-168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6"/>
          <p:cNvCxnSpPr/>
          <p:nvPr userDrawn="1"/>
        </p:nvCxnSpPr>
        <p:spPr bwMode="gray">
          <a:xfrm flipV="1">
            <a:off x="9048000" y="-167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7"/>
          <p:cNvCxnSpPr/>
          <p:nvPr userDrawn="1"/>
        </p:nvCxnSpPr>
        <p:spPr bwMode="gray">
          <a:xfrm flipV="1">
            <a:off x="9696000" y="-167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6"/>
          <p:cNvCxnSpPr/>
          <p:nvPr userDrawn="1"/>
        </p:nvCxnSpPr>
        <p:spPr bwMode="gray">
          <a:xfrm flipV="1">
            <a:off x="9984000" y="-16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7"/>
          <p:cNvCxnSpPr/>
          <p:nvPr userDrawn="1"/>
        </p:nvCxnSpPr>
        <p:spPr bwMode="gray">
          <a:xfrm flipV="1">
            <a:off x="10632000" y="-167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6"/>
          <p:cNvCxnSpPr/>
          <p:nvPr userDrawn="1"/>
        </p:nvCxnSpPr>
        <p:spPr bwMode="gray">
          <a:xfrm flipV="1">
            <a:off x="10920000" y="-16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37"/>
          <p:cNvCxnSpPr/>
          <p:nvPr userDrawn="1"/>
        </p:nvCxnSpPr>
        <p:spPr bwMode="gray">
          <a:xfrm flipV="1">
            <a:off x="11568000" y="-16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36"/>
          <p:cNvCxnSpPr/>
          <p:nvPr userDrawn="1"/>
        </p:nvCxnSpPr>
        <p:spPr bwMode="gray">
          <a:xfrm flipV="1">
            <a:off x="624000" y="6952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37"/>
          <p:cNvCxnSpPr/>
          <p:nvPr userDrawn="1"/>
        </p:nvCxnSpPr>
        <p:spPr bwMode="gray">
          <a:xfrm flipV="1">
            <a:off x="1272000" y="6952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36"/>
          <p:cNvCxnSpPr/>
          <p:nvPr userDrawn="1"/>
        </p:nvCxnSpPr>
        <p:spPr bwMode="gray">
          <a:xfrm flipV="1">
            <a:off x="1560000" y="6953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37"/>
          <p:cNvCxnSpPr/>
          <p:nvPr userDrawn="1"/>
        </p:nvCxnSpPr>
        <p:spPr bwMode="gray">
          <a:xfrm flipV="1">
            <a:off x="2208000" y="6952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36"/>
          <p:cNvCxnSpPr/>
          <p:nvPr userDrawn="1"/>
        </p:nvCxnSpPr>
        <p:spPr bwMode="gray">
          <a:xfrm flipV="1">
            <a:off x="2496000" y="6953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37"/>
          <p:cNvCxnSpPr/>
          <p:nvPr userDrawn="1"/>
        </p:nvCxnSpPr>
        <p:spPr bwMode="gray">
          <a:xfrm flipV="1">
            <a:off x="3144000" y="6953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36"/>
          <p:cNvCxnSpPr/>
          <p:nvPr userDrawn="1"/>
        </p:nvCxnSpPr>
        <p:spPr bwMode="gray">
          <a:xfrm flipV="1">
            <a:off x="3432000" y="6953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37"/>
          <p:cNvCxnSpPr/>
          <p:nvPr userDrawn="1"/>
        </p:nvCxnSpPr>
        <p:spPr bwMode="gray">
          <a:xfrm flipV="1">
            <a:off x="4080000" y="6953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36"/>
          <p:cNvCxnSpPr/>
          <p:nvPr userDrawn="1"/>
        </p:nvCxnSpPr>
        <p:spPr bwMode="gray">
          <a:xfrm flipV="1">
            <a:off x="4368000" y="6954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37"/>
          <p:cNvCxnSpPr/>
          <p:nvPr userDrawn="1"/>
        </p:nvCxnSpPr>
        <p:spPr bwMode="gray">
          <a:xfrm flipV="1">
            <a:off x="5016000" y="6953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36"/>
          <p:cNvCxnSpPr/>
          <p:nvPr userDrawn="1"/>
        </p:nvCxnSpPr>
        <p:spPr bwMode="gray">
          <a:xfrm flipV="1">
            <a:off x="5304000" y="6954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37"/>
          <p:cNvCxnSpPr/>
          <p:nvPr userDrawn="1"/>
        </p:nvCxnSpPr>
        <p:spPr bwMode="gray">
          <a:xfrm flipV="1">
            <a:off x="5952000" y="6954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36"/>
          <p:cNvCxnSpPr/>
          <p:nvPr userDrawn="1"/>
        </p:nvCxnSpPr>
        <p:spPr bwMode="gray">
          <a:xfrm flipV="1">
            <a:off x="6240000" y="6955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37"/>
          <p:cNvCxnSpPr/>
          <p:nvPr userDrawn="1"/>
        </p:nvCxnSpPr>
        <p:spPr bwMode="gray">
          <a:xfrm flipV="1">
            <a:off x="6888000" y="6954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36"/>
          <p:cNvCxnSpPr/>
          <p:nvPr userDrawn="1"/>
        </p:nvCxnSpPr>
        <p:spPr bwMode="gray">
          <a:xfrm flipV="1">
            <a:off x="7176000" y="6955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37"/>
          <p:cNvCxnSpPr/>
          <p:nvPr userDrawn="1"/>
        </p:nvCxnSpPr>
        <p:spPr bwMode="gray">
          <a:xfrm flipV="1">
            <a:off x="7824000" y="6955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36"/>
          <p:cNvCxnSpPr/>
          <p:nvPr userDrawn="1"/>
        </p:nvCxnSpPr>
        <p:spPr bwMode="gray">
          <a:xfrm flipV="1">
            <a:off x="8112000" y="6955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37"/>
          <p:cNvCxnSpPr/>
          <p:nvPr userDrawn="1"/>
        </p:nvCxnSpPr>
        <p:spPr bwMode="gray">
          <a:xfrm flipV="1">
            <a:off x="8760000" y="6955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36"/>
          <p:cNvCxnSpPr/>
          <p:nvPr userDrawn="1"/>
        </p:nvCxnSpPr>
        <p:spPr bwMode="gray">
          <a:xfrm flipV="1">
            <a:off x="9048000" y="6956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37"/>
          <p:cNvCxnSpPr/>
          <p:nvPr userDrawn="1"/>
        </p:nvCxnSpPr>
        <p:spPr bwMode="gray">
          <a:xfrm flipV="1">
            <a:off x="9696000" y="6955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36"/>
          <p:cNvCxnSpPr/>
          <p:nvPr userDrawn="1"/>
        </p:nvCxnSpPr>
        <p:spPr bwMode="gray">
          <a:xfrm flipV="1">
            <a:off x="9984000" y="695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37"/>
          <p:cNvCxnSpPr/>
          <p:nvPr userDrawn="1"/>
        </p:nvCxnSpPr>
        <p:spPr bwMode="gray">
          <a:xfrm flipV="1">
            <a:off x="10632000" y="6956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36"/>
          <p:cNvCxnSpPr/>
          <p:nvPr userDrawn="1"/>
        </p:nvCxnSpPr>
        <p:spPr bwMode="gray">
          <a:xfrm flipV="1">
            <a:off x="10920000" y="695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37"/>
          <p:cNvCxnSpPr/>
          <p:nvPr userDrawn="1"/>
        </p:nvCxnSpPr>
        <p:spPr bwMode="gray">
          <a:xfrm flipV="1">
            <a:off x="11568000" y="695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61"/>
          <p:cNvCxnSpPr/>
          <p:nvPr userDrawn="1"/>
        </p:nvCxnSpPr>
        <p:spPr bwMode="gray">
          <a:xfrm rot="5400000" flipV="1">
            <a:off x="-192704" y="1437000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62"/>
          <p:cNvCxnSpPr/>
          <p:nvPr userDrawn="1"/>
        </p:nvCxnSpPr>
        <p:spPr bwMode="gray">
          <a:xfrm rot="5400000" flipV="1">
            <a:off x="-192704" y="6045296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64"/>
          <p:cNvCxnSpPr/>
          <p:nvPr userDrawn="1"/>
        </p:nvCxnSpPr>
        <p:spPr bwMode="gray">
          <a:xfrm rot="5400000" flipV="1">
            <a:off x="-192704" y="356664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mpower - DO NOT DELETE!!!"/>
          <p:cNvSpPr/>
          <p:nvPr userDrawn="1">
            <p:custDataLst>
              <p:tags r:id="rId58"/>
            </p:custDataLst>
          </p:nvPr>
        </p:nvSpPr>
        <p:spPr bwMode="gray">
          <a:xfrm>
            <a:off x="-1270000" y="-1270000"/>
            <a:ext cx="0" cy="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6" name="Slide Number Placeholder 65"/>
          <p:cNvSpPr>
            <a:spLocks noGrp="1"/>
          </p:cNvSpPr>
          <p:nvPr>
            <p:ph type="sldNum" sz="quarter" idx="4"/>
          </p:nvPr>
        </p:nvSpPr>
        <p:spPr bwMode="gray">
          <a:xfrm>
            <a:off x="624001" y="6380999"/>
            <a:ext cx="648000" cy="216172"/>
          </a:xfrm>
          <a:prstGeom prst="rect">
            <a:avLst/>
          </a:prstGeom>
        </p:spPr>
        <p:txBody>
          <a:bodyPr vert="horz" lIns="0" tIns="0" rIns="0" bIns="36000" rtlCol="0" anchor="b" anchorCtr="0"/>
          <a:lstStyle>
            <a:lvl1pPr>
              <a:defRPr lang="de-DE" sz="8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7" name="Footer Placeholder 66"/>
          <p:cNvSpPr>
            <a:spLocks noGrp="1"/>
          </p:cNvSpPr>
          <p:nvPr>
            <p:ph type="ftr" sz="quarter" idx="3"/>
          </p:nvPr>
        </p:nvSpPr>
        <p:spPr bwMode="gray">
          <a:xfrm>
            <a:off x="1272000" y="6380999"/>
            <a:ext cx="8718972" cy="216172"/>
          </a:xfrm>
          <a:prstGeom prst="rect">
            <a:avLst/>
          </a:prstGeom>
        </p:spPr>
        <p:txBody>
          <a:bodyPr vert="horz" lIns="0" tIns="0" rIns="0" bIns="36000" rtlCol="0" anchor="b" anchorCtr="0"/>
          <a:lstStyle>
            <a:lvl1pPr>
              <a:defRPr lang="de-DE" sz="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Title of Presentation | DD.MM.YYYY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 bwMode="gray">
          <a:xfrm>
            <a:off x="623888" y="1485000"/>
            <a:ext cx="10944227" cy="46078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  <a:p>
            <a:pPr lvl="4"/>
            <a:endParaRPr lang="en-US" dirty="0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 bwMode="gray">
          <a:xfrm>
            <a:off x="623888" y="404813"/>
            <a:ext cx="10944225" cy="651939"/>
          </a:xfrm>
          <a:prstGeom prst="rect">
            <a:avLst/>
          </a:prstGeom>
          <a:noFill/>
        </p:spPr>
        <p:txBody>
          <a:bodyPr vert="horz" lIns="0" tIns="0" rIns="0" bIns="18000" rtlCol="0" anchor="b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 dirty="0"/>
              <a:t>Insert slide title here (max. 2 lines | max. 1 line with Action Title)</a:t>
            </a:r>
          </a:p>
        </p:txBody>
      </p:sp>
      <p:grpSp>
        <p:nvGrpSpPr>
          <p:cNvPr id="7" name="Logo Merck"/>
          <p:cNvGrpSpPr>
            <a:grpSpLocks noChangeAspect="1"/>
          </p:cNvGrpSpPr>
          <p:nvPr userDrawn="1">
            <p:custDataLst>
              <p:tags r:id="rId59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8" name="Logo K"/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Logo C"/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Logo R"/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Logo E"/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Logo M"/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empower - DO NOT DELETE!!!"/>
          <p:cNvSpPr/>
          <p:nvPr userDrawn="1">
            <p:custDataLst>
              <p:tags r:id="rId60"/>
            </p:custDataLst>
          </p:nvPr>
        </p:nvSpPr>
        <p:spPr bwMode="gray">
          <a:xfrm>
            <a:off x="-63500" y="-63500"/>
            <a:ext cx="0" cy="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" name="empower - DO NOT DELETE!!!" hidden="1"/>
          <p:cNvSpPr/>
          <p:nvPr userDrawn="1">
            <p:custDataLst>
              <p:tags r:id="rId61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918427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</p:sldLayoutIdLst>
  <p:hf hdr="0" dt="0"/>
  <p:txStyles>
    <p:titleStyle>
      <a:lvl1pPr algn="l" defTabSz="914400" rtl="0" eaLnBrk="1" latinLnBrk="0" hangingPunct="1">
        <a:lnSpc>
          <a:spcPts val="2400"/>
        </a:lnSpc>
        <a:spcBef>
          <a:spcPct val="0"/>
        </a:spcBef>
        <a:buNone/>
        <a:defRPr lang="de-DE" sz="2200" b="1" kern="1200" baseline="0" dirty="0" smtClean="0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ct val="105000"/>
        </a:lnSpc>
        <a:spcBef>
          <a:spcPts val="600"/>
        </a:spcBef>
        <a:spcAft>
          <a:spcPts val="300"/>
        </a:spcAft>
        <a:buFont typeface="Arial" panose="020B0604020202020204" pitchFamily="34" charset="0"/>
        <a:buNone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18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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36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1"/>
        </a:buClr>
        <a:buFont typeface="Symbol" panose="05050102010706020507" pitchFamily="18" charset="2"/>
        <a:buChar char="-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538163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720725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lang="de-DE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6pPr>
      <a:lvl7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7pPr>
      <a:lvl8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8pPr>
      <a:lvl9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9pPr>
    </p:bodyStyle>
    <p:otherStyle>
      <a:defPPr>
        <a:defRPr lang="fr-FR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orient="horz" pos="935">
          <p15:clr>
            <a:srgbClr val="F26B43"/>
          </p15:clr>
        </p15:guide>
        <p15:guide id="3" orient="horz" pos="3838">
          <p15:clr>
            <a:srgbClr val="F26B43"/>
          </p15:clr>
        </p15:guide>
        <p15:guide id="4" pos="393">
          <p15:clr>
            <a:srgbClr val="F26B43"/>
          </p15:clr>
        </p15:guide>
        <p15:guide id="5" pos="728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FF4264-A34F-8A16-5712-1411C528B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9FC4C-6C66-9F34-375A-A42A193B3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14F78-9C13-BD57-C911-A6EE8CF8C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54D76E-BC91-4C30-BD87-DDEF40A030B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2B08E-6A71-6402-DF9D-DB998FED21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57A03-F8A3-FB68-351F-6287A888D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6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39EDC8-8701-7C70-C333-E452D0B07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03D738-D434-D6C8-3F44-439FE4143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DA1D3C-761A-1E83-78B2-B895A0F20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786128-E57D-406F-B5BA-73213484007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66019B-EDFE-4111-2791-79A4A13E57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B2A229-452A-5491-47BA-DE38FF9248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BC130-30E4-4AF8-9557-E5BA45C5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39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0A5546-2913-4299-818B-820D64FCE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971" y="497766"/>
            <a:ext cx="10909300" cy="78308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C09AF9-FC8A-44A0-887E-4DEC22255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4971" y="1682496"/>
            <a:ext cx="109093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915375-5669-4F4D-8050-DBA0BD8DA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30" y="6435481"/>
            <a:ext cx="8077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DA353-F16A-46E9-BF3A-5C7883ED105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6449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tabLst>
          <a:tab pos="3409950" algn="l"/>
        </a:tabLst>
        <a:defRPr sz="2300" b="1" kern="1200">
          <a:solidFill>
            <a:srgbClr val="265374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rgbClr val="265374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rgbClr val="265374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400" kern="1200">
          <a:solidFill>
            <a:srgbClr val="265374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rgbClr val="265374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rgbClr val="26537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orient="horz" pos="2260">
          <p15:clr>
            <a:srgbClr val="F26B43"/>
          </p15:clr>
        </p15:guide>
        <p15:guide id="3" orient="horz" pos="4133">
          <p15:clr>
            <a:srgbClr val="F26B43"/>
          </p15:clr>
        </p15:guide>
        <p15:guide id="4" pos="574">
          <p15:clr>
            <a:srgbClr val="F26B43"/>
          </p15:clr>
        </p15:guide>
        <p15:guide id="5" pos="728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7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7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334A893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7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8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8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92.xml"/><Relationship Id="rId5" Type="http://schemas.openxmlformats.org/officeDocument/2006/relationships/image" Target="../media/image26.gif"/><Relationship Id="rId4" Type="http://schemas.openxmlformats.org/officeDocument/2006/relationships/image" Target="../media/image2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ABE2867-B49C-43EB-BF7C-5FC65E40892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817724" y="3222300"/>
            <a:ext cx="5824150" cy="881349"/>
          </a:xfrm>
        </p:spPr>
        <p:txBody>
          <a:bodyPr/>
          <a:lstStyle/>
          <a:p>
            <a:r>
              <a:rPr lang="ru-RU" sz="4000" b="1" dirty="0">
                <a:latin typeface="Arial (Headings)"/>
              </a:rPr>
              <a:t>Разбор клинических случаев</a:t>
            </a:r>
            <a:endParaRPr lang="en-US" sz="4000" b="1" dirty="0">
              <a:latin typeface="Arial (Headings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CD5D32-7031-ED6E-9453-5E8E4564920B}"/>
              </a:ext>
            </a:extLst>
          </p:cNvPr>
          <p:cNvSpPr txBox="1"/>
          <p:nvPr/>
        </p:nvSpPr>
        <p:spPr bwMode="gray">
          <a:xfrm>
            <a:off x="388088" y="6396887"/>
            <a:ext cx="236574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RU-CONCO-00605</a:t>
            </a:r>
            <a:endParaRPr lang="ru-RU" sz="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3876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2E5F26-91B4-C73F-2DB5-AE886F49E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5DA353-F16A-46E9-BF3A-5C7883ED105A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265374">
                    <a:tint val="75000"/>
                  </a:srgbClr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Helvetica Neue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265374">
                  <a:tint val="75000"/>
                </a:srgbClr>
              </a:solidFill>
              <a:effectLst/>
              <a:uLnTx/>
              <a:uFillTx/>
              <a:latin typeface="Verdana"/>
              <a:ea typeface="+mn-ea"/>
              <a:cs typeface="+mn-cs"/>
              <a:sym typeface="Helvetica Neue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F1CB001-21D0-ACFD-27FB-4880C01E14E5}"/>
              </a:ext>
            </a:extLst>
          </p:cNvPr>
          <p:cNvSpPr txBox="1">
            <a:spLocks/>
          </p:cNvSpPr>
          <p:nvPr/>
        </p:nvSpPr>
        <p:spPr>
          <a:xfrm>
            <a:off x="1750741" y="1467237"/>
            <a:ext cx="10083800" cy="388938"/>
          </a:xfrm>
          <a:prstGeom prst="rect">
            <a:avLst/>
          </a:prstGeom>
        </p:spPr>
        <p:txBody>
          <a:bodyPr vert="horz" lIns="0" tIns="0" rIns="0" bIns="0" rtlCol="0" anchor="t" anchorCtr="0">
            <a:normAutofit fontScale="52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3409950" algn="l"/>
              </a:tabLst>
              <a:defRPr sz="2300" b="1" kern="1200">
                <a:solidFill>
                  <a:srgbClr val="265374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9950" algn="l"/>
              </a:tabLst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398ACB">
                    <a:lumMod val="75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  <a:sym typeface="Helvetica Neue"/>
              </a:rPr>
              <a:t>Раскрытие конфликта интересов</a:t>
            </a:r>
            <a:br>
              <a:rPr kumimoji="0" lang="ru-RU" sz="2300" b="1" i="0" u="none" strike="noStrike" kern="1200" cap="none" spc="0" normalizeH="0" baseline="0" noProof="0" dirty="0">
                <a:ln>
                  <a:noFill/>
                </a:ln>
                <a:solidFill>
                  <a:srgbClr val="398ACB">
                    <a:lumMod val="75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  <a:sym typeface="Helvetica Neue"/>
              </a:rPr>
            </a:br>
            <a:endParaRPr kumimoji="0" lang="en-US" sz="2300" b="1" i="0" u="none" strike="noStrike" kern="1200" cap="none" spc="0" normalizeH="0" baseline="0" noProof="0" dirty="0">
              <a:ln>
                <a:noFill/>
              </a:ln>
              <a:solidFill>
                <a:srgbClr val="398ACB">
                  <a:lumMod val="75000"/>
                </a:srgb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j-cs"/>
              <a:sym typeface="Helvetica Neue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92DCFC96-4574-A9D3-FEB9-40ACC1B3DF17}"/>
              </a:ext>
            </a:extLst>
          </p:cNvPr>
          <p:cNvSpPr txBox="1">
            <a:spLocks/>
          </p:cNvSpPr>
          <p:nvPr/>
        </p:nvSpPr>
        <p:spPr>
          <a:xfrm>
            <a:off x="1639229" y="2331961"/>
            <a:ext cx="8069146" cy="101340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65374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6537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26537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26537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26537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98ACB">
                    <a:lumMod val="75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  <a:sym typeface="Helvetica Neue"/>
              </a:rPr>
              <a:t>Презентация проводится при поддержке компании</a:t>
            </a:r>
            <a:r>
              <a:rPr kumimoji="0" lang="en-US" alt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98ACB">
                    <a:lumMod val="75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  <a:sym typeface="Helvetica Neue"/>
              </a:rPr>
              <a:t> Merck</a:t>
            </a:r>
            <a:endParaRPr kumimoji="0" lang="ru-RU" altLang="ru-RU" sz="1800" b="0" i="0" u="none" strike="noStrike" kern="1200" cap="none" spc="0" normalizeH="0" baseline="0" noProof="0" dirty="0">
              <a:ln>
                <a:noFill/>
              </a:ln>
              <a:solidFill>
                <a:srgbClr val="398ACB">
                  <a:lumMod val="75000"/>
                </a:srgb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  <a:sym typeface="Helvetica Neue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98ACB">
                    <a:lumMod val="75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  <a:sym typeface="Helvetica Neue"/>
              </a:rPr>
              <a:t>Информация, предоставляемая лектором, не обязательно отражает мнение, идеи и взгляды компании </a:t>
            </a:r>
            <a:r>
              <a:rPr kumimoji="0" lang="en-US" alt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98ACB">
                    <a:lumMod val="75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  <a:sym typeface="Helvetica Neue"/>
              </a:rPr>
              <a:t>Merck </a:t>
            </a: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98ACB">
                    <a:lumMod val="75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  <a:sym typeface="Helvetica Neue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398ACB">
                  <a:lumMod val="75000"/>
                </a:srgb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2199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FBEF2-B955-BEED-F637-76FFF87A8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DCCA624-3C80-790A-10C4-033392A1C99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817724" y="3222300"/>
            <a:ext cx="5824150" cy="881349"/>
          </a:xfrm>
        </p:spPr>
        <p:txBody>
          <a:bodyPr/>
          <a:lstStyle/>
          <a:p>
            <a:r>
              <a:rPr lang="ru-RU" sz="4000" b="1" dirty="0">
                <a:latin typeface="Arial (Headings)"/>
              </a:rPr>
              <a:t>Клинический случай 1</a:t>
            </a:r>
            <a:endParaRPr lang="en-US" sz="4000" b="1" dirty="0">
              <a:latin typeface="Arial (Headings)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6672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BF4AB8-4940-586D-0B25-8E5B738E9FE4}"/>
              </a:ext>
            </a:extLst>
          </p:cNvPr>
          <p:cNvSpPr txBox="1"/>
          <p:nvPr/>
        </p:nvSpPr>
        <p:spPr>
          <a:xfrm>
            <a:off x="601316" y="843677"/>
            <a:ext cx="104294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Мужчина 58 лет,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АГ ≥5 лет на </a:t>
            </a:r>
            <a:r>
              <a:rPr lang="ru-RU" dirty="0" err="1"/>
              <a:t>вальсартане</a:t>
            </a:r>
            <a:r>
              <a:rPr lang="ru-RU" dirty="0"/>
              <a:t> 160 мг + амлодипине 5 мг.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2 месяца — впервые типичный загрудинный дискомфорт при подъёме на 2 этаж, купируется в покое.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АД 148/92, ЧСС 84.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Факторы риска: </a:t>
            </a:r>
          </a:p>
          <a:p>
            <a:pPr marL="536575" indent="-285750">
              <a:buFont typeface="Wingdings" panose="05000000000000000000" pitchFamily="2" charset="2"/>
              <a:buChar char="Ø"/>
              <a:tabLst>
                <a:tab pos="357188" algn="l"/>
              </a:tabLst>
            </a:pPr>
            <a:r>
              <a:rPr lang="ru-RU" dirty="0"/>
              <a:t>курильщик (20 пачка-лет), </a:t>
            </a:r>
          </a:p>
          <a:p>
            <a:pPr marL="536575" indent="-285750">
              <a:buFont typeface="Wingdings" panose="05000000000000000000" pitchFamily="2" charset="2"/>
              <a:buChar char="Ø"/>
              <a:tabLst>
                <a:tab pos="357188" algn="l"/>
              </a:tabLst>
            </a:pPr>
            <a:r>
              <a:rPr lang="ru-RU" dirty="0"/>
              <a:t>дислипидемия (ЛНП 4,1 ммоль/л), </a:t>
            </a:r>
          </a:p>
          <a:p>
            <a:pPr marL="536575" indent="-285750">
              <a:buFont typeface="Wingdings" panose="05000000000000000000" pitchFamily="2" charset="2"/>
              <a:buChar char="Ø"/>
              <a:tabLst>
                <a:tab pos="357188" algn="l"/>
              </a:tabLst>
            </a:pPr>
            <a:r>
              <a:rPr lang="ru-RU" dirty="0"/>
              <a:t>отец перенёс ИМ в 54 года,</a:t>
            </a:r>
          </a:p>
          <a:p>
            <a:pPr marL="536575" indent="-285750">
              <a:buFont typeface="Wingdings" panose="05000000000000000000" pitchFamily="2" charset="2"/>
              <a:buChar char="Ø"/>
              <a:tabLst>
                <a:tab pos="357188" algn="l"/>
              </a:tabLst>
            </a:pPr>
            <a:r>
              <a:rPr lang="ru-RU" dirty="0"/>
              <a:t>Артериальная гипертензия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EC7309-6229-BDF7-5F81-85CFFBCB4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864" y="3743652"/>
            <a:ext cx="10306519" cy="232915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F4754CE-9682-AE4C-8932-74E6B66B5FFF}"/>
              </a:ext>
            </a:extLst>
          </p:cNvPr>
          <p:cNvCxnSpPr/>
          <p:nvPr/>
        </p:nvCxnSpPr>
        <p:spPr>
          <a:xfrm>
            <a:off x="2396080" y="4689987"/>
            <a:ext cx="0" cy="576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35D053-3925-2219-AEB4-929E828E85E5}"/>
              </a:ext>
            </a:extLst>
          </p:cNvPr>
          <p:cNvCxnSpPr>
            <a:cxnSpLocks/>
          </p:cNvCxnSpPr>
          <p:nvPr/>
        </p:nvCxnSpPr>
        <p:spPr>
          <a:xfrm>
            <a:off x="1606827" y="5387650"/>
            <a:ext cx="324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FD1BDBA-9DD3-ECF1-592D-A8E2D29360D3}"/>
              </a:ext>
            </a:extLst>
          </p:cNvPr>
          <p:cNvSpPr/>
          <p:nvPr/>
        </p:nvSpPr>
        <p:spPr>
          <a:xfrm>
            <a:off x="1930827" y="5288419"/>
            <a:ext cx="453246" cy="1984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D8F1A4-F1C5-2222-1B11-7797CAB8D172}"/>
              </a:ext>
            </a:extLst>
          </p:cNvPr>
          <p:cNvSpPr txBox="1"/>
          <p:nvPr/>
        </p:nvSpPr>
        <p:spPr>
          <a:xfrm>
            <a:off x="601316" y="257749"/>
            <a:ext cx="7437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Клинический случай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206F1-32BC-FF89-E9F6-253E2E9F16EE}"/>
              </a:ext>
            </a:extLst>
          </p:cNvPr>
          <p:cNvSpPr txBox="1"/>
          <p:nvPr/>
        </p:nvSpPr>
        <p:spPr>
          <a:xfrm>
            <a:off x="305710" y="6384807"/>
            <a:ext cx="117268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 err="1"/>
              <a:t>Барбараш</a:t>
            </a:r>
            <a:r>
              <a:rPr lang="ru-RU" sz="800" dirty="0"/>
              <a:t> О. Л., и </a:t>
            </a:r>
            <a:r>
              <a:rPr lang="ru-RU" sz="800" dirty="0" err="1"/>
              <a:t>соавт</a:t>
            </a:r>
            <a:r>
              <a:rPr lang="ru-RU" sz="800" dirty="0"/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lang="ru-RU" sz="800" dirty="0" err="1"/>
              <a:t>doi</a:t>
            </a:r>
            <a:r>
              <a:rPr lang="ru-RU" sz="800" dirty="0"/>
              <a:t>: 10.15829/1560-4071-2024-6110. EDN HHJJUT</a:t>
            </a:r>
          </a:p>
        </p:txBody>
      </p:sp>
    </p:spTree>
    <p:extLst>
      <p:ext uri="{BB962C8B-B14F-4D97-AF65-F5344CB8AC3E}">
        <p14:creationId xmlns:p14="http://schemas.microsoft.com/office/powerpoint/2010/main" val="2186072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ACCD8755-4BF0-F4F1-AD72-2F4BBDAD48F9}"/>
              </a:ext>
            </a:extLst>
          </p:cNvPr>
          <p:cNvGrpSpPr/>
          <p:nvPr/>
        </p:nvGrpSpPr>
        <p:grpSpPr>
          <a:xfrm>
            <a:off x="3154446" y="793159"/>
            <a:ext cx="5491947" cy="5541648"/>
            <a:chOff x="423946" y="488359"/>
            <a:chExt cx="5491947" cy="554164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6A5D9BC-3D21-07FF-C62B-E3826CE66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3946" y="488359"/>
              <a:ext cx="5491947" cy="554164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41C481-08A5-62A9-3C69-46B260EBF8BC}"/>
                </a:ext>
              </a:extLst>
            </p:cNvPr>
            <p:cNvSpPr/>
            <p:nvPr/>
          </p:nvSpPr>
          <p:spPr>
            <a:xfrm>
              <a:off x="2963487" y="1463040"/>
              <a:ext cx="361604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62679A-6954-F57D-9BB4-C2958C43C238}"/>
                </a:ext>
              </a:extLst>
            </p:cNvPr>
            <p:cNvSpPr/>
            <p:nvPr/>
          </p:nvSpPr>
          <p:spPr>
            <a:xfrm>
              <a:off x="2825637" y="1644535"/>
              <a:ext cx="361604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302BE4F-8197-F305-67B4-E324F3D97140}"/>
                </a:ext>
              </a:extLst>
            </p:cNvPr>
            <p:cNvSpPr/>
            <p:nvPr/>
          </p:nvSpPr>
          <p:spPr>
            <a:xfrm>
              <a:off x="2862348" y="1826030"/>
              <a:ext cx="361604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890360E-C809-747C-B2F9-D65BEFC1EA01}"/>
                </a:ext>
              </a:extLst>
            </p:cNvPr>
            <p:cNvSpPr/>
            <p:nvPr/>
          </p:nvSpPr>
          <p:spPr>
            <a:xfrm>
              <a:off x="2030739" y="2934396"/>
              <a:ext cx="589091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3A3B594-E0E5-5344-A8DE-FDEC23B54921}"/>
                </a:ext>
              </a:extLst>
            </p:cNvPr>
            <p:cNvSpPr/>
            <p:nvPr/>
          </p:nvSpPr>
          <p:spPr>
            <a:xfrm>
              <a:off x="2660629" y="2934396"/>
              <a:ext cx="360000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C5F7E4-1563-2ECC-FB85-E03958624D56}"/>
                </a:ext>
              </a:extLst>
            </p:cNvPr>
            <p:cNvSpPr/>
            <p:nvPr/>
          </p:nvSpPr>
          <p:spPr>
            <a:xfrm>
              <a:off x="3056868" y="2937168"/>
              <a:ext cx="612000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8555EA1-9546-119D-99AC-B9262B871831}"/>
                </a:ext>
              </a:extLst>
            </p:cNvPr>
            <p:cNvSpPr/>
            <p:nvPr/>
          </p:nvSpPr>
          <p:spPr>
            <a:xfrm>
              <a:off x="3691405" y="2939940"/>
              <a:ext cx="576000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DE0B70F2-D310-06D4-CE16-A336D3DFA797}"/>
                </a:ext>
              </a:extLst>
            </p:cNvPr>
            <p:cNvSpPr/>
            <p:nvPr/>
          </p:nvSpPr>
          <p:spPr>
            <a:xfrm>
              <a:off x="3557846" y="1463040"/>
              <a:ext cx="216000" cy="565265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6C701AF-FC27-D9F9-F389-79BA16676B6E}"/>
                </a:ext>
              </a:extLst>
            </p:cNvPr>
            <p:cNvSpPr txBox="1"/>
            <p:nvPr/>
          </p:nvSpPr>
          <p:spPr>
            <a:xfrm>
              <a:off x="3748114" y="1561506"/>
              <a:ext cx="50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US" sz="1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</a:t>
              </a:r>
              <a:endParaRPr lang="ru-RU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7B2F1ED-79D5-47B6-88D8-F999EBFD64BC}"/>
                </a:ext>
              </a:extLst>
            </p:cNvPr>
            <p:cNvSpPr txBox="1"/>
            <p:nvPr/>
          </p:nvSpPr>
          <p:spPr>
            <a:xfrm>
              <a:off x="4914935" y="2827318"/>
              <a:ext cx="50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1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</a:t>
              </a:r>
              <a:endParaRPr lang="ru-RU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8315731-28F6-97C2-AF17-89C5CA401440}"/>
                </a:ext>
              </a:extLst>
            </p:cNvPr>
            <p:cNvSpPr/>
            <p:nvPr/>
          </p:nvSpPr>
          <p:spPr>
            <a:xfrm>
              <a:off x="5418935" y="4388093"/>
              <a:ext cx="216000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0D98F93-0069-B764-2049-9BA98D789D13}"/>
                </a:ext>
              </a:extLst>
            </p:cNvPr>
            <p:cNvSpPr/>
            <p:nvPr/>
          </p:nvSpPr>
          <p:spPr>
            <a:xfrm>
              <a:off x="690513" y="4965473"/>
              <a:ext cx="504000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8AB6C61-E639-07F7-16BF-6C269BE2F8CF}"/>
                </a:ext>
              </a:extLst>
            </p:cNvPr>
            <p:cNvCxnSpPr/>
            <p:nvPr/>
          </p:nvCxnSpPr>
          <p:spPr>
            <a:xfrm>
              <a:off x="1213658" y="5037513"/>
              <a:ext cx="420527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1E84EE5-1174-5133-EC40-E25F5E62FCE1}"/>
                </a:ext>
              </a:extLst>
            </p:cNvPr>
            <p:cNvCxnSpPr>
              <a:stCxn id="19" idx="2"/>
            </p:cNvCxnSpPr>
            <p:nvPr/>
          </p:nvCxnSpPr>
          <p:spPr>
            <a:xfrm>
              <a:off x="5526935" y="4546035"/>
              <a:ext cx="0" cy="41943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A38C87E-970F-9BB0-D34A-038BDF8E8690}"/>
                </a:ext>
              </a:extLst>
            </p:cNvPr>
            <p:cNvSpPr txBox="1"/>
            <p:nvPr/>
          </p:nvSpPr>
          <p:spPr>
            <a:xfrm>
              <a:off x="2819368" y="5601895"/>
              <a:ext cx="576000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800" b="1" dirty="0">
                  <a:latin typeface="Arial Narrow" panose="020B0606020202030204" pitchFamily="34" charset="0"/>
                </a:rPr>
                <a:t>Очень низкая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A1B3452-67B0-202C-6A97-4AB7BAE5E39B}"/>
                </a:ext>
              </a:extLst>
            </p:cNvPr>
            <p:cNvSpPr txBox="1"/>
            <p:nvPr/>
          </p:nvSpPr>
          <p:spPr>
            <a:xfrm>
              <a:off x="3476717" y="5601895"/>
              <a:ext cx="339379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800" b="1" dirty="0">
                  <a:latin typeface="Arial Narrow" panose="020B0606020202030204" pitchFamily="34" charset="0"/>
                </a:rPr>
                <a:t>Низкая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5B80EB2-9DB7-5889-EA44-FC91E212CEBE}"/>
                </a:ext>
              </a:extLst>
            </p:cNvPr>
            <p:cNvSpPr txBox="1"/>
            <p:nvPr/>
          </p:nvSpPr>
          <p:spPr>
            <a:xfrm>
              <a:off x="3948094" y="5601895"/>
              <a:ext cx="532466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800" b="1" dirty="0">
                  <a:latin typeface="Arial Narrow" panose="020B0606020202030204" pitchFamily="34" charset="0"/>
                </a:rPr>
                <a:t>Умеренная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EA7F12A-1C43-DCAB-AF85-03A8E571A623}"/>
              </a:ext>
            </a:extLst>
          </p:cNvPr>
          <p:cNvSpPr txBox="1"/>
          <p:nvPr/>
        </p:nvSpPr>
        <p:spPr>
          <a:xfrm>
            <a:off x="260717" y="6447269"/>
            <a:ext cx="113874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/>
              <a:t>Vrints</a:t>
            </a:r>
            <a:r>
              <a:rPr lang="en-US" sz="800" dirty="0"/>
              <a:t> C. et al. 2024 ESC Guidelines for the management of chronic coronary syndromes. </a:t>
            </a:r>
            <a:r>
              <a:rPr lang="en-US" sz="800" dirty="0" err="1"/>
              <a:t>Eur</a:t>
            </a:r>
            <a:r>
              <a:rPr lang="en-US" sz="800" dirty="0"/>
              <a:t> Heart J. 2024 Aug 30: ehae177. </a:t>
            </a:r>
            <a:r>
              <a:rPr lang="en-US" sz="800" dirty="0" err="1"/>
              <a:t>doi</a:t>
            </a:r>
            <a:r>
              <a:rPr lang="en-US" sz="800" dirty="0"/>
              <a:t>: 10.1093/</a:t>
            </a:r>
            <a:r>
              <a:rPr lang="en-US" sz="800" dirty="0" err="1"/>
              <a:t>eurheartj</a:t>
            </a:r>
            <a:r>
              <a:rPr lang="en-US" sz="800" dirty="0"/>
              <a:t>/ehae177. PMID: 39210710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2293806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F19ED1-C393-D8C0-468A-07D84A0D84E3}"/>
              </a:ext>
            </a:extLst>
          </p:cNvPr>
          <p:cNvSpPr txBox="1"/>
          <p:nvPr/>
        </p:nvSpPr>
        <p:spPr>
          <a:xfrm>
            <a:off x="495300" y="269586"/>
            <a:ext cx="6096000" cy="164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Какой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следующий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шаг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диагностики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?</a:t>
            </a:r>
            <a:endParaRPr lang="ru-RU" b="1" dirty="0"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(а)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Стресс-ЭхоКГ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(б) МСКТ-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коронарография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(в)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Коронарный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кальций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(г)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Сразу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КАГ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9B281C-E27A-0C95-4977-6FC625E4E3A1}"/>
              </a:ext>
            </a:extLst>
          </p:cNvPr>
          <p:cNvSpPr txBox="1"/>
          <p:nvPr/>
        </p:nvSpPr>
        <p:spPr>
          <a:xfrm>
            <a:off x="495300" y="2202085"/>
            <a:ext cx="11264900" cy="4111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ответ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(а)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Стресс-ЭхоКГ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как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первая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линия</a:t>
            </a:r>
            <a:r>
              <a:rPr lang="ru-RU" b="1" dirty="0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ПТВ &gt;15% (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Класс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I C).</a:t>
            </a:r>
            <a:endParaRPr lang="ru-RU" b="1" dirty="0">
              <a:solidFill>
                <a:schemeClr val="accent6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n-US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КР МЗ РФ 2024:</a:t>
            </a:r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Место 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МСКТА —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1)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для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ПТВ ≤15%,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2)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противопоказаниях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к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нагрузочным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тестам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3)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неинформативном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первом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тесте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Класс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IIa C).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24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ESC 2024 CCS: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для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&gt;15–50%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обе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линии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равноценны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CCTA (I A) и stress imaging (I B).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Задача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стресс-ЭхоКГ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у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нашего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пациента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типичной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клинике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подтвердить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ишемию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и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стратифицировать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риск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(число сегментов)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только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исключить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 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24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МСКТА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сильна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как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тест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«для исключения» 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(NPV &gt;95%);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высокой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клинической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вероятности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её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преимущество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меньше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 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"/>
              <a:tabLst>
                <a:tab pos="228600" algn="l"/>
              </a:tabLs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Коронарный кальций 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—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необязательная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опция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типичной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клинике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и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высокой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ПТВ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реклассификация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мало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что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добавит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"/>
              <a:tabLst>
                <a:tab pos="228600" algn="l"/>
              </a:tabLst>
            </a:pP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Сразу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КАГ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—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нет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показаний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нет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рефрактерности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к ОМТ,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нет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тяжёлой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стенокардии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в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покое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B9143F07-26EA-33B2-46F8-757756CAB0FF}"/>
              </a:ext>
            </a:extLst>
          </p:cNvPr>
          <p:cNvSpPr/>
          <p:nvPr/>
        </p:nvSpPr>
        <p:spPr>
          <a:xfrm>
            <a:off x="5511800" y="3581400"/>
            <a:ext cx="304800" cy="3556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2932D3EC-F51F-8E1D-62BA-309994B2DD53}"/>
              </a:ext>
            </a:extLst>
          </p:cNvPr>
          <p:cNvSpPr/>
          <p:nvPr/>
        </p:nvSpPr>
        <p:spPr>
          <a:xfrm>
            <a:off x="5511800" y="4929993"/>
            <a:ext cx="304800" cy="3556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10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BC37E3-A021-76A8-4E00-B7AA25C363C0}"/>
              </a:ext>
            </a:extLst>
          </p:cNvPr>
          <p:cNvSpPr txBox="1"/>
          <p:nvPr/>
        </p:nvSpPr>
        <p:spPr>
          <a:xfrm>
            <a:off x="762000" y="564634"/>
            <a:ext cx="1008380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Стратегия по отношению к амлодипину/бета-блокаторам (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бисопрололу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</a:t>
            </a:r>
          </a:p>
          <a:p>
            <a:pPr marL="355600" lvl="0" indent="-355600">
              <a:spcAft>
                <a:spcPts val="600"/>
              </a:spcAf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(а)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Отменить амлодипин за достаточный срок д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стресс-ЭхоКГ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/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не назначать</a:t>
            </a:r>
          </a:p>
          <a:p>
            <a:pPr marL="355600" lvl="0" indent="-355600"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(б) Отменить амлодипин за достаточный срок до стресс-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ЭхоКГ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/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назначить, но отменить за 48 часов до теста</a:t>
            </a:r>
          </a:p>
          <a:p>
            <a:pPr lvl="0"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(в) Амлодипин не трогать /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назначить, но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отмен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ить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за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48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часов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до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теста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>
              <a:spcAft>
                <a:spcPts val="600"/>
              </a:spcAf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г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Амлодипин не трогать /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назначить, не отменять перед тестом</a:t>
            </a:r>
          </a:p>
          <a:p>
            <a:pPr lvl="0"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(д) Амлодипин не трогать /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назначить только п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осле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стресс-ЭхоКГ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endParaRPr lang="ru-RU" sz="1600" b="1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18893F-8A9A-B4F8-B348-E9AE41103859}"/>
              </a:ext>
            </a:extLst>
          </p:cNvPr>
          <p:cNvSpPr txBox="1"/>
          <p:nvPr/>
        </p:nvSpPr>
        <p:spPr>
          <a:xfrm>
            <a:off x="762000" y="3059668"/>
            <a:ext cx="107569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ответ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ru-RU" b="1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Оптимальный вариант – (д)</a:t>
            </a:r>
          </a:p>
          <a:p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Все остальные варианты,</a:t>
            </a:r>
            <a:r>
              <a:rPr lang="ru-RU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кроме </a:t>
            </a:r>
            <a:r>
              <a:rPr lang="en-US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г</a:t>
            </a:r>
            <a:r>
              <a:rPr lang="en-US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  <a:r>
              <a:rPr lang="ru-RU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</a:t>
            </a: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теоретически тоже возможны: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 назначении </a:t>
            </a:r>
            <a:r>
              <a:rPr lang="ru-RU" sz="1600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бисопролола</a:t>
            </a: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— симптоматическое облегчение пока ждём слот; минус — маскировка ЧСС-ответа при неполной отмывке, организационно сложно.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 неназначении — чистый тест; минус — 1–2 недели без антиангинальной терапии</a:t>
            </a:r>
            <a:endParaRPr lang="ru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B9EA78-E93E-D7DE-40EB-73E86AD9C915}"/>
              </a:ext>
            </a:extLst>
          </p:cNvPr>
          <p:cNvSpPr txBox="1"/>
          <p:nvPr/>
        </p:nvSpPr>
        <p:spPr>
          <a:xfrm>
            <a:off x="328807" y="5390695"/>
            <a:ext cx="12014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i="1" dirty="0">
                <a:latin typeface="Verdana" panose="020B0604030504040204" pitchFamily="34" charset="0"/>
                <a:ea typeface="Verdana" panose="020B0604030504040204" pitchFamily="34" charset="0"/>
              </a:rPr>
              <a:t>КР МЗ РФ: «У пациентов с подозрением на ИБС рекомендуется рассмотреть возможность проведения </a:t>
            </a:r>
            <a:r>
              <a:rPr lang="ru-RU" sz="1600" i="1" dirty="0" err="1">
                <a:latin typeface="Verdana" panose="020B0604030504040204" pitchFamily="34" charset="0"/>
                <a:ea typeface="Verdana" panose="020B0604030504040204" pitchFamily="34" charset="0"/>
              </a:rPr>
              <a:t>нагру</a:t>
            </a:r>
            <a:endParaRPr lang="ru-RU" sz="1600" i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1600" i="1" dirty="0" err="1">
                <a:latin typeface="Verdana" panose="020B0604030504040204" pitchFamily="34" charset="0"/>
                <a:ea typeface="Verdana" panose="020B0604030504040204" pitchFamily="34" charset="0"/>
              </a:rPr>
              <a:t>зочного</a:t>
            </a:r>
            <a:r>
              <a:rPr lang="ru-RU" sz="1600" i="1" dirty="0">
                <a:latin typeface="Verdana" panose="020B0604030504040204" pitchFamily="34" charset="0"/>
                <a:ea typeface="Verdana" panose="020B0604030504040204" pitchFamily="34" charset="0"/>
              </a:rPr>
              <a:t> ЭКГ-теста, выполненного на фоне отмены антиишемической терапии (при наличии возможности), для выявления факторов, изменяющих ПТВ ИБС)» — Класс </a:t>
            </a:r>
            <a:r>
              <a:rPr lang="ru-RU" sz="1600" i="1" dirty="0" err="1">
                <a:latin typeface="Verdana" panose="020B0604030504040204" pitchFamily="34" charset="0"/>
                <a:ea typeface="Verdana" panose="020B0604030504040204" pitchFamily="34" charset="0"/>
              </a:rPr>
              <a:t>IIb</a:t>
            </a:r>
            <a:r>
              <a:rPr lang="ru-RU" sz="1600" i="1" dirty="0">
                <a:latin typeface="Verdana" panose="020B0604030504040204" pitchFamily="34" charset="0"/>
                <a:ea typeface="Verdana" panose="020B0604030504040204" pitchFamily="34" charset="0"/>
              </a:rPr>
              <a:t> B. </a:t>
            </a:r>
          </a:p>
          <a:p>
            <a:r>
              <a:rPr lang="ru-RU" sz="1600" i="1" dirty="0">
                <a:latin typeface="Verdana" panose="020B0604030504040204" pitchFamily="34" charset="0"/>
                <a:ea typeface="Verdana" panose="020B0604030504040204" pitchFamily="34" charset="0"/>
              </a:rPr>
              <a:t>ESC 2024: аналогично.</a:t>
            </a:r>
          </a:p>
        </p:txBody>
      </p:sp>
    </p:spTree>
    <p:extLst>
      <p:ext uri="{BB962C8B-B14F-4D97-AF65-F5344CB8AC3E}">
        <p14:creationId xmlns:p14="http://schemas.microsoft.com/office/powerpoint/2010/main" val="295445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B01A46-503B-C550-E664-FCA114AD18C2}"/>
              </a:ext>
            </a:extLst>
          </p:cNvPr>
          <p:cNvSpPr txBox="1"/>
          <p:nvPr/>
        </p:nvSpPr>
        <p:spPr>
          <a:xfrm>
            <a:off x="415384" y="439132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Результат диагностики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A0DDF-9B15-FCF3-174D-8F08DF7524AB}"/>
              </a:ext>
            </a:extLst>
          </p:cNvPr>
          <p:cNvSpPr txBox="1"/>
          <p:nvPr/>
        </p:nvSpPr>
        <p:spPr>
          <a:xfrm>
            <a:off x="415384" y="808464"/>
            <a:ext cx="1103691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Стресс-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ЭхоКГ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с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добутамином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или физической нагрузкой. </a:t>
            </a:r>
          </a:p>
          <a:p>
            <a:pPr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Результат: на 6-й минуте воспроизведён ангинозный приступ; индуцируемый гипокинез 2 сегментов в бассейне ПНА.</a:t>
            </a:r>
          </a:p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Диагноз ИБС, стенокардии напряжения ФК II верифицирован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06D74D4-0458-7E04-5606-D7988309C4AF}"/>
              </a:ext>
            </a:extLst>
          </p:cNvPr>
          <p:cNvSpPr/>
          <p:nvPr/>
        </p:nvSpPr>
        <p:spPr>
          <a:xfrm>
            <a:off x="546409" y="2188764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39644E-CE49-7021-CE9E-0D4E3AFC0A1F}"/>
              </a:ext>
            </a:extLst>
          </p:cNvPr>
          <p:cNvSpPr txBox="1"/>
          <p:nvPr/>
        </p:nvSpPr>
        <p:spPr>
          <a:xfrm>
            <a:off x="334538" y="2676513"/>
            <a:ext cx="74044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(а) Направить на КАГ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? 		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(б) Начать ОМТ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6C1999-B61D-9312-0B2C-535DF5A03AEA}"/>
              </a:ext>
            </a:extLst>
          </p:cNvPr>
          <p:cNvSpPr txBox="1"/>
          <p:nvPr/>
        </p:nvSpPr>
        <p:spPr>
          <a:xfrm>
            <a:off x="415383" y="3429000"/>
            <a:ext cx="11561027" cy="1103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(б) ОМТ как первая стратегия</a:t>
            </a:r>
            <a:r>
              <a:rPr lang="en-US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 подтверждённой ишемии умеренного риска (2 сегмента)</a:t>
            </a:r>
            <a:endParaRPr lang="ru-RU" sz="1100" dirty="0">
              <a:solidFill>
                <a:srgbClr val="00B050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600" i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КАГ — при недостижении ОМТ-целей через 3–6 месяцев</a:t>
            </a:r>
          </a:p>
        </p:txBody>
      </p:sp>
    </p:spTree>
    <p:extLst>
      <p:ext uri="{BB962C8B-B14F-4D97-AF65-F5344CB8AC3E}">
        <p14:creationId xmlns:p14="http://schemas.microsoft.com/office/powerpoint/2010/main" val="278595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C51587-D74C-89AD-9E8C-2E6BFA7C5DBE}"/>
              </a:ext>
            </a:extLst>
          </p:cNvPr>
          <p:cNvSpPr txBox="1"/>
          <p:nvPr/>
        </p:nvSpPr>
        <p:spPr>
          <a:xfrm>
            <a:off x="493442" y="362635"/>
            <a:ext cx="9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Терапия: пошаговый переход на фиксированную комбинацию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A94474-885E-966E-9329-7014272F096A}"/>
              </a:ext>
            </a:extLst>
          </p:cNvPr>
          <p:cNvSpPr txBox="1"/>
          <p:nvPr/>
        </p:nvSpPr>
        <p:spPr>
          <a:xfrm>
            <a:off x="582652" y="913928"/>
            <a:ext cx="10891953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ru-RU" dirty="0"/>
              <a:t>Шаг 1 (день 0): добавить </a:t>
            </a:r>
            <a:r>
              <a:rPr lang="ru-RU" dirty="0" err="1"/>
              <a:t>бисопролол</a:t>
            </a:r>
            <a:r>
              <a:rPr lang="ru-RU" dirty="0"/>
              <a:t> 2,5 мг к существующей схеме; старт высокоинтенсивного статина в комбинации с </a:t>
            </a:r>
            <a:r>
              <a:rPr lang="ru-RU" dirty="0" err="1"/>
              <a:t>эзетимибом</a:t>
            </a:r>
            <a:r>
              <a:rPr lang="ru-RU" dirty="0"/>
              <a:t>, старт АСК 75–100 мг/</a:t>
            </a:r>
            <a:r>
              <a:rPr lang="ru-RU" dirty="0" err="1"/>
              <a:t>сут</a:t>
            </a:r>
            <a:r>
              <a:rPr lang="ru-RU" dirty="0"/>
              <a:t>.</a:t>
            </a:r>
          </a:p>
          <a:p>
            <a:pPr>
              <a:spcAft>
                <a:spcPts val="1200"/>
              </a:spcAft>
            </a:pPr>
            <a:r>
              <a:rPr lang="ru-RU" dirty="0"/>
              <a:t>Шаг 2 (5-7 дней): повысить </a:t>
            </a:r>
            <a:r>
              <a:rPr lang="ru-RU" dirty="0" err="1"/>
              <a:t>бисопролол</a:t>
            </a:r>
            <a:r>
              <a:rPr lang="ru-RU" dirty="0"/>
              <a:t> до 5 мг по переносимости.</a:t>
            </a:r>
          </a:p>
          <a:p>
            <a:pPr lvl="0">
              <a:spcAft>
                <a:spcPts val="1200"/>
              </a:spcAft>
              <a:defRPr/>
            </a:pPr>
            <a:r>
              <a:rPr lang="ru-RU" dirty="0">
                <a:solidFill>
                  <a:prstClr val="black"/>
                </a:solidFill>
              </a:rPr>
              <a:t>Шаг 3 (7-14 дней): при необходимости повысить </a:t>
            </a:r>
            <a:r>
              <a:rPr lang="ru-RU" dirty="0" err="1">
                <a:solidFill>
                  <a:prstClr val="black"/>
                </a:solidFill>
              </a:rPr>
              <a:t>бисопролол</a:t>
            </a:r>
            <a:r>
              <a:rPr lang="ru-RU" dirty="0">
                <a:solidFill>
                  <a:prstClr val="black"/>
                </a:solidFill>
              </a:rPr>
              <a:t> до 10 мг (с целью достижения ФК</a:t>
            </a:r>
            <a:r>
              <a:rPr lang="en-US" dirty="0">
                <a:solidFill>
                  <a:prstClr val="black"/>
                </a:solidFill>
              </a:rPr>
              <a:t>I </a:t>
            </a:r>
            <a:r>
              <a:rPr lang="ru-RU" dirty="0">
                <a:solidFill>
                  <a:prstClr val="black"/>
                </a:solidFill>
              </a:rPr>
              <a:t>и целевой ЧСС 55–60); амлодипин — до 10 мг при недостижении АД &lt;130/80.</a:t>
            </a:r>
          </a:p>
          <a:p>
            <a:pPr lvl="0">
              <a:spcAft>
                <a:spcPts val="1200"/>
              </a:spcAft>
              <a:defRPr/>
            </a:pPr>
            <a:r>
              <a:rPr lang="ru-RU" dirty="0">
                <a:solidFill>
                  <a:prstClr val="black"/>
                </a:solidFill>
              </a:rPr>
              <a:t>Шаг 4 (при подборе доз): </a:t>
            </a:r>
            <a:r>
              <a:rPr lang="ru-RU" b="1" u="sng" dirty="0">
                <a:solidFill>
                  <a:prstClr val="black"/>
                </a:solidFill>
              </a:rPr>
              <a:t>перевод на фиксированную комбинацию </a:t>
            </a:r>
            <a:r>
              <a:rPr lang="ru-RU" b="1" u="sng" dirty="0" err="1">
                <a:solidFill>
                  <a:prstClr val="black"/>
                </a:solidFill>
              </a:rPr>
              <a:t>бисопролола</a:t>
            </a:r>
            <a:r>
              <a:rPr lang="ru-RU" b="1" u="sng" dirty="0">
                <a:solidFill>
                  <a:prstClr val="black"/>
                </a:solidFill>
              </a:rPr>
              <a:t> и амлодипина ( </a:t>
            </a:r>
            <a:r>
              <a:rPr lang="ru-RU" b="1" u="sng" dirty="0" err="1">
                <a:solidFill>
                  <a:prstClr val="black"/>
                </a:solidFill>
              </a:rPr>
              <a:t>Конкор</a:t>
            </a:r>
            <a:r>
              <a:rPr lang="ru-RU" b="1" u="sng" dirty="0">
                <a:solidFill>
                  <a:prstClr val="black"/>
                </a:solidFill>
              </a:rPr>
              <a:t> АМ 5/5, 5/10, 10/5 или 10/10) </a:t>
            </a:r>
          </a:p>
          <a:p>
            <a:r>
              <a:rPr lang="ru-RU" i="1" dirty="0"/>
              <a:t>У всех пациентов с ИБС целесообразно оценивать эффективность назначенного лечения в ближайшее время (через 3-5 дней) и через 2-4 </a:t>
            </a:r>
            <a:r>
              <a:rPr lang="ru-RU" i="1" dirty="0" err="1"/>
              <a:t>нед</a:t>
            </a:r>
            <a:r>
              <a:rPr lang="ru-RU" i="1" dirty="0"/>
              <a:t>. после начала терапии для проведения в случае необходимости ее дальнейшей коррекции. Оценку эффективности терапии следует проводить по частоте приступов стенокардии в неделю, по потребности в приеме короткодействующих нитратов, по расстоянию, которое проходит пациент до появления приступов стенокардии или по его возможности подъема по лестнице. Для этого следует рекомендовать пациентам ведение дневников самочувствия. В ряде случаев целесообразно проводить нагрузочный тест для оценки изменения ТФН. </a:t>
            </a:r>
          </a:p>
          <a:p>
            <a:r>
              <a:rPr lang="ru-RU" i="1" dirty="0"/>
              <a:t>EOK I B (УУР С, УДД 5)</a:t>
            </a:r>
          </a:p>
          <a:p>
            <a:r>
              <a:rPr lang="ru-RU" i="1" dirty="0"/>
              <a:t>При сохраняющихся симптомах — рассмотреть необходимость проведения КАГ; параллельно рассмотреть иные механизмы/причины стенокардии.</a:t>
            </a:r>
          </a:p>
        </p:txBody>
      </p:sp>
    </p:spTree>
    <p:extLst>
      <p:ext uri="{BB962C8B-B14F-4D97-AF65-F5344CB8AC3E}">
        <p14:creationId xmlns:p14="http://schemas.microsoft.com/office/powerpoint/2010/main" val="8605228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BAB1A-C755-4B9F-5B6F-B149FE0F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ECBB4CF-47A6-8DBA-CC56-DE6D27E1B45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817724" y="3222300"/>
            <a:ext cx="5824150" cy="881349"/>
          </a:xfrm>
        </p:spPr>
        <p:txBody>
          <a:bodyPr/>
          <a:lstStyle/>
          <a:p>
            <a:r>
              <a:rPr lang="ru-RU" sz="4000" b="1" dirty="0">
                <a:latin typeface="Arial (Headings)"/>
              </a:rPr>
              <a:t>Клинический случай 2</a:t>
            </a:r>
            <a:endParaRPr lang="en-US" sz="4000" b="1" dirty="0">
              <a:latin typeface="Arial (Headings)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036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6513F-414C-93E4-E0EF-B56886A35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45B293-180A-DBE8-B04D-A1B362B8FC42}"/>
              </a:ext>
            </a:extLst>
          </p:cNvPr>
          <p:cNvSpPr txBox="1"/>
          <p:nvPr/>
        </p:nvSpPr>
        <p:spPr>
          <a:xfrm>
            <a:off x="601316" y="588509"/>
            <a:ext cx="1115206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Женщина 64 года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АГ ≥6 лет на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рамиприле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5 мг + амлодипине 5 мг. </a:t>
            </a:r>
            <a:r>
              <a:rPr lang="ru-RU" dirty="0"/>
              <a:t>АД во время осмотра 138/84, ЧСС 78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СД 2 типа в течение 1 года: HbA1c 7,2%, на метформине +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эмпаглифлозине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Дислипидемия: ЛНП 3,4 ммоль/л на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аторвастатине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20 мг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Нет установленного диагноза ИБС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Пришла на приём для пересмотра гиполипидемической терапии. При активном расспросе: ≥6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мес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— одышка при ходьбе по ровному месту 100–200 м и подъёме на 1 пролёт, проходит в покое за 3–5 мин; несколько раз снимала короткодействующими нитратами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Факторы риска: </a:t>
            </a:r>
          </a:p>
          <a:p>
            <a:pPr marL="536575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357188" algn="l"/>
              </a:tabLst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Дислипидемия (ЛНП 3,4 ммоль/л), </a:t>
            </a:r>
          </a:p>
          <a:p>
            <a:pPr marL="536575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357188" algn="l"/>
              </a:tabLst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Артериальная гипертензия</a:t>
            </a:r>
          </a:p>
          <a:p>
            <a:pPr marL="536575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357188" algn="l"/>
              </a:tabLst>
              <a:defRPr/>
            </a:pPr>
            <a:r>
              <a:rPr lang="ru-RU" dirty="0">
                <a:solidFill>
                  <a:prstClr val="black"/>
                </a:solidFill>
                <a:latin typeface="Aptos" panose="02110004020202020204"/>
              </a:rPr>
              <a:t>Сахарный диабет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EB526C-7006-6342-2B3A-1A4D61E8B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783" y="3940334"/>
            <a:ext cx="10306519" cy="232915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6718AF-F691-68C5-A1B4-57C6152126B9}"/>
              </a:ext>
            </a:extLst>
          </p:cNvPr>
          <p:cNvCxnSpPr/>
          <p:nvPr/>
        </p:nvCxnSpPr>
        <p:spPr>
          <a:xfrm>
            <a:off x="10688013" y="4886669"/>
            <a:ext cx="0" cy="864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3F2E51-38CA-3360-B160-8385EC0F3285}"/>
              </a:ext>
            </a:extLst>
          </p:cNvPr>
          <p:cNvCxnSpPr>
            <a:cxnSpLocks/>
          </p:cNvCxnSpPr>
          <p:nvPr/>
        </p:nvCxnSpPr>
        <p:spPr>
          <a:xfrm>
            <a:off x="1710746" y="5850342"/>
            <a:ext cx="8424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CFF65C4-4269-B017-F5FE-61D5820058C9}"/>
              </a:ext>
            </a:extLst>
          </p:cNvPr>
          <p:cNvSpPr/>
          <p:nvPr/>
        </p:nvSpPr>
        <p:spPr>
          <a:xfrm>
            <a:off x="10164572" y="5759423"/>
            <a:ext cx="540000" cy="1984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A611C7-E0AE-93AC-393D-3379C6E69A92}"/>
              </a:ext>
            </a:extLst>
          </p:cNvPr>
          <p:cNvSpPr txBox="1"/>
          <p:nvPr/>
        </p:nvSpPr>
        <p:spPr>
          <a:xfrm>
            <a:off x="601316" y="257749"/>
            <a:ext cx="7437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Клинический случай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995070-EB75-03D2-3EA2-52EDDFA7C07A}"/>
              </a:ext>
            </a:extLst>
          </p:cNvPr>
          <p:cNvSpPr txBox="1"/>
          <p:nvPr/>
        </p:nvSpPr>
        <p:spPr>
          <a:xfrm>
            <a:off x="349545" y="6492529"/>
            <a:ext cx="117268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 err="1"/>
              <a:t>Барбараш</a:t>
            </a:r>
            <a:r>
              <a:rPr lang="ru-RU" sz="800" dirty="0"/>
              <a:t> О. Л., и </a:t>
            </a:r>
            <a:r>
              <a:rPr lang="ru-RU" sz="800" dirty="0" err="1"/>
              <a:t>соавт</a:t>
            </a:r>
            <a:r>
              <a:rPr lang="ru-RU" sz="800" dirty="0"/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lang="ru-RU" sz="800" dirty="0" err="1"/>
              <a:t>doi</a:t>
            </a:r>
            <a:r>
              <a:rPr lang="ru-RU" sz="800" dirty="0"/>
              <a:t>: 10.15829/1560-4071-2024-6110. EDN HHJJUT</a:t>
            </a:r>
          </a:p>
        </p:txBody>
      </p:sp>
    </p:spTree>
    <p:extLst>
      <p:ext uri="{BB962C8B-B14F-4D97-AF65-F5344CB8AC3E}">
        <p14:creationId xmlns:p14="http://schemas.microsoft.com/office/powerpoint/2010/main" val="243783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4C692-5FA7-5A39-30FC-915E352FA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7981579-996C-6165-4934-A45F9335F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446" y="793159"/>
            <a:ext cx="5491947" cy="55416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9086FA-E506-65A2-8C98-CC40BF8C0188}"/>
              </a:ext>
            </a:extLst>
          </p:cNvPr>
          <p:cNvSpPr/>
          <p:nvPr/>
        </p:nvSpPr>
        <p:spPr>
          <a:xfrm>
            <a:off x="5444606" y="2643448"/>
            <a:ext cx="39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>
              <a:solidFill>
                <a:prstClr val="white"/>
              </a:solidFill>
              <a:latin typeface="Aptos" panose="021100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924D1-DAA3-BDF6-A37C-22058B44490B}"/>
              </a:ext>
            </a:extLst>
          </p:cNvPr>
          <p:cNvSpPr/>
          <p:nvPr/>
        </p:nvSpPr>
        <p:spPr>
          <a:xfrm>
            <a:off x="7199635" y="3239196"/>
            <a:ext cx="39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DA8DCA-9DDC-2692-2519-9D6DC062A03C}"/>
              </a:ext>
            </a:extLst>
          </p:cNvPr>
          <p:cNvSpPr/>
          <p:nvPr/>
        </p:nvSpPr>
        <p:spPr>
          <a:xfrm>
            <a:off x="5787368" y="3241968"/>
            <a:ext cx="612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157D07-B602-F6F7-022D-98102447FF30}"/>
              </a:ext>
            </a:extLst>
          </p:cNvPr>
          <p:cNvSpPr/>
          <p:nvPr/>
        </p:nvSpPr>
        <p:spPr>
          <a:xfrm>
            <a:off x="6421905" y="3244740"/>
            <a:ext cx="57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3442A24E-EC8C-E39F-FC12-E4017B95E61C}"/>
              </a:ext>
            </a:extLst>
          </p:cNvPr>
          <p:cNvSpPr/>
          <p:nvPr/>
        </p:nvSpPr>
        <p:spPr>
          <a:xfrm>
            <a:off x="6288346" y="2543692"/>
            <a:ext cx="216000" cy="2520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8C7781-68FC-EE75-AB62-A80744013940}"/>
              </a:ext>
            </a:extLst>
          </p:cNvPr>
          <p:cNvSpPr txBox="1"/>
          <p:nvPr/>
        </p:nvSpPr>
        <p:spPr>
          <a:xfrm>
            <a:off x="6478614" y="2475905"/>
            <a:ext cx="50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2D23AD-54EA-E040-AA7B-B6333E26BF7D}"/>
              </a:ext>
            </a:extLst>
          </p:cNvPr>
          <p:cNvSpPr txBox="1"/>
          <p:nvPr/>
        </p:nvSpPr>
        <p:spPr>
          <a:xfrm>
            <a:off x="7645435" y="3132118"/>
            <a:ext cx="50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0D4BA-6CB8-837E-7453-2E8F03F252FF}"/>
              </a:ext>
            </a:extLst>
          </p:cNvPr>
          <p:cNvSpPr/>
          <p:nvPr/>
        </p:nvSpPr>
        <p:spPr>
          <a:xfrm>
            <a:off x="5801084" y="4692893"/>
            <a:ext cx="21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67C236-07D9-15BC-DE14-38D179503579}"/>
              </a:ext>
            </a:extLst>
          </p:cNvPr>
          <p:cNvSpPr/>
          <p:nvPr/>
        </p:nvSpPr>
        <p:spPr>
          <a:xfrm>
            <a:off x="3421013" y="5450475"/>
            <a:ext cx="504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B99833-5476-10D8-FA1D-20AD97444829}"/>
              </a:ext>
            </a:extLst>
          </p:cNvPr>
          <p:cNvCxnSpPr/>
          <p:nvPr/>
        </p:nvCxnSpPr>
        <p:spPr>
          <a:xfrm>
            <a:off x="3944158" y="5522515"/>
            <a:ext cx="1908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DC10EEF-1FEC-7169-F74B-50542B90EE7C}"/>
              </a:ext>
            </a:extLst>
          </p:cNvPr>
          <p:cNvCxnSpPr>
            <a:stCxn id="19" idx="2"/>
          </p:cNvCxnSpPr>
          <p:nvPr/>
        </p:nvCxnSpPr>
        <p:spPr>
          <a:xfrm>
            <a:off x="5909084" y="4850835"/>
            <a:ext cx="0" cy="576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BEBAEEF-7BEB-8025-7BEC-8BA0499D884C}"/>
              </a:ext>
            </a:extLst>
          </p:cNvPr>
          <p:cNvSpPr txBox="1"/>
          <p:nvPr/>
        </p:nvSpPr>
        <p:spPr>
          <a:xfrm>
            <a:off x="5549868" y="5906695"/>
            <a:ext cx="576000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Очень низкая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D190D7-C329-BE83-AD91-8AEB3C61B78B}"/>
              </a:ext>
            </a:extLst>
          </p:cNvPr>
          <p:cNvSpPr txBox="1"/>
          <p:nvPr/>
        </p:nvSpPr>
        <p:spPr>
          <a:xfrm>
            <a:off x="6207217" y="5906695"/>
            <a:ext cx="339379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Низкая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1993DA-26F0-0F9E-AD1F-46A6FC61A2A2}"/>
              </a:ext>
            </a:extLst>
          </p:cNvPr>
          <p:cNvSpPr txBox="1"/>
          <p:nvPr/>
        </p:nvSpPr>
        <p:spPr>
          <a:xfrm>
            <a:off x="6678594" y="5906695"/>
            <a:ext cx="53246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Умеренная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E12334-2DA5-3849-DCF7-E1CE1A5323F8}"/>
              </a:ext>
            </a:extLst>
          </p:cNvPr>
          <p:cNvSpPr txBox="1"/>
          <p:nvPr/>
        </p:nvSpPr>
        <p:spPr>
          <a:xfrm>
            <a:off x="260717" y="6447269"/>
            <a:ext cx="113874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/>
              <a:t>Vrints</a:t>
            </a:r>
            <a:r>
              <a:rPr lang="en-US" sz="800" dirty="0"/>
              <a:t> C. et al. 2024 ESC Guidelines for the management of chronic coronary syndromes. </a:t>
            </a:r>
            <a:r>
              <a:rPr lang="en-US" sz="800" dirty="0" err="1"/>
              <a:t>Eur</a:t>
            </a:r>
            <a:r>
              <a:rPr lang="en-US" sz="800" dirty="0"/>
              <a:t> Heart J. 2024 Aug 30: ehae177. </a:t>
            </a:r>
            <a:r>
              <a:rPr lang="en-US" sz="800" dirty="0" err="1"/>
              <a:t>doi</a:t>
            </a:r>
            <a:r>
              <a:rPr lang="en-US" sz="800" dirty="0"/>
              <a:t>: 10.1093/</a:t>
            </a:r>
            <a:r>
              <a:rPr lang="en-US" sz="800" dirty="0" err="1"/>
              <a:t>eurheartj</a:t>
            </a:r>
            <a:r>
              <a:rPr lang="en-US" sz="800" dirty="0"/>
              <a:t>/ehae177. PMID: 39210710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1985808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30689-3082-8CFB-7E42-F2669AEB9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AFCFB4-07DB-EB43-1C16-6090BE0B11B7}"/>
              </a:ext>
            </a:extLst>
          </p:cNvPr>
          <p:cNvSpPr txBox="1"/>
          <p:nvPr/>
        </p:nvSpPr>
        <p:spPr>
          <a:xfrm>
            <a:off x="495299" y="269586"/>
            <a:ext cx="10854871" cy="1678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Какой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следующий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шаг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диагностики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?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8600" algn="l"/>
              </a:tabLst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(а) Стресс-визуализация</a:t>
            </a: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(б) </a:t>
            </a:r>
            <a:r>
              <a:rPr lang="ru-RU" dirty="0"/>
              <a:t>МСКТ-коронарография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tabLst>
                <a:tab pos="228600" algn="l"/>
              </a:tabLst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(в)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Коронарный кальций (САС) как фильтр-этап перед стресс-тестом</a:t>
            </a: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(г</a:t>
            </a: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 Сразу инвазивная коронароангиография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DB29D0-0B54-6881-0CBB-9C7A054EBD3A}"/>
              </a:ext>
            </a:extLst>
          </p:cNvPr>
          <p:cNvSpPr txBox="1"/>
          <p:nvPr/>
        </p:nvSpPr>
        <p:spPr>
          <a:xfrm>
            <a:off x="463550" y="2024285"/>
            <a:ext cx="11264900" cy="473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ответ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Особенность ситуации: у пациентки низкая ПТВ + факторы, повышающие её (СД2, АГ, дислипидемия) → формально допустимы три стратегии первой линии, не одна. </a:t>
            </a:r>
          </a:p>
          <a:p>
            <a:pPr lvl="0">
              <a:lnSpc>
                <a:spcPct val="115000"/>
              </a:lnSpc>
              <a:spcAft>
                <a:spcPts val="600"/>
              </a:spcAft>
              <a:tabLst>
                <a:tab pos="228600" algn="l"/>
              </a:tabLst>
            </a:pPr>
            <a:r>
              <a:rPr lang="ru-RU" sz="14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(а) Стресс-</a:t>
            </a:r>
            <a:r>
              <a:rPr lang="ru-RU" sz="1400" b="1" dirty="0" err="1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ЭхоКГ</a:t>
            </a:r>
            <a:r>
              <a:rPr lang="ru-RU" sz="14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КР МЗ РФ: Класс I C при низкой ПТВ + факторах, повышающих ПТВ (</a:t>
            </a:r>
            <a:r>
              <a:rPr lang="ru-RU" sz="1400" u="sng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наш случай</a:t>
            </a: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ESC 2024: при ПТВ 6% (низкая) - Class I B только для &gt;15–85%.</a:t>
            </a: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Минус: при отрицательном результате — не закрывает атеросклероз как таковой, только ишемию</a:t>
            </a:r>
            <a:endParaRPr lang="en-US" sz="14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tabLst>
                <a:tab pos="228600" algn="l"/>
              </a:tabLst>
            </a:pPr>
            <a:r>
              <a:rPr lang="ru-RU" sz="14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(б) МСКТ-коронарография: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КР МЗ РФ: Класс </a:t>
            </a:r>
            <a:r>
              <a:rPr lang="ru-RU" sz="1400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IIa</a:t>
            </a: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C — при ПТВ ≤15% как первый специфический метод при невозможности стресс-теста</a:t>
            </a: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ESC 2024: Класс I A для диапазона &gt;5–50%. Сильнейший тест </a:t>
            </a:r>
            <a:r>
              <a:rPr lang="ru-RU" sz="1400" u="sng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для исключения </a:t>
            </a: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(NPV &gt;95%).</a:t>
            </a:r>
          </a:p>
          <a:p>
            <a:pPr lvl="0">
              <a:lnSpc>
                <a:spcPct val="115000"/>
              </a:lnSpc>
              <a:spcAft>
                <a:spcPts val="600"/>
              </a:spcAft>
              <a:tabLst>
                <a:tab pos="228600" algn="l"/>
              </a:tabLst>
            </a:pPr>
            <a:r>
              <a:rPr lang="ru-RU" sz="14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(в) Коронарный кальций как первый шаг </a:t>
            </a: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— рациональный выбор: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ESC 2024: Класс </a:t>
            </a:r>
            <a:r>
              <a:rPr lang="ru-RU" sz="1400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IIa</a:t>
            </a: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B при низкой вероятности для потенциальной реклассификации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КР МЗ РФ: формально не «фильтр-этап», но САС— официальный модификатор ПТВ (Класс I C); </a:t>
            </a: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 CAC = 0 — стресс-тест можно отложить; при кальцинозе — обоснование к стресс-Эхо.</a:t>
            </a:r>
          </a:p>
          <a:p>
            <a:pPr lvl="0">
              <a:lnSpc>
                <a:spcPct val="115000"/>
              </a:lnSpc>
              <a:spcAft>
                <a:spcPts val="600"/>
              </a:spcAft>
              <a:tabLst>
                <a:tab pos="228600" algn="l"/>
              </a:tabLst>
            </a:pPr>
            <a:r>
              <a:rPr lang="ru-RU" sz="1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(г) Сразу КАГ:</a:t>
            </a: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Нет показаний: нет рефрактерной стенокардии, нет тяжёлой симптоматики покоя, нет данных о высоком риске событий. По КР МЗ РФ и ESC — инвазивная КАГ не оправдана.</a:t>
            </a:r>
          </a:p>
        </p:txBody>
      </p:sp>
    </p:spTree>
    <p:extLst>
      <p:ext uri="{BB962C8B-B14F-4D97-AF65-F5344CB8AC3E}">
        <p14:creationId xmlns:p14="http://schemas.microsoft.com/office/powerpoint/2010/main" val="3885314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BDCFF-EC51-9545-74C2-1CA56B2F5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B0F5FD-5DE2-FA7E-353B-B02B6E4A19EE}"/>
              </a:ext>
            </a:extLst>
          </p:cNvPr>
          <p:cNvSpPr txBox="1"/>
          <p:nvPr/>
        </p:nvSpPr>
        <p:spPr>
          <a:xfrm>
            <a:off x="415384" y="439132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Результат диагностики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8C2F30-E145-81A5-E2C2-5A14B077EB75}"/>
              </a:ext>
            </a:extLst>
          </p:cNvPr>
          <p:cNvSpPr txBox="1"/>
          <p:nvPr/>
        </p:nvSpPr>
        <p:spPr>
          <a:xfrm>
            <a:off x="415384" y="808464"/>
            <a:ext cx="110369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Коронарный кальций = 302.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FE8499EB-EF26-D80B-E6F9-4A289D1C380C}"/>
              </a:ext>
            </a:extLst>
          </p:cNvPr>
          <p:cNvSpPr/>
          <p:nvPr/>
        </p:nvSpPr>
        <p:spPr>
          <a:xfrm>
            <a:off x="546409" y="1147018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D1CDC6-FF09-4C34-CB40-4AF85F86CE75}"/>
              </a:ext>
            </a:extLst>
          </p:cNvPr>
          <p:cNvSpPr txBox="1"/>
          <p:nvPr/>
        </p:nvSpPr>
        <p:spPr>
          <a:xfrm>
            <a:off x="415382" y="1610901"/>
            <a:ext cx="11561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(Подтверждает выраженный атеросклероз → повышает 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посттестовую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вероятность обструктивной ИБС → 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стресс-визуализация обоснована как следующий шаг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C72D59-C062-6304-9D4B-86C476AC4F9B}"/>
              </a:ext>
            </a:extLst>
          </p:cNvPr>
          <p:cNvSpPr txBox="1"/>
          <p:nvPr/>
        </p:nvSpPr>
        <p:spPr>
          <a:xfrm>
            <a:off x="413524" y="26653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Стресс-</a:t>
            </a:r>
            <a:r>
              <a:rPr lang="ru-RU" b="1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ЭхоКГ</a:t>
            </a:r>
            <a:r>
              <a:rPr lang="ru-RU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ru-RU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9CA65382-5C84-9C8B-08AC-1EEA15757BEA}"/>
              </a:ext>
            </a:extLst>
          </p:cNvPr>
          <p:cNvSpPr/>
          <p:nvPr/>
        </p:nvSpPr>
        <p:spPr>
          <a:xfrm>
            <a:off x="546409" y="2299327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261857-4784-AFE3-AC7C-8C4D34667052}"/>
              </a:ext>
            </a:extLst>
          </p:cNvPr>
          <p:cNvSpPr txBox="1"/>
          <p:nvPr/>
        </p:nvSpPr>
        <p:spPr>
          <a:xfrm>
            <a:off x="413524" y="3099713"/>
            <a:ext cx="113466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индуцируемый гипокинез 3 сегментов в бассейне ПКА + воспроизведённый эквивалент симптомов (одышка)</a:t>
            </a:r>
            <a:r>
              <a:rPr lang="en-US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 3 минуте теста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FEE613-C43D-28FC-F088-5597156A56E1}"/>
              </a:ext>
            </a:extLst>
          </p:cNvPr>
          <p:cNvSpPr txBox="1"/>
          <p:nvPr/>
        </p:nvSpPr>
        <p:spPr>
          <a:xfrm>
            <a:off x="413524" y="4052605"/>
            <a:ext cx="113466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Диагноз ИБС, 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стенокарди</a:t>
            </a: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я напряжения, ФК 3</a:t>
            </a:r>
            <a:r>
              <a:rPr lang="en-US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верифицирован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F0DE168D-FFA6-75E8-9AD7-7D5CBBCDAA4D}"/>
              </a:ext>
            </a:extLst>
          </p:cNvPr>
          <p:cNvSpPr/>
          <p:nvPr/>
        </p:nvSpPr>
        <p:spPr>
          <a:xfrm>
            <a:off x="546409" y="3715251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F88207E6-21CA-2F09-490F-D0614344DCB5}"/>
              </a:ext>
            </a:extLst>
          </p:cNvPr>
          <p:cNvSpPr/>
          <p:nvPr/>
        </p:nvSpPr>
        <p:spPr>
          <a:xfrm>
            <a:off x="544550" y="4470746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D73522-3F01-C58E-E9EA-8AB955F927DF}"/>
              </a:ext>
            </a:extLst>
          </p:cNvPr>
          <p:cNvSpPr txBox="1"/>
          <p:nvPr/>
        </p:nvSpPr>
        <p:spPr>
          <a:xfrm>
            <a:off x="332679" y="4958495"/>
            <a:ext cx="74044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(а) Направить на КАГ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? 		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(б) Начать ОМТ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A7B137-80D3-49BE-B74D-F9E942A5DB4D}"/>
              </a:ext>
            </a:extLst>
          </p:cNvPr>
          <p:cNvSpPr txBox="1"/>
          <p:nvPr/>
        </p:nvSpPr>
        <p:spPr>
          <a:xfrm>
            <a:off x="415382" y="5497590"/>
            <a:ext cx="11561027" cy="1103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(б) ОМТ как первая стратегия</a:t>
            </a:r>
            <a:r>
              <a:rPr lang="en-US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 подтверждённой ишемии высокого </a:t>
            </a:r>
            <a:r>
              <a:rPr lang="ru-RU" b="1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риска (3 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сегмента)</a:t>
            </a:r>
            <a:endParaRPr lang="ru-RU" sz="1100" dirty="0">
              <a:solidFill>
                <a:srgbClr val="00B050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600" i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КАГ — при недостижении ОМТ-целей через 3–6 месяцев</a:t>
            </a:r>
          </a:p>
        </p:txBody>
      </p:sp>
    </p:spTree>
    <p:extLst>
      <p:ext uri="{BB962C8B-B14F-4D97-AF65-F5344CB8AC3E}">
        <p14:creationId xmlns:p14="http://schemas.microsoft.com/office/powerpoint/2010/main" val="1234921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8A74A-2048-5FDC-79AF-CE3B831F3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AB5BAC-A60B-3C07-C1A4-1618BAE1DD5E}"/>
              </a:ext>
            </a:extLst>
          </p:cNvPr>
          <p:cNvSpPr txBox="1"/>
          <p:nvPr/>
        </p:nvSpPr>
        <p:spPr>
          <a:xfrm>
            <a:off x="493442" y="362635"/>
            <a:ext cx="9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Терапия: пошаговый переход на фиксированную комбинацию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952AB9-467A-E9D8-4890-8106D9CE6F61}"/>
              </a:ext>
            </a:extLst>
          </p:cNvPr>
          <p:cNvSpPr txBox="1"/>
          <p:nvPr/>
        </p:nvSpPr>
        <p:spPr>
          <a:xfrm>
            <a:off x="582652" y="913928"/>
            <a:ext cx="10891953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1200"/>
              </a:spcAft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Шаг 1 (день 0): добавить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бисопролол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2,5 мг к существующей схеме</a:t>
            </a:r>
            <a:r>
              <a:rPr lang="ru-RU" dirty="0">
                <a:solidFill>
                  <a:prstClr val="black"/>
                </a:solidFill>
                <a:latin typeface="Aptos" panose="02110004020202020204"/>
              </a:rPr>
              <a:t> (</a:t>
            </a:r>
            <a:r>
              <a:rPr lang="ru-RU" dirty="0" err="1">
                <a:solidFill>
                  <a:prstClr val="black"/>
                </a:solidFill>
                <a:latin typeface="Aptos" panose="02110004020202020204"/>
              </a:rPr>
              <a:t>рамиприл</a:t>
            </a:r>
            <a:r>
              <a:rPr lang="ru-RU" dirty="0">
                <a:solidFill>
                  <a:prstClr val="black"/>
                </a:solidFill>
                <a:latin typeface="Aptos" panose="02110004020202020204"/>
              </a:rPr>
              <a:t> 5 + амлодипин 5переход на высокоинтенсивный режим, при необходимости + </a:t>
            </a:r>
            <a:r>
              <a:rPr lang="ru-RU" dirty="0" err="1">
                <a:solidFill>
                  <a:prstClr val="black"/>
                </a:solidFill>
                <a:latin typeface="Aptos" panose="02110004020202020204"/>
              </a:rPr>
              <a:t>эзетимиб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старт АСК 75–100 мг/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сут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; </a:t>
            </a:r>
            <a:r>
              <a:rPr lang="ru-RU" dirty="0"/>
              <a:t>Метформин и </a:t>
            </a:r>
            <a:r>
              <a:rPr lang="ru-RU" dirty="0" err="1"/>
              <a:t>эмпаглифлозин</a:t>
            </a:r>
            <a:r>
              <a:rPr lang="ru-RU" dirty="0"/>
              <a:t> продолжаются без изменений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>
              <a:spcAft>
                <a:spcPts val="1200"/>
              </a:spcAft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Шаг 2 (5-7 дней): повысить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бисопролол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до 5 мг по переносимости – </a:t>
            </a:r>
            <a:r>
              <a:rPr kumimoji="0" lang="ru-RU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высокая </a:t>
            </a:r>
            <a:r>
              <a:rPr lang="ru-RU" b="1" u="sng" dirty="0"/>
              <a:t>β1-селективность не ухудшает гликемический контроль и не маскирует гипогликемию</a:t>
            </a:r>
            <a:endParaRPr kumimoji="0" lang="ru-RU" sz="1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Шаг 3 (7-14 дней): при необходимости повысить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бисопролол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до 10 мг (с целью достижения ФК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и целевой ЧСС 55–60); амлодипин — до 10 мг при недостижении АД &lt;130/80.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Шаг 4 (при подборе доз): </a:t>
            </a:r>
            <a:r>
              <a:rPr kumimoji="0" lang="ru-RU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перевод на фиксированную комбинацию </a:t>
            </a:r>
            <a:r>
              <a:rPr kumimoji="0" lang="ru-RU" sz="1800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бисопролола</a:t>
            </a:r>
            <a:r>
              <a:rPr kumimoji="0" lang="ru-RU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и амлодипина (</a:t>
            </a:r>
            <a:r>
              <a:rPr kumimoji="0" lang="ru-RU" sz="1800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Конкор</a:t>
            </a:r>
            <a:r>
              <a:rPr kumimoji="0" lang="ru-RU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АМ 5/5, 5/10, 10/5 или 10/10)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У всех пациентов с ИБС целесообразно оценивать эффективность назначенного лечения в ближайшее время (через 3-5 дней) и через 2-4 </a:t>
            </a:r>
            <a:r>
              <a:rPr kumimoji="0" lang="ru-RU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нед</a:t>
            </a: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после начала терапии для проведения в случае необходимости ее дальнейшей коррекции. Оценку эффективности терапии следует проводить по частоте приступов стенокардии в неделю, по потребности в приеме короткодействующих нитратов, по расстоянию, которое проходит пациент до появления приступов стенокардии или по его возможности подъема по лестнице. Для этого следует рекомендовать пациентам ведение дневников самочувствия. В ряде случаев целесообразно проводить нагрузочный тест для оценки изменения ТФН.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EOK I B (УУР С, УДД 5)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При сохраняющихся симптомах — рассмотреть необходимость проведения КАГ; параллельно рассмотреть иные механизмы/причины стенокардии.</a:t>
            </a:r>
          </a:p>
        </p:txBody>
      </p:sp>
    </p:spTree>
    <p:extLst>
      <p:ext uri="{BB962C8B-B14F-4D97-AF65-F5344CB8AC3E}">
        <p14:creationId xmlns:p14="http://schemas.microsoft.com/office/powerpoint/2010/main" val="640921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F7694-9A4B-2EB9-520F-8D8130B25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057AFB4-1473-A046-0883-F06B70E4EF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817724" y="3222300"/>
            <a:ext cx="5824150" cy="881349"/>
          </a:xfrm>
        </p:spPr>
        <p:txBody>
          <a:bodyPr/>
          <a:lstStyle/>
          <a:p>
            <a:r>
              <a:rPr lang="ru-RU" sz="4000" b="1" dirty="0">
                <a:latin typeface="Arial (Headings)"/>
              </a:rPr>
              <a:t>Клинический случай 3</a:t>
            </a:r>
            <a:endParaRPr lang="en-US" sz="4000" b="1" dirty="0">
              <a:latin typeface="Arial (Headings)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9560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4337F-990A-2809-529D-BD10F5CD3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9E0397-8318-ED04-7C0F-7CC50AD5F8C8}"/>
              </a:ext>
            </a:extLst>
          </p:cNvPr>
          <p:cNvSpPr txBox="1"/>
          <p:nvPr/>
        </p:nvSpPr>
        <p:spPr>
          <a:xfrm>
            <a:off x="601316" y="822426"/>
            <a:ext cx="11152069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Мужчина 62 лет.</a:t>
            </a:r>
          </a:p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АГ ≥7 лет</a:t>
            </a:r>
            <a:r>
              <a:rPr lang="ru-RU" dirty="0">
                <a:solidFill>
                  <a:prstClr val="black"/>
                </a:solidFill>
              </a:rPr>
              <a:t>. При осмотре: АД 152/94, ЧСС 88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Активный курильщик (30 пачка-лет).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Дислипидемия (ЛНП 4,5 ммоль/л).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Родной брат перенёс ИМ в 60 лет.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Год назад выставлен диагноз ИБС: стенокардия напряжения ФК II–III — давящие боли за грудиной при подъёме на 1–2 пролёта, проходят в покое. </a:t>
            </a:r>
            <a:r>
              <a:rPr lang="ru-RU" dirty="0">
                <a:solidFill>
                  <a:prstClr val="black"/>
                </a:solidFill>
                <a:latin typeface="Aptos" panose="02110004020202020204"/>
              </a:rPr>
              <a:t>В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ыполнен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тредмил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-тест: ангинозные боли на 4-й минуте, депрессия ST в V5–6 на 1 мм. КАГ/МСКТ-ангиография не выполнялись.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Терапия: АСК 100 мг,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розувастатин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40 мг +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эзетимиб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10 мг,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периндоприл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5 мг + амлодипин 5 мг +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бисопролол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5 мг. Коррекция не проводилась, повторно не обращался.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Сопутствующее заболевание: ХОБЛ, GOLD 2, группа A — на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тиотропия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бромиде.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Факторы риска: </a:t>
            </a:r>
          </a:p>
          <a:p>
            <a:pPr marL="250825" lvl="0">
              <a:spcAft>
                <a:spcPts val="600"/>
              </a:spcAft>
              <a:tabLst>
                <a:tab pos="4216400" algn="l"/>
                <a:tab pos="7442200" algn="l"/>
              </a:tabLst>
            </a:pPr>
            <a:r>
              <a:rPr lang="en-US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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Дислипидемия (ЛНП 4,5 ммоль/л)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	</a:t>
            </a:r>
            <a:r>
              <a:rPr lang="ru-RU" dirty="0">
                <a:solidFill>
                  <a:prstClr val="black"/>
                </a:solidFill>
                <a:sym typeface="Wingdings" panose="05000000000000000000" pitchFamily="2" charset="2"/>
              </a:rPr>
              <a:t></a:t>
            </a:r>
            <a:r>
              <a:rPr lang="en-US" dirty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Артериальная гипертензия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	</a:t>
            </a:r>
            <a:r>
              <a:rPr lang="ru-RU" dirty="0">
                <a:solidFill>
                  <a:prstClr val="black"/>
                </a:solidFill>
                <a:sym typeface="Wingdings" panose="05000000000000000000" pitchFamily="2" charset="2"/>
              </a:rPr>
              <a:t></a:t>
            </a:r>
            <a:r>
              <a:rPr lang="en-US" dirty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Курение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63BF65-7960-3B26-B9BA-6B04E63F0CF4}"/>
              </a:ext>
            </a:extLst>
          </p:cNvPr>
          <p:cNvSpPr txBox="1"/>
          <p:nvPr/>
        </p:nvSpPr>
        <p:spPr>
          <a:xfrm>
            <a:off x="601316" y="204586"/>
            <a:ext cx="7437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Клинический случай 3</a:t>
            </a:r>
          </a:p>
        </p:txBody>
      </p:sp>
    </p:spTree>
    <p:extLst>
      <p:ext uri="{BB962C8B-B14F-4D97-AF65-F5344CB8AC3E}">
        <p14:creationId xmlns:p14="http://schemas.microsoft.com/office/powerpoint/2010/main" val="2773058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0178D8-D29A-8401-0417-AE9AFEAEDCD4}"/>
              </a:ext>
            </a:extLst>
          </p:cNvPr>
          <p:cNvSpPr txBox="1"/>
          <p:nvPr/>
        </p:nvSpPr>
        <p:spPr>
          <a:xfrm>
            <a:off x="497071" y="489278"/>
            <a:ext cx="111455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Диагноз ИБС был выставлен год назад только по нагрузочному ЭКГ-тесту. Что это меняет для тактики?</a:t>
            </a:r>
          </a:p>
          <a:p>
            <a:pPr algn="l"/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(а) Диагноз верифицирован — ПТВ не нужна, сразу стратификация риска и КАГ.</a:t>
            </a:r>
          </a:p>
          <a:p>
            <a:pPr marL="265113" indent="-265113" algn="l"/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(б) Положительная нагрузочная ЭКГ не подтверждает обструктивную ИБС анатомически; нужна оценка вероятности и полноценная визуализация.</a:t>
            </a:r>
          </a:p>
          <a:p>
            <a:pPr algn="l"/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(в) Терапия уже назначена — менять ничего не нужно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D11524-608A-A060-DEAC-6DEC395BF3C5}"/>
              </a:ext>
            </a:extLst>
          </p:cNvPr>
          <p:cNvSpPr txBox="1"/>
          <p:nvPr/>
        </p:nvSpPr>
        <p:spPr>
          <a:xfrm>
            <a:off x="497071" y="2576405"/>
            <a:ext cx="11336966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(б)</a:t>
            </a:r>
            <a:r>
              <a:rPr lang="ru-RU" sz="16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Положительная нагрузочная ЭКГ не подтверждает обструктивную ИБС анатомически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Положительная нагрузочная ЭКГ ≠ верифицированная </a:t>
            </a:r>
            <a:r>
              <a:rPr lang="ru-RU" b="0" i="0" u="sng" dirty="0">
                <a:solidFill>
                  <a:srgbClr val="0A0A0A"/>
                </a:solidFill>
                <a:effectLst/>
                <a:latin typeface="Anthropic Sans"/>
              </a:rPr>
              <a:t>обструктивная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ИБС.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ПТВ оценивает вероятность обструктивной ИБС (стенозы &gt;50% / ФРК+), а не наличие стенокардии как синдрома.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691456-5805-2EB6-28B8-33523E9FE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29" y="4039565"/>
            <a:ext cx="10306519" cy="2329157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539F56-55A7-7D46-0437-B02E2E595429}"/>
              </a:ext>
            </a:extLst>
          </p:cNvPr>
          <p:cNvCxnSpPr/>
          <p:nvPr/>
        </p:nvCxnSpPr>
        <p:spPr>
          <a:xfrm>
            <a:off x="2132435" y="4997067"/>
            <a:ext cx="0" cy="864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41C415-E387-70D4-C8AE-269D8F96709A}"/>
              </a:ext>
            </a:extLst>
          </p:cNvPr>
          <p:cNvCxnSpPr>
            <a:cxnSpLocks/>
          </p:cNvCxnSpPr>
          <p:nvPr/>
        </p:nvCxnSpPr>
        <p:spPr>
          <a:xfrm>
            <a:off x="1266542" y="5953810"/>
            <a:ext cx="324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C4C14-2F56-6BC0-1584-F4F166080A4D}"/>
              </a:ext>
            </a:extLst>
          </p:cNvPr>
          <p:cNvSpPr/>
          <p:nvPr/>
        </p:nvSpPr>
        <p:spPr>
          <a:xfrm>
            <a:off x="1590542" y="5854068"/>
            <a:ext cx="540000" cy="1984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FED87C-2EE6-BF8B-4E08-320D4B5A9F8D}"/>
              </a:ext>
            </a:extLst>
          </p:cNvPr>
          <p:cNvSpPr txBox="1"/>
          <p:nvPr/>
        </p:nvSpPr>
        <p:spPr>
          <a:xfrm>
            <a:off x="302141" y="6514827"/>
            <a:ext cx="117268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 err="1"/>
              <a:t>Барбараш</a:t>
            </a:r>
            <a:r>
              <a:rPr lang="ru-RU" sz="800" dirty="0"/>
              <a:t> О. Л., и </a:t>
            </a:r>
            <a:r>
              <a:rPr lang="ru-RU" sz="800" dirty="0" err="1"/>
              <a:t>соавт</a:t>
            </a:r>
            <a:r>
              <a:rPr lang="ru-RU" sz="800" dirty="0"/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lang="ru-RU" sz="800" dirty="0" err="1"/>
              <a:t>doi</a:t>
            </a:r>
            <a:r>
              <a:rPr lang="ru-RU" sz="800" dirty="0"/>
              <a:t>: 10.15829/1560-4071-2024-6110. EDN HHJJUT</a:t>
            </a:r>
          </a:p>
        </p:txBody>
      </p:sp>
    </p:spTree>
    <p:extLst>
      <p:ext uri="{BB962C8B-B14F-4D97-AF65-F5344CB8AC3E}">
        <p14:creationId xmlns:p14="http://schemas.microsoft.com/office/powerpoint/2010/main" val="12126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6777A-1CA1-3A28-A56D-E21441E0E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6AB7AF-05DC-207A-DAD9-5C8A7316F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51" y="610136"/>
            <a:ext cx="5491947" cy="55416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E546B99-9D66-4A1D-AB10-80418255FB68}"/>
              </a:ext>
            </a:extLst>
          </p:cNvPr>
          <p:cNvSpPr/>
          <p:nvPr/>
        </p:nvSpPr>
        <p:spPr>
          <a:xfrm>
            <a:off x="7907879" y="1587591"/>
            <a:ext cx="39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B5A78A-2348-7FB0-7B91-DF049BE221CE}"/>
              </a:ext>
            </a:extLst>
          </p:cNvPr>
          <p:cNvSpPr/>
          <p:nvPr/>
        </p:nvSpPr>
        <p:spPr>
          <a:xfrm>
            <a:off x="7613334" y="3056173"/>
            <a:ext cx="360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211553-38B2-B5DB-BC27-971F3B83BD83}"/>
              </a:ext>
            </a:extLst>
          </p:cNvPr>
          <p:cNvSpPr/>
          <p:nvPr/>
        </p:nvSpPr>
        <p:spPr>
          <a:xfrm>
            <a:off x="8009573" y="3058945"/>
            <a:ext cx="612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415357-F161-CA82-0EAD-8B9EE9E6D43A}"/>
              </a:ext>
            </a:extLst>
          </p:cNvPr>
          <p:cNvSpPr/>
          <p:nvPr/>
        </p:nvSpPr>
        <p:spPr>
          <a:xfrm>
            <a:off x="8644110" y="3061717"/>
            <a:ext cx="57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E5D2DBDF-F1CE-5521-1C25-DCBCE8ABD259}"/>
              </a:ext>
            </a:extLst>
          </p:cNvPr>
          <p:cNvSpPr/>
          <p:nvPr/>
        </p:nvSpPr>
        <p:spPr>
          <a:xfrm>
            <a:off x="8510783" y="1583433"/>
            <a:ext cx="215768" cy="513027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BD3186-E38B-FC4C-9608-A9DABA4FEC92}"/>
              </a:ext>
            </a:extLst>
          </p:cNvPr>
          <p:cNvSpPr txBox="1"/>
          <p:nvPr/>
        </p:nvSpPr>
        <p:spPr>
          <a:xfrm>
            <a:off x="8700819" y="1652802"/>
            <a:ext cx="50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AF5EC3-8BB9-ECE3-D8AB-85BC13999A2F}"/>
              </a:ext>
            </a:extLst>
          </p:cNvPr>
          <p:cNvSpPr txBox="1"/>
          <p:nvPr/>
        </p:nvSpPr>
        <p:spPr>
          <a:xfrm>
            <a:off x="9867640" y="2949095"/>
            <a:ext cx="50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CF2F2C-28C7-3CED-A55E-07DF1C207B8A}"/>
              </a:ext>
            </a:extLst>
          </p:cNvPr>
          <p:cNvSpPr/>
          <p:nvPr/>
        </p:nvSpPr>
        <p:spPr>
          <a:xfrm>
            <a:off x="10176287" y="4509870"/>
            <a:ext cx="21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22E598-710D-BE9A-8F0D-FE157A14CAFF}"/>
              </a:ext>
            </a:extLst>
          </p:cNvPr>
          <p:cNvSpPr/>
          <p:nvPr/>
        </p:nvSpPr>
        <p:spPr>
          <a:xfrm>
            <a:off x="5643218" y="5267452"/>
            <a:ext cx="504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312A5F-455C-D878-4E62-513592A58736}"/>
              </a:ext>
            </a:extLst>
          </p:cNvPr>
          <p:cNvCxnSpPr>
            <a:cxnSpLocks/>
          </p:cNvCxnSpPr>
          <p:nvPr/>
        </p:nvCxnSpPr>
        <p:spPr>
          <a:xfrm>
            <a:off x="6166363" y="5339492"/>
            <a:ext cx="406099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3F556EF-891D-B061-4B51-1EDCAE0640F8}"/>
              </a:ext>
            </a:extLst>
          </p:cNvPr>
          <p:cNvCxnSpPr>
            <a:stCxn id="19" idx="2"/>
          </p:cNvCxnSpPr>
          <p:nvPr/>
        </p:nvCxnSpPr>
        <p:spPr>
          <a:xfrm>
            <a:off x="10284287" y="4667812"/>
            <a:ext cx="0" cy="576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1CE6854-D391-7FF4-6E88-5B39CB3CF248}"/>
              </a:ext>
            </a:extLst>
          </p:cNvPr>
          <p:cNvSpPr txBox="1"/>
          <p:nvPr/>
        </p:nvSpPr>
        <p:spPr>
          <a:xfrm>
            <a:off x="7772073" y="5723672"/>
            <a:ext cx="576000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Очень низкая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AA694B-47FF-3BDA-B9DC-8FD9468CD6D3}"/>
              </a:ext>
            </a:extLst>
          </p:cNvPr>
          <p:cNvSpPr txBox="1"/>
          <p:nvPr/>
        </p:nvSpPr>
        <p:spPr>
          <a:xfrm>
            <a:off x="8429422" y="5723672"/>
            <a:ext cx="339379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Низкая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7679FB-B91C-23C3-57DB-CC6FCFBCABE5}"/>
              </a:ext>
            </a:extLst>
          </p:cNvPr>
          <p:cNvSpPr txBox="1"/>
          <p:nvPr/>
        </p:nvSpPr>
        <p:spPr>
          <a:xfrm>
            <a:off x="8900799" y="5723672"/>
            <a:ext cx="53246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Умеренная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EA4572-C4B1-6EFD-14EB-3ACEE48CC021}"/>
              </a:ext>
            </a:extLst>
          </p:cNvPr>
          <p:cNvSpPr/>
          <p:nvPr/>
        </p:nvSpPr>
        <p:spPr>
          <a:xfrm>
            <a:off x="7779480" y="1771368"/>
            <a:ext cx="39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B254B4-09D6-7D0E-7E8D-4F09925190E2}"/>
              </a:ext>
            </a:extLst>
          </p:cNvPr>
          <p:cNvSpPr/>
          <p:nvPr/>
        </p:nvSpPr>
        <p:spPr>
          <a:xfrm>
            <a:off x="7800708" y="1938521"/>
            <a:ext cx="39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0C519-AF3A-FD2C-596E-08B9E2E83066}"/>
              </a:ext>
            </a:extLst>
          </p:cNvPr>
          <p:cNvSpPr txBox="1"/>
          <p:nvPr/>
        </p:nvSpPr>
        <p:spPr>
          <a:xfrm>
            <a:off x="275126" y="1179380"/>
            <a:ext cx="513965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КР МЗ РФ «Стабильная ишемическая болезнь сердца. Клинические рекомендации 2024»:</a:t>
            </a:r>
          </a:p>
          <a:p>
            <a:r>
              <a:rPr lang="ru-RU" sz="1600" i="1" dirty="0">
                <a:latin typeface="Arial" panose="020B0604020202020204" pitchFamily="34" charset="0"/>
                <a:cs typeface="Arial" panose="020B0604020202020204" pitchFamily="34" charset="0"/>
              </a:rPr>
              <a:t>«Отягощенный семейный анамнез по сердечно-сосудистым заболеваниям (ССЗ) (подтвержденный диагноз ИМ или ишемического инсульта у родственников первой линии, у женщин — до 65 лет, у мужчин — до 55 лет)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ESC 2024 (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сноска к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Figure 4,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дословно):</a:t>
            </a:r>
          </a:p>
          <a:p>
            <a:r>
              <a:rPr lang="ru-RU" sz="1600" i="1" dirty="0">
                <a:latin typeface="Arial" panose="020B0604020202020204" pitchFamily="34" charset="0"/>
                <a:cs typeface="Arial" panose="020B0604020202020204" pitchFamily="34" charset="0"/>
              </a:rPr>
              <a:t>«Семейный анамнез ИБС определяется как наличие у одного или более родственников первой линии признаков раннего развития ИБС: у мужчин в возрасте до 55 лет, у женщин — до 65 лет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.»</a:t>
            </a:r>
            <a:endParaRPr lang="ru-RU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Положительный стресс-тест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– модификатор риска, усиливающий ПТВ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8B751E-F928-C202-5334-4D8C725E2A38}"/>
              </a:ext>
            </a:extLst>
          </p:cNvPr>
          <p:cNvSpPr txBox="1"/>
          <p:nvPr/>
        </p:nvSpPr>
        <p:spPr>
          <a:xfrm>
            <a:off x="305710" y="6384807"/>
            <a:ext cx="117268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 err="1"/>
              <a:t>Барбараш</a:t>
            </a:r>
            <a:r>
              <a:rPr lang="ru-RU" sz="800" dirty="0"/>
              <a:t> О. Л., и </a:t>
            </a:r>
            <a:r>
              <a:rPr lang="ru-RU" sz="800" dirty="0" err="1"/>
              <a:t>соавт</a:t>
            </a:r>
            <a:r>
              <a:rPr lang="ru-RU" sz="800" dirty="0"/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lang="ru-RU" sz="800" dirty="0" err="1"/>
              <a:t>doi</a:t>
            </a:r>
            <a:r>
              <a:rPr lang="ru-RU" sz="800" dirty="0"/>
              <a:t>: 10.15829/1560-4071-2024-6110. EDN HHJJUT</a:t>
            </a:r>
          </a:p>
          <a:p>
            <a:r>
              <a:rPr lang="en-US" sz="800" dirty="0" err="1"/>
              <a:t>Vrints</a:t>
            </a:r>
            <a:r>
              <a:rPr lang="en-US" sz="800" dirty="0"/>
              <a:t> C. et al. 2024 ESC Guidelines for the management of chronic coronary syndromes. </a:t>
            </a:r>
            <a:r>
              <a:rPr lang="en-US" sz="800" dirty="0" err="1"/>
              <a:t>Eur</a:t>
            </a:r>
            <a:r>
              <a:rPr lang="en-US" sz="800" dirty="0"/>
              <a:t> Heart J. 2024 Aug 30: ehae177. </a:t>
            </a:r>
            <a:r>
              <a:rPr lang="en-US" sz="800" dirty="0" err="1"/>
              <a:t>doi</a:t>
            </a:r>
            <a:r>
              <a:rPr lang="en-US" sz="800" dirty="0"/>
              <a:t>: 10.1093/</a:t>
            </a:r>
            <a:r>
              <a:rPr lang="en-US" sz="800" dirty="0" err="1"/>
              <a:t>eurheartj</a:t>
            </a:r>
            <a:r>
              <a:rPr lang="en-US" sz="800" dirty="0"/>
              <a:t>/ehae177. PMID: 39210710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2484092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B0DCCD-F098-694C-FAF8-E9722AD83EC6}"/>
              </a:ext>
            </a:extLst>
          </p:cNvPr>
          <p:cNvSpPr txBox="1"/>
          <p:nvPr/>
        </p:nvSpPr>
        <p:spPr>
          <a:xfrm>
            <a:off x="858579" y="542559"/>
            <a:ext cx="60977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Какой метод дообследования?</a:t>
            </a: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(а) Стресс-визуализация.</a:t>
            </a: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(б) МСКТ-коронарография.</a:t>
            </a: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(в) Коронарный кальций как фильтр-этап.</a:t>
            </a: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(г) Сразу инвазивная коронароангиография.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3C2A57-A4F4-59D7-B7C2-44EC08739D81}"/>
              </a:ext>
            </a:extLst>
          </p:cNvPr>
          <p:cNvSpPr txBox="1"/>
          <p:nvPr/>
        </p:nvSpPr>
        <p:spPr>
          <a:xfrm>
            <a:off x="752254" y="2529790"/>
            <a:ext cx="11177476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16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(а) Стресс-визуализация (стресс-</a:t>
            </a:r>
            <a:r>
              <a:rPr lang="ru-RU" sz="1600" b="1" dirty="0" err="1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ЭхоКГ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).</a:t>
            </a: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ru-RU" b="0" i="0" dirty="0">
              <a:solidFill>
                <a:srgbClr val="0A0A0A"/>
              </a:solidFill>
              <a:effectLst/>
              <a:latin typeface="Anthropic Sans"/>
            </a:endParaRP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(а) Стресс-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ЭхоКГ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— оптимально: решает обе задачи — подтверждает ишемию и оценивает её объём .</a:t>
            </a: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(б) МСКТА - не оптимальна: её сила в исключении болезни при низкой вероятности. Кроме того, у курильщика 62 лет ожидается выраженный кальциноз → точность падает. КР МЗ РФ прямо ограничивает МСКТА при кальцинозе и высокой вероятности 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реваскуляризации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.</a:t>
            </a: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ý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(в) Коронарный кальций — неуместен при высокой ПТВ и явной клинике, может еще более увеличить ПТВ.</a:t>
            </a:r>
          </a:p>
          <a:p>
            <a:pPr marL="285750" indent="-285750" algn="l">
              <a:buFont typeface="Wingdings" panose="05000000000000000000" pitchFamily="2" charset="2"/>
              <a:buChar char="ý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(г) Сразу КАГ — преждевременно: нет рефрактерной стенокардии и данных стратификации; терапия не оптимизирована (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бисопролол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5 мг, амлодипин 5 мг, АД 152/94, ЧСС 88). КАГ — после выявления высокого риска по визуализации.</a:t>
            </a:r>
          </a:p>
        </p:txBody>
      </p:sp>
    </p:spTree>
    <p:extLst>
      <p:ext uri="{BB962C8B-B14F-4D97-AF65-F5344CB8AC3E}">
        <p14:creationId xmlns:p14="http://schemas.microsoft.com/office/powerpoint/2010/main" val="1969339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978941EF-5E58-3446-428C-23C2F6F0BCEA}"/>
              </a:ext>
            </a:extLst>
          </p:cNvPr>
          <p:cNvGrpSpPr/>
          <p:nvPr/>
        </p:nvGrpSpPr>
        <p:grpSpPr>
          <a:xfrm>
            <a:off x="2961569" y="492506"/>
            <a:ext cx="6651634" cy="5872987"/>
            <a:chOff x="345960" y="747687"/>
            <a:chExt cx="6651634" cy="587298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E3BD47B-5914-D6F2-74FB-879259855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5960" y="747687"/>
              <a:ext cx="6651634" cy="587298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0F1507F-0858-46E2-8666-8F9D17AC9771}"/>
                </a:ext>
              </a:extLst>
            </p:cNvPr>
            <p:cNvSpPr txBox="1"/>
            <p:nvPr/>
          </p:nvSpPr>
          <p:spPr>
            <a:xfrm>
              <a:off x="3834008" y="1079493"/>
              <a:ext cx="2195248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Предпочтительный первый тест для диагностики предполагаемого ХКС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4E3102E-FB0D-D01B-2860-F094DA9AE1FC}"/>
                </a:ext>
              </a:extLst>
            </p:cNvPr>
            <p:cNvSpPr txBox="1"/>
            <p:nvPr/>
          </p:nvSpPr>
          <p:spPr>
            <a:xfrm>
              <a:off x="3834008" y="1552965"/>
              <a:ext cx="2195248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Инвазивная коронарография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0E7276-BF3F-392D-4772-0FC4FA68D250}"/>
                </a:ext>
              </a:extLst>
            </p:cNvPr>
            <p:cNvSpPr txBox="1"/>
            <p:nvPr/>
          </p:nvSpPr>
          <p:spPr>
            <a:xfrm>
              <a:off x="3834008" y="2453602"/>
              <a:ext cx="2195248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Функциональная визуализация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0DD9B37-93B8-7BE6-B64D-73ECA87B8D14}"/>
                </a:ext>
              </a:extLst>
            </p:cNvPr>
            <p:cNvSpPr txBox="1"/>
            <p:nvPr/>
          </p:nvSpPr>
          <p:spPr>
            <a:xfrm>
              <a:off x="4147706" y="3060672"/>
              <a:ext cx="1944000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ru-RU" sz="900" b="1" dirty="0">
                  <a:latin typeface="Arial Narrow" panose="020B0606020202030204" pitchFamily="34" charset="0"/>
                </a:rPr>
                <a:t>ПЭТ/ОФЭКТ        МРТ         Стресс-</a:t>
              </a:r>
              <a:r>
                <a:rPr lang="ru-RU" sz="900" b="1" dirty="0" err="1">
                  <a:latin typeface="Arial Narrow" panose="020B0606020202030204" pitchFamily="34" charset="0"/>
                </a:rPr>
                <a:t>ЭхоКГ</a:t>
              </a:r>
              <a:endParaRPr lang="ru-RU" sz="900" b="1" dirty="0">
                <a:latin typeface="Arial Narrow" panose="020B060602020203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760456-9D66-BEB6-DA67-348A904DB46E}"/>
                </a:ext>
              </a:extLst>
            </p:cNvPr>
            <p:cNvSpPr txBox="1"/>
            <p:nvPr/>
          </p:nvSpPr>
          <p:spPr>
            <a:xfrm>
              <a:off x="4788452" y="4027533"/>
              <a:ext cx="1872000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ru-RU" sz="900" b="1" dirty="0">
                  <a:latin typeface="Arial Narrow" panose="020B0606020202030204" pitchFamily="34" charset="0"/>
                </a:rPr>
                <a:t>ПЭТ/ОФЭКТ        МРТ         Стресс-</a:t>
              </a:r>
              <a:r>
                <a:rPr lang="ru-RU" sz="900" b="1" dirty="0" err="1">
                  <a:latin typeface="Arial Narrow" panose="020B0606020202030204" pitchFamily="34" charset="0"/>
                </a:rPr>
                <a:t>ЭхоКГ</a:t>
              </a:r>
              <a:endParaRPr lang="ru-RU" sz="900" b="1" dirty="0">
                <a:latin typeface="Arial Narrow" panose="020B060602020203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1FF3428-1A6A-4FAE-E8E5-A78F252D82F0}"/>
                </a:ext>
              </a:extLst>
            </p:cNvPr>
            <p:cNvSpPr txBox="1"/>
            <p:nvPr/>
          </p:nvSpPr>
          <p:spPr>
            <a:xfrm>
              <a:off x="3151389" y="3399258"/>
              <a:ext cx="1512000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МСКТ ангиография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9440C3-B3AC-C298-A5B7-A115B1DFBB0E}"/>
                </a:ext>
              </a:extLst>
            </p:cNvPr>
            <p:cNvSpPr txBox="1"/>
            <p:nvPr/>
          </p:nvSpPr>
          <p:spPr>
            <a:xfrm>
              <a:off x="4621289" y="3402304"/>
              <a:ext cx="2195248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Функциональная визуализация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D95DA55-B533-8175-C3D7-036F60B6DE8D}"/>
                </a:ext>
              </a:extLst>
            </p:cNvPr>
            <p:cNvSpPr txBox="1"/>
            <p:nvPr/>
          </p:nvSpPr>
          <p:spPr>
            <a:xfrm>
              <a:off x="2950972" y="4344914"/>
              <a:ext cx="2061541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Уточнить клиническую вероятность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C4EC304-FA4E-39ED-5D9E-A99BCC9147B0}"/>
                </a:ext>
              </a:extLst>
            </p:cNvPr>
            <p:cNvSpPr txBox="1"/>
            <p:nvPr/>
          </p:nvSpPr>
          <p:spPr>
            <a:xfrm>
              <a:off x="5119706" y="4338122"/>
              <a:ext cx="1512000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МСКТ ангиография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27847E-A632-E8C6-5EB0-99108B7B7868}"/>
                </a:ext>
              </a:extLst>
            </p:cNvPr>
            <p:cNvSpPr txBox="1"/>
            <p:nvPr/>
          </p:nvSpPr>
          <p:spPr>
            <a:xfrm>
              <a:off x="4696759" y="4702276"/>
              <a:ext cx="360000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ИЛИ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D071283-67AF-D75F-8422-28C0E266FB55}"/>
                </a:ext>
              </a:extLst>
            </p:cNvPr>
            <p:cNvSpPr txBox="1"/>
            <p:nvPr/>
          </p:nvSpPr>
          <p:spPr>
            <a:xfrm>
              <a:off x="4496737" y="3637030"/>
              <a:ext cx="360000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ИЛИ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EC20FF3-D5D8-305B-17F5-E3D8A39ADD67}"/>
                </a:ext>
              </a:extLst>
            </p:cNvPr>
            <p:cNvSpPr txBox="1"/>
            <p:nvPr/>
          </p:nvSpPr>
          <p:spPr>
            <a:xfrm>
              <a:off x="3779135" y="5476650"/>
              <a:ext cx="2195248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Воздержаться от дальнейшего тестирования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04EBCD-4BDB-EC4B-3A1B-B5097E40B5FD}"/>
                </a:ext>
              </a:extLst>
            </p:cNvPr>
            <p:cNvSpPr txBox="1"/>
            <p:nvPr/>
          </p:nvSpPr>
          <p:spPr>
            <a:xfrm>
              <a:off x="1176463" y="998701"/>
              <a:ext cx="2195248" cy="48474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Клиническая вероятность обструктивной коронарной болезни сердца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7543567-4F07-5672-DEC5-73EC02904439}"/>
              </a:ext>
            </a:extLst>
          </p:cNvPr>
          <p:cNvSpPr txBox="1"/>
          <p:nvPr/>
        </p:nvSpPr>
        <p:spPr>
          <a:xfrm>
            <a:off x="414530" y="223157"/>
            <a:ext cx="11145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Принцип выбора метода диагностики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BD12FF-C10D-9F09-48FD-157341106130}"/>
              </a:ext>
            </a:extLst>
          </p:cNvPr>
          <p:cNvSpPr txBox="1"/>
          <p:nvPr/>
        </p:nvSpPr>
        <p:spPr>
          <a:xfrm>
            <a:off x="344878" y="6486691"/>
            <a:ext cx="108442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Vrints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C. et al. 2024 ESC Guidelines for the management of chronic coronary syndromes.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Eur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Heart J. 2024 Aug 30: ehae177.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doi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10.1093/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eurheartj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/ehae177. PMID: 39210710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5307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24BDE3-9B8F-7307-2024-442484DA8B30}"/>
              </a:ext>
            </a:extLst>
          </p:cNvPr>
          <p:cNvSpPr txBox="1"/>
          <p:nvPr/>
        </p:nvSpPr>
        <p:spPr>
          <a:xfrm>
            <a:off x="507262" y="428501"/>
            <a:ext cx="87745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Отменять или нет </a:t>
            </a:r>
            <a:r>
              <a:rPr lang="ru-RU" b="1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перед Стресс-</a:t>
            </a:r>
            <a:r>
              <a:rPr lang="ru-RU" b="1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ЭхоКГ</a:t>
            </a:r>
            <a:endParaRPr lang="ru-RU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endParaRPr lang="ru-RU" b="0" i="0" dirty="0">
              <a:solidFill>
                <a:srgbClr val="0A0A0A"/>
              </a:solidFill>
              <a:effectLst/>
              <a:latin typeface="Anthropic Sans"/>
            </a:endParaRP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(а) Отменять, так как 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бисопролол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может затруднить интерпретацию</a:t>
            </a: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(б) Не отменять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2954D-B0A7-4B88-2808-DBED320C2C8D}"/>
              </a:ext>
            </a:extLst>
          </p:cNvPr>
          <p:cNvSpPr txBox="1"/>
          <p:nvPr/>
        </p:nvSpPr>
        <p:spPr>
          <a:xfrm>
            <a:off x="507262" y="1785504"/>
            <a:ext cx="111774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(б) Не отменять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dirty="0">
                <a:solidFill>
                  <a:srgbClr val="0A0A0A"/>
                </a:solidFill>
                <a:latin typeface="Anthropic Sans"/>
              </a:rPr>
              <a:t>Стресс-</a:t>
            </a:r>
            <a:r>
              <a:rPr lang="ru-RU" dirty="0" err="1">
                <a:solidFill>
                  <a:srgbClr val="0A0A0A"/>
                </a:solidFill>
                <a:latin typeface="Anthropic Sans"/>
              </a:rPr>
              <a:t>ЭхоКГ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 выполнена на фоне приёма </a:t>
            </a:r>
            <a:r>
              <a:rPr lang="ru-RU" dirty="0" err="1">
                <a:solidFill>
                  <a:srgbClr val="0A0A0A"/>
                </a:solidFill>
                <a:latin typeface="Anthropic Sans"/>
              </a:rPr>
              <a:t>бисопролола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 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Цель — оценить остаточную ишемию на терапии (эффективность лечения), а не первичная диагностика. БАБ снижает 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индуцируемость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ишемии, поэтому положительный результат на терапии особенно значим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B1519114-819B-72C5-D871-0832CD5EDEC6}"/>
              </a:ext>
            </a:extLst>
          </p:cNvPr>
          <p:cNvSpPr/>
          <p:nvPr/>
        </p:nvSpPr>
        <p:spPr>
          <a:xfrm>
            <a:off x="858577" y="3123760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D0E4DA-9034-BC45-B311-5A3501E3B4FA}"/>
              </a:ext>
            </a:extLst>
          </p:cNvPr>
          <p:cNvSpPr txBox="1"/>
          <p:nvPr/>
        </p:nvSpPr>
        <p:spPr>
          <a:xfrm>
            <a:off x="507262" y="3416719"/>
            <a:ext cx="114862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Стресс-</a:t>
            </a:r>
            <a:r>
              <a:rPr lang="ru-RU" b="1" dirty="0" err="1"/>
              <a:t>ЭхоКГ</a:t>
            </a:r>
            <a:r>
              <a:rPr lang="ru-RU" dirty="0"/>
              <a:t>: 4 сегмента индуцируемого гипокинеза в бассейне ПНА + воспроизведённый ангинозный приступ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950B1D46-62B1-D6C1-2340-8B8AEA0785D8}"/>
              </a:ext>
            </a:extLst>
          </p:cNvPr>
          <p:cNvSpPr/>
          <p:nvPr/>
        </p:nvSpPr>
        <p:spPr>
          <a:xfrm>
            <a:off x="858577" y="4186160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732F2B-4A58-6511-7B38-591C03AED3B5}"/>
              </a:ext>
            </a:extLst>
          </p:cNvPr>
          <p:cNvSpPr txBox="1"/>
          <p:nvPr/>
        </p:nvSpPr>
        <p:spPr>
          <a:xfrm>
            <a:off x="507261" y="4593538"/>
            <a:ext cx="87745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Какая дальнейшая тактика?</a:t>
            </a:r>
            <a:endParaRPr lang="ru-RU" b="0" i="0" dirty="0">
              <a:solidFill>
                <a:srgbClr val="0A0A0A"/>
              </a:solidFill>
              <a:effectLst/>
              <a:latin typeface="Anthropic Sans"/>
            </a:endParaRPr>
          </a:p>
          <a:p>
            <a:pPr algn="l">
              <a:buNone/>
              <a:tabLst>
                <a:tab pos="2509838" algn="l"/>
              </a:tabLst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(а) ОМТ	(б) 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Инвазивная коронароангиография</a:t>
            </a:r>
            <a:endParaRPr lang="ru-RU" b="0" i="0" dirty="0">
              <a:solidFill>
                <a:srgbClr val="0A0A0A"/>
              </a:solidFill>
              <a:effectLst/>
              <a:latin typeface="Anthropic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F63695-F252-8C04-0806-77B89E185B12}"/>
              </a:ext>
            </a:extLst>
          </p:cNvPr>
          <p:cNvSpPr txBox="1"/>
          <p:nvPr/>
        </p:nvSpPr>
        <p:spPr>
          <a:xfrm>
            <a:off x="507261" y="5648670"/>
            <a:ext cx="11177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16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(а) ОМТ </a:t>
            </a:r>
            <a:r>
              <a:rPr lang="ru-RU" sz="1600" b="1" u="sng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СОВМЕСТНО С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(б) Инвазивная коронароангиография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BD6FE213-99BB-E1D6-2059-CC5CAB7A3CA7}"/>
              </a:ext>
            </a:extLst>
          </p:cNvPr>
          <p:cNvSpPr/>
          <p:nvPr/>
        </p:nvSpPr>
        <p:spPr>
          <a:xfrm>
            <a:off x="858577" y="5324933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022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/>
      <p:bldP spid="10" grpId="0" animBg="1"/>
      <p:bldP spid="11" grpId="0"/>
      <p:bldP spid="12" grpId="0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D34CC-00AC-0B2A-9A73-94E65551B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E1595E-4621-DFAB-EDE4-00FBDC1876D6}"/>
              </a:ext>
            </a:extLst>
          </p:cNvPr>
          <p:cNvSpPr txBox="1"/>
          <p:nvPr/>
        </p:nvSpPr>
        <p:spPr>
          <a:xfrm>
            <a:off x="493442" y="362635"/>
            <a:ext cx="9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Эскалация ОМТ и КАГ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B380FB-6F84-55C0-E44F-D083D415DDE1}"/>
              </a:ext>
            </a:extLst>
          </p:cNvPr>
          <p:cNvSpPr txBox="1"/>
          <p:nvPr/>
        </p:nvSpPr>
        <p:spPr>
          <a:xfrm>
            <a:off x="582652" y="913928"/>
            <a:ext cx="10891953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ОМТ интенсифицирована параллельно с подготовкой к КАГ: </a:t>
            </a:r>
          </a:p>
          <a:p>
            <a:pPr marL="550863" indent="-285750" algn="l">
              <a:buFont typeface="Wingdings" panose="05000000000000000000" pitchFamily="2" charset="2"/>
              <a:buChar char="ü"/>
            </a:pPr>
            <a:r>
              <a:rPr lang="ru-RU" dirty="0" err="1">
                <a:solidFill>
                  <a:srgbClr val="0A0A0A"/>
                </a:solidFill>
                <a:latin typeface="Anthropic Sans"/>
              </a:rPr>
              <a:t>Б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исопролол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последовательно увеличен до 10 мг (</a:t>
            </a:r>
            <a:r>
              <a:rPr lang="ru-RU" b="1" i="0" u="sng" dirty="0">
                <a:solidFill>
                  <a:srgbClr val="0A0A0A"/>
                </a:solidFill>
                <a:effectLst/>
                <a:latin typeface="Anthropic Sans"/>
              </a:rPr>
              <a:t>высокая β1-селективность позволяет безопасно титровать у пациента с ХОБЛ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), </a:t>
            </a:r>
          </a:p>
          <a:p>
            <a:pPr marL="550863" indent="-285750" algn="l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rgbClr val="0A0A0A"/>
                </a:solidFill>
                <a:latin typeface="Anthropic Sans"/>
              </a:rPr>
              <a:t>А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млодипин до 10 мг. Достигнут ФК I–II.</a:t>
            </a: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КАГ: 80% проксимальный стеноз ПНА, ФРК 0,68 → функционально значимый стеноз (ФРК ≤0,80). Показание к 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реваскуляризации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Выполнено ЧКВ ПНА со стентом с лекарственным покрытием. После ЧКВ — стенокардия полностью разрешилась. Назначена двойная 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антитромбоцитарная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терапия</a:t>
            </a:r>
            <a:br>
              <a:rPr lang="ru-RU" dirty="0"/>
            </a:br>
            <a:endParaRPr kumimoji="0" lang="ru-RU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3D2B40-D4CA-B2BD-98FF-734FF5EF80CE}"/>
              </a:ext>
            </a:extLst>
          </p:cNvPr>
          <p:cNvSpPr txBox="1"/>
          <p:nvPr/>
        </p:nvSpPr>
        <p:spPr>
          <a:xfrm>
            <a:off x="493442" y="3522575"/>
            <a:ext cx="113724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Когда переходить на фиксированную комбинацию?</a:t>
            </a:r>
            <a:endParaRPr lang="ru-RU" b="0" i="0" dirty="0">
              <a:solidFill>
                <a:srgbClr val="0A0A0A"/>
              </a:solidFill>
              <a:effectLst/>
              <a:latin typeface="Anthropic Sans"/>
            </a:endParaRP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(а) </a:t>
            </a:r>
            <a:r>
              <a:rPr lang="en-US" dirty="0">
                <a:solidFill>
                  <a:srgbClr val="0A0A0A"/>
                </a:solidFill>
                <a:latin typeface="Anthropic Sans"/>
              </a:rPr>
              <a:t>C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разу после титрации </a:t>
            </a: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(б) 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П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осле ЧКВ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282DFA17-A0CD-FA2D-419D-7F037861ADC7}"/>
              </a:ext>
            </a:extLst>
          </p:cNvPr>
          <p:cNvSpPr/>
          <p:nvPr/>
        </p:nvSpPr>
        <p:spPr>
          <a:xfrm>
            <a:off x="582652" y="4520333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6CF8BE-9F37-E7CC-8B6F-9C8E029A7B82}"/>
              </a:ext>
            </a:extLst>
          </p:cNvPr>
          <p:cNvSpPr txBox="1"/>
          <p:nvPr/>
        </p:nvSpPr>
        <p:spPr>
          <a:xfrm>
            <a:off x="308344" y="4889665"/>
            <a:ext cx="115575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(а) </a:t>
            </a:r>
            <a:r>
              <a:rPr lang="en-US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разу после титрации </a:t>
            </a:r>
            <a:endParaRPr lang="ru-RU" dirty="0"/>
          </a:p>
          <a:p>
            <a:r>
              <a:rPr lang="ru-RU" dirty="0"/>
              <a:t>Перевод на фиксированную комбинацию выполняется после стабилизации на эквивалентных дозах двух </a:t>
            </a:r>
            <a:r>
              <a:rPr lang="ru-RU" dirty="0" err="1"/>
              <a:t>монокомпонентов</a:t>
            </a:r>
            <a:r>
              <a:rPr lang="ru-RU" dirty="0"/>
              <a:t>, вне зависимости от ЧКВ. </a:t>
            </a:r>
            <a:r>
              <a:rPr lang="ru-RU" b="1" dirty="0"/>
              <a:t>Пациенту был назначен </a:t>
            </a:r>
            <a:r>
              <a:rPr lang="ru-RU" b="1" dirty="0" err="1"/>
              <a:t>Конкор</a:t>
            </a:r>
            <a:r>
              <a:rPr lang="ru-RU" b="1" dirty="0"/>
              <a:t>-АМ 10/10</a:t>
            </a:r>
          </a:p>
          <a:p>
            <a:endParaRPr lang="ru-RU" dirty="0"/>
          </a:p>
          <a:p>
            <a:r>
              <a:rPr lang="ru-RU" dirty="0" err="1"/>
              <a:t>Реваскуляризация</a:t>
            </a:r>
            <a:r>
              <a:rPr lang="ru-RU" dirty="0"/>
              <a:t> не отменяет ОМТ, она её дополняет. У пациента с АГ + после ЧКВ </a:t>
            </a:r>
            <a:r>
              <a:rPr lang="ru-RU" dirty="0" err="1"/>
              <a:t>Конкор</a:t>
            </a:r>
            <a:r>
              <a:rPr lang="ru-RU" dirty="0"/>
              <a:t> АМ — рациональная фиксированная комбинация двух обязательных компонентов терапии.</a:t>
            </a:r>
          </a:p>
        </p:txBody>
      </p:sp>
    </p:spTree>
    <p:extLst>
      <p:ext uri="{BB962C8B-B14F-4D97-AF65-F5344CB8AC3E}">
        <p14:creationId xmlns:p14="http://schemas.microsoft.com/office/powerpoint/2010/main" val="348706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8879B-215D-3CDB-2300-877FE325E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3804939-C0AB-A6D9-1700-C66B1AC8BDC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817724" y="3222300"/>
            <a:ext cx="5824150" cy="881349"/>
          </a:xfrm>
        </p:spPr>
        <p:txBody>
          <a:bodyPr/>
          <a:lstStyle/>
          <a:p>
            <a:r>
              <a:rPr lang="ru-RU" sz="4000" b="1" dirty="0">
                <a:latin typeface="Arial (Headings)"/>
              </a:rPr>
              <a:t>Клинический случай 4</a:t>
            </a:r>
            <a:endParaRPr lang="en-US" sz="4000" b="1" dirty="0">
              <a:latin typeface="Arial (Headings)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606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8DC9D-4C77-B353-C861-FA134A8DD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7B1FD8-8BBF-632C-EDB6-DC2B4BB7CB95}"/>
              </a:ext>
            </a:extLst>
          </p:cNvPr>
          <p:cNvSpPr txBox="1"/>
          <p:nvPr/>
        </p:nvSpPr>
        <p:spPr>
          <a:xfrm>
            <a:off x="601316" y="822426"/>
            <a:ext cx="11152069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Женщина 64 года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АГ около 10 лет. </a:t>
            </a:r>
          </a:p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>
                <a:solidFill>
                  <a:prstClr val="black"/>
                </a:solidFill>
                <a:latin typeface="Aptos" panose="02110004020202020204"/>
              </a:rPr>
              <a:t>ИБС, Стенокардия напряжения ФК 2 - </a:t>
            </a:r>
            <a:r>
              <a:rPr lang="ru-RU" dirty="0"/>
              <a:t>2–3 эпизода стенокардии в неделю при средней и значительной нагрузке (бытовую переносит) </a:t>
            </a:r>
          </a:p>
          <a:p>
            <a:pPr lvl="0">
              <a:spcAft>
                <a:spcPts val="600"/>
              </a:spcAft>
            </a:pPr>
            <a:r>
              <a:rPr lang="ru-RU" b="1" dirty="0"/>
              <a:t>Уже выполнены: </a:t>
            </a:r>
          </a:p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/>
              <a:t>ОФЭКТ-перфузия миокарда с нагрузкой — обратимые дефекты перфузии в бассейне ОА (нижне-боковая стенка) и небольшой обратимый дефект в бассейне ПКА (нижняя стенка); суммарный прирост ишемии при нагрузке ~8% ЛЖ, ФВ ЛЖ 60%. </a:t>
            </a:r>
          </a:p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/>
              <a:t>МСКТ-ангиография (амбулаторно, по направлению другого центра) — </a:t>
            </a:r>
            <a:r>
              <a:rPr lang="ru-RU" dirty="0" err="1"/>
              <a:t>двухсосудистое</a:t>
            </a:r>
            <a:r>
              <a:rPr lang="ru-RU" dirty="0"/>
              <a:t> поражение: 65% стеноз среднего сегмента ОА + 60% стеноз среднего сегмента ПКА; ствол ЛКА и ПНА чистые; ФРК / </a:t>
            </a:r>
            <a:r>
              <a:rPr lang="ru-RU" dirty="0" err="1"/>
              <a:t>иФР</a:t>
            </a:r>
            <a:r>
              <a:rPr lang="ru-RU" dirty="0"/>
              <a:t> НЕ выполнялись в отсутствие инвазивной КАГ. </a:t>
            </a:r>
            <a:endParaRPr kumimoji="0" lang="ru-RU" sz="18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При осмотре: АД 135/85, ЧСС 76. </a:t>
            </a:r>
            <a:r>
              <a:rPr lang="ru-RU" dirty="0"/>
              <a:t>ЛНП 1,6 ммоль/л</a:t>
            </a:r>
            <a:endParaRPr kumimoji="0" lang="ru-RU" sz="18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Терапия: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бисопролол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5 мг + амлодипин 5 мг + АСК 100 мг +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аторвастатин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40 мг.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3B9A9D-8604-58F2-933E-E4A2C6004AE3}"/>
              </a:ext>
            </a:extLst>
          </p:cNvPr>
          <p:cNvSpPr txBox="1"/>
          <p:nvPr/>
        </p:nvSpPr>
        <p:spPr>
          <a:xfrm>
            <a:off x="601316" y="204586"/>
            <a:ext cx="7437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Клинический случай 4</a:t>
            </a:r>
          </a:p>
        </p:txBody>
      </p:sp>
    </p:spTree>
    <p:extLst>
      <p:ext uri="{BB962C8B-B14F-4D97-AF65-F5344CB8AC3E}">
        <p14:creationId xmlns:p14="http://schemas.microsoft.com/office/powerpoint/2010/main" val="17983719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24362C-1812-864D-DE1A-17077F9B5276}"/>
              </a:ext>
            </a:extLst>
          </p:cNvPr>
          <p:cNvSpPr txBox="1"/>
          <p:nvPr/>
        </p:nvSpPr>
        <p:spPr>
          <a:xfrm>
            <a:off x="516256" y="373544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Вопрос от пациентки:</a:t>
            </a:r>
          </a:p>
          <a:p>
            <a:r>
              <a:rPr lang="ru-RU" b="1" i="1" dirty="0"/>
              <a:t>«Доктор, надо ли мне ставить стент?»…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D63D-2746-3095-7BC5-DED70907BBA7}"/>
              </a:ext>
            </a:extLst>
          </p:cNvPr>
          <p:cNvSpPr txBox="1"/>
          <p:nvPr/>
        </p:nvSpPr>
        <p:spPr>
          <a:xfrm>
            <a:off x="390747" y="1180513"/>
            <a:ext cx="1038003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A0A0A"/>
                </a:solidFill>
                <a:latin typeface="Anthropic Sans"/>
              </a:rPr>
              <a:t>(а) Направить на ЧКВ — </a:t>
            </a:r>
            <a:r>
              <a:rPr lang="ru-RU" dirty="0" err="1">
                <a:solidFill>
                  <a:srgbClr val="0A0A0A"/>
                </a:solidFill>
                <a:latin typeface="Anthropic Sans"/>
              </a:rPr>
              <a:t>стентировать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 оба стеноза.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>
                <a:solidFill>
                  <a:srgbClr val="0A0A0A"/>
                </a:solidFill>
                <a:latin typeface="Anthropic Sans"/>
              </a:rPr>
              <a:t>(б) Повторно в </a:t>
            </a:r>
            <a:r>
              <a:rPr lang="ru-RU" dirty="0" err="1">
                <a:solidFill>
                  <a:srgbClr val="0A0A0A"/>
                </a:solidFill>
                <a:latin typeface="Anthropic Sans"/>
              </a:rPr>
              <a:t>катетеризационную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 лабораторию для ФРК / МРК обоих сосудов, далее по результату.</a:t>
            </a:r>
          </a:p>
          <a:p>
            <a:r>
              <a:rPr lang="ru-RU" dirty="0">
                <a:solidFill>
                  <a:srgbClr val="0A0A0A"/>
                </a:solidFill>
                <a:latin typeface="Anthropic Sans"/>
              </a:rPr>
              <a:t>(в) Интенсификация медикаментозной терапии без </a:t>
            </a:r>
            <a:r>
              <a:rPr lang="ru-RU" dirty="0" err="1">
                <a:solidFill>
                  <a:srgbClr val="0A0A0A"/>
                </a:solidFill>
                <a:latin typeface="Anthropic Sans"/>
              </a:rPr>
              <a:t>реваскуляризации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E3555-BCCC-4670-B045-9331ABE1D64F}"/>
              </a:ext>
            </a:extLst>
          </p:cNvPr>
          <p:cNvSpPr txBox="1"/>
          <p:nvPr/>
        </p:nvSpPr>
        <p:spPr>
          <a:xfrm>
            <a:off x="390747" y="2418369"/>
            <a:ext cx="11177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(в), а при сохранении симптомов на </a:t>
            </a:r>
            <a:r>
              <a:rPr lang="ru-RU" sz="1600" b="1" u="sng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оптимальной медикаментозной терапии 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— (б). То есть (в) → (б).</a:t>
            </a:r>
          </a:p>
        </p:txBody>
      </p:sp>
    </p:spTree>
    <p:extLst>
      <p:ext uri="{BB962C8B-B14F-4D97-AF65-F5344CB8AC3E}">
        <p14:creationId xmlns:p14="http://schemas.microsoft.com/office/powerpoint/2010/main" val="274715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642C23-DAA5-3649-368A-1D11013A03FE}"/>
              </a:ext>
            </a:extLst>
          </p:cNvPr>
          <p:cNvSpPr txBox="1">
            <a:spLocks/>
          </p:cNvSpPr>
          <p:nvPr/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i="1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Решение принимается по анатомии, объёму ишемии и симптомам — не по факту наличия ИБС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00A3E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F95646-429F-8354-E7F3-578614B34433}"/>
              </a:ext>
            </a:extLst>
          </p:cNvPr>
          <p:cNvSpPr txBox="1">
            <a:spLocks/>
          </p:cNvSpPr>
          <p:nvPr/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Реваскуляризация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 у пациентов со стабильной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стенокардией и безболевой ишемией миокарда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E8589F4-5DE6-3067-398E-8A38C6750F28}"/>
              </a:ext>
            </a:extLst>
          </p:cNvPr>
          <p:cNvSpPr/>
          <p:nvPr/>
        </p:nvSpPr>
        <p:spPr>
          <a:xfrm>
            <a:off x="384694" y="1869428"/>
            <a:ext cx="5486400" cy="45720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38100" cap="flat" cmpd="sng" algn="ctr">
            <a:solidFill>
              <a:srgbClr val="00A3E0"/>
            </a:solidFill>
            <a:prstDash val="solid"/>
            <a:miter lim="800000"/>
          </a:ln>
          <a:effectLst/>
        </p:spPr>
        <p:txBody>
          <a:bodyPr lIns="182880" tIns="91440" rtlCol="0" anchor="t" anchorCtr="0"/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Для улучшения прогноза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Поражение ствола ЛКА &gt;50%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А (УУР B, УДД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Проксимальный стеноз ПНА &gt;50% </a:t>
            </a:r>
            <a:r>
              <a:rPr kumimoji="0" lang="ru-RU" sz="1200" b="0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А (УУР B, УДД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Двух и </a:t>
            </a:r>
            <a:r>
              <a:rPr kumimoji="0" lang="ru-RU" sz="15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трехсосудистом</a:t>
            </a: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поражении со стенозами &gt;50% и сниженной ФВ ЛЖ (≤35%)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А (УУР B, УДД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Большая площадь спровоцированной функциональными тестами преходящей ишемии миокарда (&gt;10% площади ЛЖ) или значимом ФРК/МРК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B УУР B, УДД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Стеноз &gt;50% в единственной функционирующей КА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С (УУР B, УДД 1)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C46174-2946-868E-C416-DAF4375630DB}"/>
              </a:ext>
            </a:extLst>
          </p:cNvPr>
          <p:cNvSpPr/>
          <p:nvPr/>
        </p:nvSpPr>
        <p:spPr>
          <a:xfrm>
            <a:off x="6204750" y="1869428"/>
            <a:ext cx="5486400" cy="45720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38100" cap="flat" cmpd="sng" algn="ctr">
            <a:solidFill>
              <a:srgbClr val="00BFB3"/>
            </a:solidFill>
            <a:prstDash val="solid"/>
            <a:miter lim="800000"/>
          </a:ln>
          <a:effectLst/>
        </p:spPr>
        <p:txBody>
          <a:bodyPr lIns="182880" tIns="91440" rtlCol="0" anchor="t" anchorCtr="0"/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BFB3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Для уменьшения симптомов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rgbClr val="00BFB3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Г</a:t>
            </a:r>
            <a:r>
              <a:rPr kumimoji="0" lang="ru-RU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емодинамически</a:t>
            </a:r>
            <a:r>
              <a:rPr kumimoji="0" lang="ru-RU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значимый стеноз КА (по результатам нагрузочных тестов с визуализацией и/или измерения ФРК/МРК, или стеноз &gt;90%)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B (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УУР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B,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УДД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Ограничивающая физическую активность стенокардия или ее эквиваленты, </a:t>
            </a: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несмотря на </a:t>
            </a:r>
            <a:r>
              <a:rPr kumimoji="0" lang="ru-RU" sz="15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оптимальную медикаментозную терапию EOK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 B (УУР В, УДД 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Промежуточные коронарные стенозы (50-90%) по данным КАГ - может быть рекомендована при наличии ассоциированной с ними ишемии миокарда по данным нагрузочных проб с визуализацией миокарда или измерения ФРК/МРК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B (УУР В, УДД 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Промежуточные стенозы (50-90%), при отсутствии ишемии миокарда и/или ФРК &gt;0,80/МРК &gt;0,89 не рекомендуется рутинное выполнение </a:t>
            </a:r>
            <a:r>
              <a:rPr kumimoji="0" lang="ru-RU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реваскуляризации</a:t>
            </a:r>
            <a:r>
              <a:rPr kumimoji="0" lang="ru-RU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 миокарда EOK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 B (УУР В, УДД 2)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075FE8-0117-B669-6943-B6B26A7927FF}"/>
              </a:ext>
            </a:extLst>
          </p:cNvPr>
          <p:cNvSpPr txBox="1"/>
          <p:nvPr/>
        </p:nvSpPr>
        <p:spPr>
          <a:xfrm>
            <a:off x="289856" y="6470933"/>
            <a:ext cx="113385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Барбараш О. Л., и </a:t>
            </a:r>
            <a:r>
              <a:rPr kumimoji="0" lang="ru-RU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соавт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Стабильная ишемическая болезнь сердца.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Клинические рекомендации 2024. Российский кардиологический журнал.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2024;29(9):6110. </a:t>
            </a:r>
            <a:r>
              <a:rPr kumimoji="0" lang="ru-RU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doi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10.15829/1560-4071-2024-6110. EDN HHJJUT</a:t>
            </a:r>
          </a:p>
        </p:txBody>
      </p:sp>
    </p:spTree>
    <p:extLst>
      <p:ext uri="{BB962C8B-B14F-4D97-AF65-F5344CB8AC3E}">
        <p14:creationId xmlns:p14="http://schemas.microsoft.com/office/powerpoint/2010/main" val="21047098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A5AE3-0977-FD32-2F22-4F1363A90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7A84E2-4CC7-EC7D-6714-6ED6C3F90B2E}"/>
              </a:ext>
            </a:extLst>
          </p:cNvPr>
          <p:cNvSpPr txBox="1"/>
          <p:nvPr/>
        </p:nvSpPr>
        <p:spPr>
          <a:xfrm>
            <a:off x="317810" y="2820853"/>
            <a:ext cx="9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Правильная тактика лечения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61B77B-6983-1C65-B4CB-9CDB6A9E920F}"/>
              </a:ext>
            </a:extLst>
          </p:cNvPr>
          <p:cNvSpPr txBox="1"/>
          <p:nvPr/>
        </p:nvSpPr>
        <p:spPr>
          <a:xfrm>
            <a:off x="317810" y="3190185"/>
            <a:ext cx="10891953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Шаг 1 – Интенсификация медикаментозной терапии: </a:t>
            </a:r>
          </a:p>
          <a:p>
            <a:pPr marL="55086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Бисопролол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 увеличен до 10 мг</a:t>
            </a:r>
          </a:p>
          <a:p>
            <a:pPr marL="55086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ru-RU" dirty="0">
                <a:solidFill>
                  <a:srgbClr val="0A0A0A"/>
                </a:solidFill>
                <a:latin typeface="Anthropic Sans"/>
              </a:rPr>
              <a:t>АД=124/76, ЧСС=60 в минуту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Anthropic Sans"/>
              <a:ea typeface="+mn-ea"/>
              <a:cs typeface="+mn-cs"/>
            </a:endParaRPr>
          </a:p>
          <a:p>
            <a:pPr marL="55086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Достигнут ФК I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Шаг 2 –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с целью сохранения приверженности пациентка переведена на фиксированную комбинацию </a:t>
            </a:r>
            <a:r>
              <a:rPr kumimoji="0" lang="ru-RU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Конкор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-АМ 10/5.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На данный момент показаний к инвазивной коронарографии и стентированию нет.</a:t>
            </a: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endParaRPr kumimoji="0" lang="ru-RU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0761B9-A90E-08FB-DA01-5CB69871FDC5}"/>
              </a:ext>
            </a:extLst>
          </p:cNvPr>
          <p:cNvSpPr txBox="1"/>
          <p:nvPr/>
        </p:nvSpPr>
        <p:spPr>
          <a:xfrm>
            <a:off x="317810" y="397443"/>
            <a:ext cx="1137249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Ключевое по показанию к </a:t>
            </a:r>
            <a:r>
              <a:rPr lang="ru-RU" b="1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реваскуляризации</a:t>
            </a: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для симптомов </a:t>
            </a:r>
          </a:p>
          <a:p>
            <a:pPr lvl="0"/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(КР МЗ РФ, Класс I B; ESC 2024, Класс I A): </a:t>
            </a:r>
          </a:p>
          <a:p>
            <a:pPr lvl="0"/>
            <a:endParaRPr lang="ru-RU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0A0A0A"/>
                </a:solidFill>
                <a:latin typeface="Anthropic Sans"/>
              </a:rPr>
              <a:t>Требуется сохранение стенокардии а) несмотря на оптимальную медикаментозную терапию и б) доказанная функциональная значимость стеноза. </a:t>
            </a:r>
          </a:p>
          <a:p>
            <a:pPr marL="285750" lvl="0" indent="-285750">
              <a:buFont typeface="Wingdings" panose="05000000000000000000" pitchFamily="2" charset="2"/>
              <a:buChar char="ý"/>
            </a:pPr>
            <a:r>
              <a:rPr lang="ru-RU" dirty="0">
                <a:solidFill>
                  <a:srgbClr val="0A0A0A"/>
                </a:solidFill>
                <a:latin typeface="Anthropic Sans"/>
              </a:rPr>
              <a:t>У пациентки пока не выполнено ни то, ни другое.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D191FE6E-F7EA-B5A1-9AE6-28142799310D}"/>
              </a:ext>
            </a:extLst>
          </p:cNvPr>
          <p:cNvSpPr/>
          <p:nvPr/>
        </p:nvSpPr>
        <p:spPr>
          <a:xfrm>
            <a:off x="424640" y="2281814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55ADFF-BD1F-F983-87B7-793927C7F73B}"/>
              </a:ext>
            </a:extLst>
          </p:cNvPr>
          <p:cNvSpPr txBox="1"/>
          <p:nvPr/>
        </p:nvSpPr>
        <p:spPr>
          <a:xfrm>
            <a:off x="371254" y="5621620"/>
            <a:ext cx="5724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Стеноз ≠ Показание к </a:t>
            </a:r>
            <a:r>
              <a:rPr lang="ru-RU" b="1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реваскуляризации</a:t>
            </a:r>
            <a:endParaRPr lang="ru-RU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1E2CE2-DBAD-6131-7B27-C766DDC43423}"/>
              </a:ext>
            </a:extLst>
          </p:cNvPr>
          <p:cNvSpPr txBox="1"/>
          <p:nvPr/>
        </p:nvSpPr>
        <p:spPr>
          <a:xfrm>
            <a:off x="4646428" y="6013705"/>
            <a:ext cx="7713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Адекватность медикаментозной терапии совместно с другими факторами определяет решение</a:t>
            </a:r>
          </a:p>
        </p:txBody>
      </p:sp>
    </p:spTree>
    <p:extLst>
      <p:ext uri="{BB962C8B-B14F-4D97-AF65-F5344CB8AC3E}">
        <p14:creationId xmlns:p14="http://schemas.microsoft.com/office/powerpoint/2010/main" val="195347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 animBg="1"/>
      <p:bldP spid="8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F222B98-D1B8-36DC-B2E6-3690A8406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13" y="365431"/>
            <a:ext cx="10944225" cy="325952"/>
          </a:xfrm>
        </p:spPr>
        <p:txBody>
          <a:bodyPr>
            <a:no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ОБЩАЯ ХАРАКТЕРИСТИКА ЛЕКАРСТВЕННОГО ПРЕПАРАТА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815AC9-FE16-1D18-402A-EB458C6BFCBE}"/>
              </a:ext>
            </a:extLst>
          </p:cNvPr>
          <p:cNvSpPr txBox="1"/>
          <p:nvPr/>
        </p:nvSpPr>
        <p:spPr>
          <a:xfrm>
            <a:off x="3421978" y="5853791"/>
            <a:ext cx="2479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Конкор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АМ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23F48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ЛП-№(012650)-(РГ-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23F48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ED82F8-641F-F22D-DA95-68A0EA391A52}"/>
              </a:ext>
            </a:extLst>
          </p:cNvPr>
          <p:cNvSpPr txBox="1"/>
          <p:nvPr/>
        </p:nvSpPr>
        <p:spPr>
          <a:xfrm>
            <a:off x="9025731" y="5853791"/>
            <a:ext cx="2939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Конкор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НСТ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23F48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ЛП-№(011609)-(РГ-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23F48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1FC5066-0D1C-3A61-A5F2-26ADD4B41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593" y="4047101"/>
            <a:ext cx="2282492" cy="228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E69B2D1-BB2F-BD5F-6ED5-912AC1C91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62" y="3924203"/>
            <a:ext cx="2479651" cy="2479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987E093-F6CC-9D8E-6555-5E2D3838D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62" y="1080407"/>
            <a:ext cx="2555852" cy="255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A11E068-69FD-ED54-14EA-B421E78C70E3}"/>
              </a:ext>
            </a:extLst>
          </p:cNvPr>
          <p:cNvSpPr txBox="1"/>
          <p:nvPr/>
        </p:nvSpPr>
        <p:spPr>
          <a:xfrm>
            <a:off x="3421978" y="2922963"/>
            <a:ext cx="26740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Конкор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Кор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23F48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ЛП-№(004360)-(РГ-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23F48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FD1FA759-B59D-CD71-6561-74B7225B5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593" y="1080407"/>
            <a:ext cx="2756573" cy="2756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6B8991-842F-40E4-BF8D-E15887CC0333}"/>
              </a:ext>
            </a:extLst>
          </p:cNvPr>
          <p:cNvSpPr txBox="1"/>
          <p:nvPr/>
        </p:nvSpPr>
        <p:spPr>
          <a:xfrm>
            <a:off x="9402558" y="2922963"/>
            <a:ext cx="25627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Конкор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23F48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ЛП-№(003852)-(РГ-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23F48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37100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MST_COLOR_1" val="0,0,0,Dunkel 1"/>
  <p:tag name="MIO_MST_COLOR_2" val="255,255,255,Hell 1"/>
  <p:tag name="MIO_MST_COLOR_3" val="235,60,150,Dunkel 2"/>
  <p:tag name="MIO_MST_COLOR_4" val="45,190,205,Hell 2"/>
  <p:tag name="MIO_MST_COLOR_5" val="80,50,145,Akzent 1"/>
  <p:tag name="MIO_MST_COLOR_6" val="15,105,175,Akzent 2"/>
  <p:tag name="MIO_MST_COLOR_7" val="165,205,80,Akzent 3"/>
  <p:tag name="MIO_MST_COLOR_8" val="255,200,50,Akzent 4"/>
  <p:tag name="MIO_MST_COLOR_9" val="235,60,150,Akzent 5"/>
  <p:tag name="MIO_MST_COLOR_10" val="20,155,95,Akzent 6"/>
  <p:tag name="MIO_MST_COLOR_11" val="80,50,145,"/>
  <p:tag name="MIO_MST_COLOR_12" val="80,50,145,"/>
  <p:tag name="MIO_PRESI_FIRST_SLIDENUMBER" val="1"/>
  <p:tag name="MIO_FALLBACK_LAYOUT" val="3"/>
  <p:tag name="MIO_SHOW_DATE" val="False"/>
  <p:tag name="MIO_SHOW_FOOTER" val="True"/>
  <p:tag name="MIO_SHOW_PAGENUMBER" val="True"/>
  <p:tag name="MIO_AVOID_BLANK_LAYOUT" val="False"/>
  <p:tag name="MIO_CD_LAYOUT_VALID_AREA" val="False"/>
  <p:tag name="MIO_NUMBER_OF_VALID_LAYOUTS" val="33"/>
  <p:tag name="MIO_HDS" val="True"/>
  <p:tag name="MIO_EK" val="2529"/>
  <p:tag name="MIO_EKGUID" val="4d6beffb-5246-420c-a6d6-d9569b8f0fc9"/>
  <p:tag name="MIO_UPDATE" val="True"/>
  <p:tag name="MIO_VERSION" val="17.02.2017 15:54:53"/>
  <p:tag name="MIO_DBID" val="218709A9-2117-4AF1-A1EA-309C9A305E58"/>
  <p:tag name="MIO_LASTDOWNLOADED" val="24.02.2017 16:22:02"/>
  <p:tag name="MIO_OBJECTNAME" val="Merck EN"/>
  <p:tag name="MIO_LASTEDITORNAME" val="Michaela Kapall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3"/>
  <p:tag name="MIO_SHOW_DATE" val="False"/>
  <p:tag name="MIO_SHOW_FOOTER" val="True"/>
  <p:tag name="MIO_SHOW_PAGENUMBER" val="True"/>
  <p:tag name="MIO_AVOID_BLANK_LAYOUT" val="True"/>
  <p:tag name="MIO_CD_LAYOUT_VALID_AREA" val="False"/>
  <p:tag name="MIO_NUMBER_OF_VALID_LAYOUTS" val="33"/>
  <p:tag name="MIO_HDS" val="True"/>
  <p:tag name="MIO_EK" val="2529"/>
  <p:tag name="MIO_EKGUID" val="4d6beffb-5246-420c-a6d6-d9569b8f0fc9"/>
  <p:tag name="MIO_UPDATE" val="True"/>
  <p:tag name="MIO_VERSION" val="17.02.2017 15:53:25"/>
  <p:tag name="MIO_DBID" val="218709A9-2117-4AF1-A1EA-309C9A305E58"/>
  <p:tag name="MIO_LASTDOWNLOADED" val="17.02.2017 15:53:25"/>
  <p:tag name="MIO_OBJECTNAME" val="Merck EN"/>
  <p:tag name="MIO_LASTEDITORNAME" val="Michaela Kapalla"/>
  <p:tag name="MIO_CDID" val="102a9723-2449-4cb9-a00f-91adf1e6ccc0"/>
  <p:tag name="MIO_PRESI_FIRST_SLIDENUMB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" val="2529"/>
  <p:tag name="MIO_FALLBACK_LAYOUT" val="11"/>
  <p:tag name="MIO_SHOW_DATE" val="False"/>
  <p:tag name="MIO_SHOW_FOOTER" val="True"/>
  <p:tag name="MIO_SHOW_PAGENUMBER" val="True"/>
  <p:tag name="MIO_AVOID_BLANK_LAYOUT" val="True"/>
  <p:tag name="MIO_CD_LAYOUT_VALID_AREA" val="False"/>
  <p:tag name="MIO_NUMBER_OF_VALID_LAYOUTS" val="55"/>
  <p:tag name="MIO_HDS" val="True"/>
  <p:tag name="MIO_SKIPVERSION" val="01.01.0001 00:00:00"/>
  <p:tag name="MIO_EKGUID" val="62d91e3d-a864-4e27-99bd-341907070b79"/>
  <p:tag name="MIO_UPDATE" val="True"/>
  <p:tag name="MIO_VERSION" val="15.11.2021 14:49:02"/>
  <p:tag name="MIO_DBID" val="218709A9-2117-4AF1-A1EA-309C9A305E58"/>
  <p:tag name="MIO_LASTDOWNLOADED" val="15.11.2021 14:49:02"/>
  <p:tag name="MIO_OBJECTNAME" val="Master | Color 1"/>
  <p:tag name="MIO_LASTEDITORNAME" val="Jan Bellwinkel"/>
  <p:tag name="MIO_CDID" val="102a9723-2449-4cb9-a00f-91adf1e6ccc0"/>
  <p:tag name="MIO_PRESI_FIRST_SLIDENUMB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6759f0e-b63e-44f7-ba05-958f2d59da33"/>
  <p:tag name="MIO_EKGUID" val="fcadf20e-0c34-4fe7-8e3e-6a4ca08190a0"/>
  <p:tag name="MIO_UPDATE" val="True"/>
  <p:tag name="MIO_VERSION" val="15.11.2021 13:58:04"/>
  <p:tag name="MIO_DBID" val="218709a9-2117-4af1-a1ea-309c9a305e58"/>
  <p:tag name="MIO_LASTDOWNLOADED" val="05.08.2024 14:47:08"/>
  <p:tag name="MIO_OBJECTNAME" val="Standard slides"/>
  <p:tag name="MIO_LASTEDITORNAME" val="Jan Bellwinke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6759f0e-b63e-44f7-ba05-958f2d59da33"/>
  <p:tag name="MIO_EKGUID" val="fcadf20e-0c34-4fe7-8e3e-6a4ca08190a0"/>
  <p:tag name="MIO_UPDATE" val="True"/>
  <p:tag name="MIO_VERSION" val="15.11.2021 13:58:04"/>
  <p:tag name="MIO_DBID" val="218709a9-2117-4af1-a1ea-309c9a305e58"/>
  <p:tag name="MIO_LASTDOWNLOADED" val="05.08.2024 14:47:08"/>
  <p:tag name="MIO_OBJECTNAME" val="Standard slides"/>
  <p:tag name="MIO_LASTEDITORNAME" val="Jan Bellwinke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6759f0e-b63e-44f7-ba05-958f2d59da33"/>
  <p:tag name="MIO_EKGUID" val="fcadf20e-0c34-4fe7-8e3e-6a4ca08190a0"/>
  <p:tag name="MIO_UPDATE" val="True"/>
  <p:tag name="MIO_VERSION" val="15.11.2021 13:58:04"/>
  <p:tag name="MIO_DBID" val="218709a9-2117-4af1-a1ea-309c9a305e58"/>
  <p:tag name="MIO_LASTDOWNLOADED" val="05.08.2024 14:47:08"/>
  <p:tag name="MIO_OBJECTNAME" val="Standard slides"/>
  <p:tag name="MIO_LASTEDITORNAME" val="Jan Bellwinke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6759f0e-b63e-44f7-ba05-958f2d59da33"/>
  <p:tag name="MIO_EKGUID" val="fcadf20e-0c34-4fe7-8e3e-6a4ca08190a0"/>
  <p:tag name="MIO_UPDATE" val="True"/>
  <p:tag name="MIO_VERSION" val="15.11.2021 13:58:04"/>
  <p:tag name="MIO_DBID" val="218709a9-2117-4af1-a1ea-309c9a305e58"/>
  <p:tag name="MIO_LASTDOWNLOADED" val="05.08.2024 14:47:08"/>
  <p:tag name="MIO_OBJECTNAME" val="Standard slides"/>
  <p:tag name="MIO_LASTEDITORNAME" val="Jan Bellwinke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6759f0e-b63e-44f7-ba05-958f2d59da33"/>
  <p:tag name="MIO_EKGUID" val="fcadf20e-0c34-4fe7-8e3e-6a4ca08190a0"/>
  <p:tag name="MIO_UPDATE" val="True"/>
  <p:tag name="MIO_VERSION" val="15.11.2021 13:58:04"/>
  <p:tag name="MIO_DBID" val="218709a9-2117-4af1-a1ea-309c9a305e58"/>
  <p:tag name="MIO_LASTDOWNLOADED" val="05.08.2024 14:47:08"/>
  <p:tag name="MIO_OBJECTNAME" val="Standard slides"/>
  <p:tag name="MIO_LASTEDITORNAME" val="Jan Bellwinke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erck Site Management">
  <a:themeElements>
    <a:clrScheme name="Merck neu">
      <a:dk1>
        <a:srgbClr val="000000"/>
      </a:dk1>
      <a:lt1>
        <a:srgbClr val="FFFFFF"/>
      </a:lt1>
      <a:dk2>
        <a:srgbClr val="EB3C96"/>
      </a:dk2>
      <a:lt2>
        <a:srgbClr val="2DBECD"/>
      </a:lt2>
      <a:accent1>
        <a:srgbClr val="503291"/>
      </a:accent1>
      <a:accent2>
        <a:srgbClr val="0F69AF"/>
      </a:accent2>
      <a:accent3>
        <a:srgbClr val="A5CD50"/>
      </a:accent3>
      <a:accent4>
        <a:srgbClr val="FFC832"/>
      </a:accent4>
      <a:accent5>
        <a:srgbClr val="EB3C96"/>
      </a:accent5>
      <a:accent6>
        <a:srgbClr val="149B5F"/>
      </a:accent6>
      <a:hlink>
        <a:srgbClr val="503291"/>
      </a:hlink>
      <a:folHlink>
        <a:srgbClr val="503291"/>
      </a:folHlink>
    </a:clrScheme>
    <a:fontScheme name="Merck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9525" cap="flat" cmpd="sng" algn="ctr">
          <a:noFill/>
          <a:prstDash val="solid"/>
        </a:ln>
        <a:effectLst/>
      </a:spPr>
      <a:bodyPr rtlCol="0" anchor="ctr" anchorCtr="0"/>
      <a:lstStyle>
        <a:defPPr marL="0" indent="0" algn="ctr">
          <a:spcBef>
            <a:spcPts val="300"/>
          </a:spcBef>
          <a:spcAft>
            <a:spcPts val="300"/>
          </a:spcAft>
          <a:buClr>
            <a:schemeClr val="bg1"/>
          </a:buClr>
          <a:buSzPct val="100000"/>
          <a:buFont typeface="Arial" panose="020B0604020202020204" pitchFamily="34" charset="0"/>
          <a:buNone/>
          <a:defRPr sz="1600" kern="0" dirty="0" err="1" smtClean="0">
            <a:solidFill>
              <a:srgbClr val="FFFFFF"/>
            </a:solidFill>
            <a:latin typeface="Verdana"/>
          </a:defRPr>
        </a:defPPr>
      </a:lstStyle>
    </a:spDef>
    <a:lnDef>
      <a:spPr>
        <a:ln w="952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spAutoFit/>
      </a:bodyPr>
      <a:lstStyle>
        <a:defPPr marR="0" algn="l" defTabSz="914400" rtl="0" eaLnBrk="1" fontAlgn="auto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SzTx/>
          <a:tabLst/>
          <a:defRPr kumimoji="0" sz="1600" b="0" i="0" u="none" strike="noStrike" kern="1200" cap="none" spc="0" normalizeH="0" baseline="0" noProof="0" dirty="0" err="1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custClrLst>
    <a:custClr name="Rich Purple">
      <a:srgbClr val="503291"/>
    </a:custClr>
    <a:custClr name="Vibrant Magenta">
      <a:srgbClr val="EB3C96"/>
    </a:custClr>
    <a:custClr name="Sensitive Pink">
      <a:srgbClr val="E1C3CD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Blue">
      <a:srgbClr val="0F69AF"/>
    </a:custClr>
    <a:custClr name="Vibrant Cyan">
      <a:srgbClr val="2DBECD"/>
    </a:custClr>
    <a:custClr name="Sensitive Blue">
      <a:srgbClr val="96D7D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Green">
      <a:srgbClr val="149B5F"/>
    </a:custClr>
    <a:custClr name="Vibrant Green">
      <a:srgbClr val="A5CD50"/>
    </a:custClr>
    <a:custClr name="Sensitive Green">
      <a:srgbClr val="B4DC96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Red">
      <a:srgbClr val="E61E50"/>
    </a:custClr>
    <a:custClr name="Vibrant Yellow">
      <a:srgbClr val="FFC832"/>
    </a:custClr>
    <a:custClr name="Sensitive Yellow">
      <a:srgbClr val="FFDCB9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Merck_Synthetic.potx" id="{86390D52-C63A-4911-959C-A5AB26D2F058}" vid="{814B0B62-417C-4855-BBCD-925CAB229E61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Специальное оформление">
  <a:themeElements>
    <a:clrScheme name="конкор">
      <a:dk1>
        <a:srgbClr val="265374"/>
      </a:dk1>
      <a:lt1>
        <a:srgbClr val="FFFFFF"/>
      </a:lt1>
      <a:dk2>
        <a:srgbClr val="323F48"/>
      </a:dk2>
      <a:lt2>
        <a:srgbClr val="28BECD"/>
      </a:lt2>
      <a:accent1>
        <a:srgbClr val="73C8B3"/>
      </a:accent1>
      <a:accent2>
        <a:srgbClr val="398ACB"/>
      </a:accent2>
      <a:accent3>
        <a:srgbClr val="C1D82E"/>
      </a:accent3>
      <a:accent4>
        <a:srgbClr val="BDDFEB"/>
      </a:accent4>
      <a:accent5>
        <a:srgbClr val="EC736A"/>
      </a:accent5>
      <a:accent6>
        <a:srgbClr val="52328F"/>
      </a:accent6>
      <a:hlink>
        <a:srgbClr val="0068B0"/>
      </a:hlink>
      <a:folHlink>
        <a:srgbClr val="73C8B3"/>
      </a:folHlink>
    </a:clrScheme>
    <a:fontScheme name="Другая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9525">
          <a:noFill/>
          <a:prstDash val="soli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75000"/>
            </a:schemeClr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5562</TotalTime>
  <Words>3355</Words>
  <Application>Microsoft Office PowerPoint</Application>
  <PresentationFormat>Widescreen</PresentationFormat>
  <Paragraphs>267</Paragraphs>
  <Slides>29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6" baseType="lpstr">
      <vt:lpstr>Anthropic Sans</vt:lpstr>
      <vt:lpstr>Aptos</vt:lpstr>
      <vt:lpstr>Aptos Display</vt:lpstr>
      <vt:lpstr>Arial</vt:lpstr>
      <vt:lpstr>Arial (Headings)</vt:lpstr>
      <vt:lpstr>Arial Narrow</vt:lpstr>
      <vt:lpstr>Calibri</vt:lpstr>
      <vt:lpstr>Merck</vt:lpstr>
      <vt:lpstr>Symbol</vt:lpstr>
      <vt:lpstr>Verdana</vt:lpstr>
      <vt:lpstr>Wingdings</vt:lpstr>
      <vt:lpstr>Office Theme</vt:lpstr>
      <vt:lpstr>Merck Site Management</vt:lpstr>
      <vt:lpstr>1_Office Theme</vt:lpstr>
      <vt:lpstr>Тема Office</vt:lpstr>
      <vt:lpstr>Специальное оформление</vt:lpstr>
      <vt:lpstr>think-cell Slide</vt:lpstr>
      <vt:lpstr>Разбор клинических случаев</vt:lpstr>
      <vt:lpstr>PowerPoint Presentation</vt:lpstr>
      <vt:lpstr>Клинический случай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Клинический случай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Клинический случай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Клинический случай 4</vt:lpstr>
      <vt:lpstr>PowerPoint Presentation</vt:lpstr>
      <vt:lpstr>PowerPoint Presentation</vt:lpstr>
      <vt:lpstr>PowerPoint Presentation</vt:lpstr>
      <vt:lpstr>PowerPoint Presentation</vt:lpstr>
      <vt:lpstr>ОБЩАЯ ХАРАКТЕРИСТИКА ЛЕКАРСТВЕННОГО ПРЕПАРАТА </vt:lpstr>
    </vt:vector>
  </TitlesOfParts>
  <Company>Merck KGaA Darmstadt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Evgeny Aronov</dc:creator>
  <cp:lastModifiedBy>Evgeny Aronov</cp:lastModifiedBy>
  <cp:revision>1</cp:revision>
  <dcterms:created xsi:type="dcterms:W3CDTF">2026-06-11T11:13:30Z</dcterms:created>
  <dcterms:modified xsi:type="dcterms:W3CDTF">2026-08-19T11:03:29Z</dcterms:modified>
</cp:coreProperties>
</file>